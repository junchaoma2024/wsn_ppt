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28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notesSlides/notesSlide38.xml" ContentType="application/vnd.openxmlformats-officedocument.presentationml.notesSlide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notesSlides/notesSlide39.xml" ContentType="application/vnd.openxmlformats-officedocument.presentationml.notesSlide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notesSlides/notesSlide40.xml" ContentType="application/vnd.openxmlformats-officedocument.presentationml.notesSlide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9"/>
  </p:notesMasterIdLst>
  <p:handoutMasterIdLst>
    <p:handoutMasterId r:id="rId60"/>
  </p:handoutMasterIdLst>
  <p:sldIdLst>
    <p:sldId id="360" r:id="rId2"/>
    <p:sldId id="396" r:id="rId3"/>
    <p:sldId id="362" r:id="rId4"/>
    <p:sldId id="363" r:id="rId5"/>
    <p:sldId id="371" r:id="rId6"/>
    <p:sldId id="397" r:id="rId7"/>
    <p:sldId id="364" r:id="rId8"/>
    <p:sldId id="365" r:id="rId9"/>
    <p:sldId id="366" r:id="rId10"/>
    <p:sldId id="422" r:id="rId11"/>
    <p:sldId id="367" r:id="rId12"/>
    <p:sldId id="424" r:id="rId13"/>
    <p:sldId id="412" r:id="rId14"/>
    <p:sldId id="423" r:id="rId15"/>
    <p:sldId id="383" r:id="rId16"/>
    <p:sldId id="421" r:id="rId17"/>
    <p:sldId id="370" r:id="rId18"/>
    <p:sldId id="416" r:id="rId19"/>
    <p:sldId id="403" r:id="rId20"/>
    <p:sldId id="402" r:id="rId21"/>
    <p:sldId id="405" r:id="rId22"/>
    <p:sldId id="406" r:id="rId23"/>
    <p:sldId id="407" r:id="rId24"/>
    <p:sldId id="408" r:id="rId25"/>
    <p:sldId id="409" r:id="rId26"/>
    <p:sldId id="410" r:id="rId27"/>
    <p:sldId id="411" r:id="rId28"/>
    <p:sldId id="413" r:id="rId29"/>
    <p:sldId id="414" r:id="rId30"/>
    <p:sldId id="419" r:id="rId31"/>
    <p:sldId id="420" r:id="rId32"/>
    <p:sldId id="418" r:id="rId33"/>
    <p:sldId id="425" r:id="rId34"/>
    <p:sldId id="426" r:id="rId35"/>
    <p:sldId id="427" r:id="rId36"/>
    <p:sldId id="428" r:id="rId37"/>
    <p:sldId id="382" r:id="rId38"/>
    <p:sldId id="376" r:id="rId39"/>
    <p:sldId id="435" r:id="rId40"/>
    <p:sldId id="378" r:id="rId41"/>
    <p:sldId id="430" r:id="rId42"/>
    <p:sldId id="379" r:id="rId43"/>
    <p:sldId id="381" r:id="rId44"/>
    <p:sldId id="431" r:id="rId45"/>
    <p:sldId id="432" r:id="rId46"/>
    <p:sldId id="385" r:id="rId47"/>
    <p:sldId id="386" r:id="rId48"/>
    <p:sldId id="387" r:id="rId49"/>
    <p:sldId id="433" r:id="rId50"/>
    <p:sldId id="434" r:id="rId51"/>
    <p:sldId id="390" r:id="rId52"/>
    <p:sldId id="391" r:id="rId53"/>
    <p:sldId id="392" r:id="rId54"/>
    <p:sldId id="393" r:id="rId55"/>
    <p:sldId id="394" r:id="rId56"/>
    <p:sldId id="395" r:id="rId57"/>
    <p:sldId id="389" r:id="rId58"/>
  </p:sldIdLst>
  <p:sldSz cx="9144000" cy="6858000" type="screen4x3"/>
  <p:notesSz cx="6797675" cy="9929813"/>
  <p:custDataLst>
    <p:tags r:id="rId6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806" autoAdjust="0"/>
    <p:restoredTop sz="85556" autoAdjust="0"/>
  </p:normalViewPr>
  <p:slideViewPr>
    <p:cSldViewPr snapToGrid="0">
      <p:cViewPr varScale="1">
        <p:scale>
          <a:sx n="117" d="100"/>
          <a:sy n="117" d="100"/>
        </p:scale>
        <p:origin x="80" y="4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13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69F05F-BA99-464B-84BC-EE47876CF1AB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28F138-0C07-463C-B78B-D719DC40AE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2448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50E63-5F5B-4DCE-99AD-DF256DAD281B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8722"/>
            <a:ext cx="543814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A23522-C775-4476-A110-0DF264BE08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076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3742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4674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59776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1393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7550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5082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声波在空气中的传输速度为 </a:t>
            </a:r>
            <a:r>
              <a:rPr lang="en-US" altLang="zh-CN" dirty="0"/>
              <a:t>340m/s</a:t>
            </a:r>
            <a:r>
              <a:rPr lang="zh-CN" altLang="en-US" dirty="0"/>
              <a:t>；电磁波的传输速度为 </a:t>
            </a:r>
            <a:r>
              <a:rPr lang="en-US" altLang="zh-CN" dirty="0"/>
              <a:t>300000 km/s</a:t>
            </a:r>
          </a:p>
          <a:p>
            <a:endParaRPr lang="en-US" altLang="zh-CN" dirty="0"/>
          </a:p>
          <a:p>
            <a:r>
              <a:rPr lang="zh-CN" altLang="en-US" dirty="0"/>
              <a:t>电磁波在水中的衰减严重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电磁波以频率由低到高的角度可划分为：</a:t>
            </a:r>
            <a:endParaRPr lang="en-US" altLang="zh-CN" dirty="0"/>
          </a:p>
          <a:p>
            <a:r>
              <a:rPr lang="zh-CN" altLang="en-US" dirty="0"/>
              <a:t>无线电波、红外线、可见光、紫外线、</a:t>
            </a:r>
            <a:r>
              <a:rPr lang="en-US" altLang="zh-CN" dirty="0"/>
              <a:t>X</a:t>
            </a:r>
            <a:r>
              <a:rPr lang="zh-CN" altLang="en-US" dirty="0"/>
              <a:t>射线等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3860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4094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551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22059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1217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2436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4639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01164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12707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4620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A45FF-E896-26D6-753D-7E9722483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803F697-A8B9-22A8-B9DA-708B82FB27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6C14B40-A29C-B3DF-A4D9-1BE42138A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5BB28C-3953-6FBD-6EA1-BD9B6A38D4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9949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185B2-00E7-DCAF-86E0-5093A0B7E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DB1E2C3-017F-35A5-4B20-21F79904D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286E82-B1AD-B8F6-C2DE-97E52E9882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416E4D-3F29-C5A5-DEC7-1E0D1AF272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94713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63065-E5B2-5CCF-723F-09D4A7070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67C57F-FE9C-15B2-D32D-DC4A1116C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1EC0F5B-FF75-E54C-D43C-EDFE1B20D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1D502A-C571-98E4-55DA-A55606086B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2995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6A795-76CD-3E41-0C70-E000B92B5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67FB57-B6DC-C4F0-81BB-120C3EACAF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F281C1-C84A-F644-3F6C-7E7AB2B54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C9ECBD-2313-4475-335E-FCAB36CD36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41610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这里可以用中文里出现的 的、我、你、他出现的频率与焱、沏等字出现的概率肯定是不一样的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英文字母里的 </a:t>
            </a:r>
            <a:r>
              <a:rPr lang="en-US" altLang="zh-CN" dirty="0"/>
              <a:t>e </a:t>
            </a:r>
            <a:r>
              <a:rPr lang="zh-CN" altLang="en-US" dirty="0"/>
              <a:t>出现的概率为 </a:t>
            </a:r>
            <a:r>
              <a:rPr lang="en-US" altLang="zh-CN" dirty="0"/>
              <a:t>12%</a:t>
            </a:r>
            <a:r>
              <a:rPr lang="zh-CN" altLang="en-US" dirty="0"/>
              <a:t>到</a:t>
            </a:r>
            <a:r>
              <a:rPr lang="en-US" altLang="zh-CN" dirty="0"/>
              <a:t>13%</a:t>
            </a:r>
            <a:r>
              <a:rPr lang="zh-CN" altLang="en-US" dirty="0"/>
              <a:t>；</a:t>
            </a:r>
            <a:r>
              <a:rPr lang="en-US" altLang="zh-CN" dirty="0"/>
              <a:t>a </a:t>
            </a:r>
            <a:r>
              <a:rPr lang="zh-CN" altLang="en-US" dirty="0"/>
              <a:t>出现的概率为 </a:t>
            </a:r>
            <a:r>
              <a:rPr lang="en-US" altLang="zh-CN" dirty="0"/>
              <a:t>8.56%</a:t>
            </a:r>
            <a:r>
              <a:rPr lang="zh-CN" altLang="en-US" dirty="0"/>
              <a:t>；而</a:t>
            </a:r>
            <a:r>
              <a:rPr lang="en-US" altLang="zh-CN" dirty="0"/>
              <a:t>q</a:t>
            </a:r>
            <a:r>
              <a:rPr lang="zh-CN" altLang="en-US" dirty="0"/>
              <a:t>出现的概率不到</a:t>
            </a:r>
            <a:r>
              <a:rPr lang="en-US" altLang="zh-CN" dirty="0"/>
              <a:t>0.23%</a:t>
            </a:r>
            <a:r>
              <a:rPr lang="zh-CN" altLang="en-US" dirty="0"/>
              <a:t>；</a:t>
            </a:r>
            <a:r>
              <a:rPr lang="en-US" altLang="zh-CN" dirty="0"/>
              <a:t>z</a:t>
            </a:r>
            <a:r>
              <a:rPr lang="zh-CN" altLang="en-US" dirty="0"/>
              <a:t>出现的概率不到</a:t>
            </a:r>
            <a:r>
              <a:rPr lang="en-US" altLang="zh-CN" dirty="0"/>
              <a:t>0.1%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可以用搜狗输入法的选词排序来考虑，频次高的字会自动排在更前面；而频次较低的字会排在后面；以方便用户使用。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5952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EEC3D-18B8-3969-B112-E6DB0FECD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4078D9-D9D4-3314-EF1F-1ADD734020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6334141-D9C5-8333-4C05-5088DE946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这里可以用中文里出现的 的、我、你、他出现的频率与焱、沏等字出现的概率肯定是不一样的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英文字母里的 </a:t>
            </a:r>
            <a:r>
              <a:rPr lang="en-US" altLang="zh-CN" dirty="0"/>
              <a:t>e </a:t>
            </a:r>
            <a:r>
              <a:rPr lang="zh-CN" altLang="en-US" dirty="0"/>
              <a:t>出现的概率为 </a:t>
            </a:r>
            <a:r>
              <a:rPr lang="en-US" altLang="zh-CN" dirty="0"/>
              <a:t>12%</a:t>
            </a:r>
            <a:r>
              <a:rPr lang="zh-CN" altLang="en-US" dirty="0"/>
              <a:t>到</a:t>
            </a:r>
            <a:r>
              <a:rPr lang="en-US" altLang="zh-CN" dirty="0"/>
              <a:t>13%</a:t>
            </a:r>
            <a:r>
              <a:rPr lang="zh-CN" altLang="en-US" dirty="0"/>
              <a:t>；</a:t>
            </a:r>
            <a:r>
              <a:rPr lang="en-US" altLang="zh-CN" dirty="0"/>
              <a:t>a </a:t>
            </a:r>
            <a:r>
              <a:rPr lang="zh-CN" altLang="en-US" dirty="0"/>
              <a:t>出现的概率为 </a:t>
            </a:r>
            <a:r>
              <a:rPr lang="en-US" altLang="zh-CN" dirty="0"/>
              <a:t>8.56%</a:t>
            </a:r>
            <a:r>
              <a:rPr lang="zh-CN" altLang="en-US" dirty="0"/>
              <a:t>；而</a:t>
            </a:r>
            <a:r>
              <a:rPr lang="en-US" altLang="zh-CN" dirty="0"/>
              <a:t>q</a:t>
            </a:r>
            <a:r>
              <a:rPr lang="zh-CN" altLang="en-US" dirty="0"/>
              <a:t>出现的概率不到</a:t>
            </a:r>
            <a:r>
              <a:rPr lang="en-US" altLang="zh-CN" dirty="0"/>
              <a:t>0.23%</a:t>
            </a:r>
            <a:r>
              <a:rPr lang="zh-CN" altLang="en-US" dirty="0"/>
              <a:t>；</a:t>
            </a:r>
            <a:r>
              <a:rPr lang="en-US" altLang="zh-CN" dirty="0"/>
              <a:t>z</a:t>
            </a:r>
            <a:r>
              <a:rPr lang="zh-CN" altLang="en-US" dirty="0"/>
              <a:t>出现的概率不到</a:t>
            </a:r>
            <a:r>
              <a:rPr lang="en-US" altLang="zh-CN" dirty="0"/>
              <a:t>0.1%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可以用搜狗输入法的选词排序来考虑，频次高的字会自动排在更前面；而频次较低的字会排在后面；以方便用户使用。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02282B-929E-24A7-9C1E-A6A0909A0E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4196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DCDE5-4DF8-0CBC-1590-5918E1F1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4C4C87-F5C2-BF43-3334-EB8255671B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77938AA-9080-E7C9-02C0-CBDB58DC5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这里可以用中文里出现的 的、我、你、他出现的频率与焱、沏等字出现的概率肯定是不一样的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英文字母里的 </a:t>
            </a:r>
            <a:r>
              <a:rPr lang="en-US" altLang="zh-CN" dirty="0"/>
              <a:t>e </a:t>
            </a:r>
            <a:r>
              <a:rPr lang="zh-CN" altLang="en-US" dirty="0"/>
              <a:t>出现的概率为 </a:t>
            </a:r>
            <a:r>
              <a:rPr lang="en-US" altLang="zh-CN" dirty="0"/>
              <a:t>12%</a:t>
            </a:r>
            <a:r>
              <a:rPr lang="zh-CN" altLang="en-US" dirty="0"/>
              <a:t>到</a:t>
            </a:r>
            <a:r>
              <a:rPr lang="en-US" altLang="zh-CN" dirty="0"/>
              <a:t>13%</a:t>
            </a:r>
            <a:r>
              <a:rPr lang="zh-CN" altLang="en-US" dirty="0"/>
              <a:t>；</a:t>
            </a:r>
            <a:r>
              <a:rPr lang="en-US" altLang="zh-CN" dirty="0"/>
              <a:t>a </a:t>
            </a:r>
            <a:r>
              <a:rPr lang="zh-CN" altLang="en-US" dirty="0"/>
              <a:t>出现的概率为 </a:t>
            </a:r>
            <a:r>
              <a:rPr lang="en-US" altLang="zh-CN" dirty="0"/>
              <a:t>8.56%</a:t>
            </a:r>
            <a:r>
              <a:rPr lang="zh-CN" altLang="en-US" dirty="0"/>
              <a:t>；而</a:t>
            </a:r>
            <a:r>
              <a:rPr lang="en-US" altLang="zh-CN" dirty="0"/>
              <a:t>q</a:t>
            </a:r>
            <a:r>
              <a:rPr lang="zh-CN" altLang="en-US" dirty="0"/>
              <a:t>出现的概率不到</a:t>
            </a:r>
            <a:r>
              <a:rPr lang="en-US" altLang="zh-CN" dirty="0"/>
              <a:t>0.23%</a:t>
            </a:r>
            <a:r>
              <a:rPr lang="zh-CN" altLang="en-US" dirty="0"/>
              <a:t>；</a:t>
            </a:r>
            <a:r>
              <a:rPr lang="en-US" altLang="zh-CN" dirty="0"/>
              <a:t>z</a:t>
            </a:r>
            <a:r>
              <a:rPr lang="zh-CN" altLang="en-US" dirty="0"/>
              <a:t>出现的概率不到</a:t>
            </a:r>
            <a:r>
              <a:rPr lang="en-US" altLang="zh-CN" dirty="0"/>
              <a:t>0.1%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可以用搜狗输入法的选词排序来考虑，频次高的字会自动排在更前面；而频次较低的字会排在后面；以方便用户使用。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713DD2-0639-90C0-8227-E5441E79DF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58662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C9246-2AB0-F9CE-BBD6-28E15B9E2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D68926D-527C-B3AD-F191-278F9E584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09731E7-1E84-0715-E967-142473EB92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这里可以用中文里出现的 的、我、你、他出现的频率与焱、沏等字出现的概率肯定是不一样的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英文字母里的 </a:t>
            </a:r>
            <a:r>
              <a:rPr lang="en-US" altLang="zh-CN" dirty="0"/>
              <a:t>e </a:t>
            </a:r>
            <a:r>
              <a:rPr lang="zh-CN" altLang="en-US" dirty="0"/>
              <a:t>出现的概率为 </a:t>
            </a:r>
            <a:r>
              <a:rPr lang="en-US" altLang="zh-CN" dirty="0"/>
              <a:t>12%</a:t>
            </a:r>
            <a:r>
              <a:rPr lang="zh-CN" altLang="en-US" dirty="0"/>
              <a:t>到</a:t>
            </a:r>
            <a:r>
              <a:rPr lang="en-US" altLang="zh-CN" dirty="0"/>
              <a:t>13%</a:t>
            </a:r>
            <a:r>
              <a:rPr lang="zh-CN" altLang="en-US" dirty="0"/>
              <a:t>；</a:t>
            </a:r>
            <a:r>
              <a:rPr lang="en-US" altLang="zh-CN" dirty="0"/>
              <a:t>a </a:t>
            </a:r>
            <a:r>
              <a:rPr lang="zh-CN" altLang="en-US" dirty="0"/>
              <a:t>出现的概率为 </a:t>
            </a:r>
            <a:r>
              <a:rPr lang="en-US" altLang="zh-CN" dirty="0"/>
              <a:t>8.56%</a:t>
            </a:r>
            <a:r>
              <a:rPr lang="zh-CN" altLang="en-US" dirty="0"/>
              <a:t>；而</a:t>
            </a:r>
            <a:r>
              <a:rPr lang="en-US" altLang="zh-CN" dirty="0"/>
              <a:t>q</a:t>
            </a:r>
            <a:r>
              <a:rPr lang="zh-CN" altLang="en-US" dirty="0"/>
              <a:t>出现的概率不到</a:t>
            </a:r>
            <a:r>
              <a:rPr lang="en-US" altLang="zh-CN" dirty="0"/>
              <a:t>0.23%</a:t>
            </a:r>
            <a:r>
              <a:rPr lang="zh-CN" altLang="en-US" dirty="0"/>
              <a:t>；</a:t>
            </a:r>
            <a:r>
              <a:rPr lang="en-US" altLang="zh-CN" dirty="0"/>
              <a:t>z</a:t>
            </a:r>
            <a:r>
              <a:rPr lang="zh-CN" altLang="en-US" dirty="0"/>
              <a:t>出现的概率不到</a:t>
            </a:r>
            <a:r>
              <a:rPr lang="en-US" altLang="zh-CN" dirty="0"/>
              <a:t>0.1%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可以用搜狗输入法的选词排序来考虑，频次高的字会自动排在更前面；而频次较低的字会排在后面；以方便用户使用。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71C95D-E3CB-09D7-DCE8-CD63AAEFBC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6123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8D211-3B62-6FA6-DE43-2E362026C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91B414E-0EB7-8215-C3BC-A211F3A19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AF64CD-2013-224F-AFDA-D271F31EDB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这里可以用中文里出现的 的、我、你、他出现的频率与焱、沏等字出现的概率肯定是不一样的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英文字母里的 </a:t>
            </a:r>
            <a:r>
              <a:rPr lang="en-US" altLang="zh-CN" dirty="0"/>
              <a:t>e </a:t>
            </a:r>
            <a:r>
              <a:rPr lang="zh-CN" altLang="en-US" dirty="0"/>
              <a:t>出现的概率为 </a:t>
            </a:r>
            <a:r>
              <a:rPr lang="en-US" altLang="zh-CN" dirty="0"/>
              <a:t>12%</a:t>
            </a:r>
            <a:r>
              <a:rPr lang="zh-CN" altLang="en-US" dirty="0"/>
              <a:t>到</a:t>
            </a:r>
            <a:r>
              <a:rPr lang="en-US" altLang="zh-CN" dirty="0"/>
              <a:t>13%</a:t>
            </a:r>
            <a:r>
              <a:rPr lang="zh-CN" altLang="en-US" dirty="0"/>
              <a:t>；</a:t>
            </a:r>
            <a:r>
              <a:rPr lang="en-US" altLang="zh-CN" dirty="0"/>
              <a:t>a </a:t>
            </a:r>
            <a:r>
              <a:rPr lang="zh-CN" altLang="en-US" dirty="0"/>
              <a:t>出现的概率为 </a:t>
            </a:r>
            <a:r>
              <a:rPr lang="en-US" altLang="zh-CN" dirty="0"/>
              <a:t>8.56%</a:t>
            </a:r>
            <a:r>
              <a:rPr lang="zh-CN" altLang="en-US" dirty="0"/>
              <a:t>；而</a:t>
            </a:r>
            <a:r>
              <a:rPr lang="en-US" altLang="zh-CN" dirty="0"/>
              <a:t>q</a:t>
            </a:r>
            <a:r>
              <a:rPr lang="zh-CN" altLang="en-US" dirty="0"/>
              <a:t>出现的概率不到</a:t>
            </a:r>
            <a:r>
              <a:rPr lang="en-US" altLang="zh-CN" dirty="0"/>
              <a:t>0.23%</a:t>
            </a:r>
            <a:r>
              <a:rPr lang="zh-CN" altLang="en-US" dirty="0"/>
              <a:t>；</a:t>
            </a:r>
            <a:r>
              <a:rPr lang="en-US" altLang="zh-CN" dirty="0"/>
              <a:t>z</a:t>
            </a:r>
            <a:r>
              <a:rPr lang="zh-CN" altLang="en-US" dirty="0"/>
              <a:t>出现的概率不到</a:t>
            </a:r>
            <a:r>
              <a:rPr lang="en-US" altLang="zh-CN" dirty="0"/>
              <a:t>0.1%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可以用搜狗输入法的选词排序来考虑，频次高的字会自动排在更前面；而频次较低的字会排在后面；以方便用户使用。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D33616-B057-3288-5447-41930B7B78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1143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AED16-4D8F-42B6-B434-B02962F74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53893B-9211-0775-D59B-A421157F29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ABA9AB5-6465-EF48-7745-8CCEFD828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这里可以用中文里出现的 的、我、你、他出现的频率与焱、沏等字出现的概率肯定是不一样的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英文字母里的 </a:t>
            </a:r>
            <a:r>
              <a:rPr lang="en-US" altLang="zh-CN" dirty="0"/>
              <a:t>e </a:t>
            </a:r>
            <a:r>
              <a:rPr lang="zh-CN" altLang="en-US" dirty="0"/>
              <a:t>出现的概率为 </a:t>
            </a:r>
            <a:r>
              <a:rPr lang="en-US" altLang="zh-CN" dirty="0"/>
              <a:t>12%</a:t>
            </a:r>
            <a:r>
              <a:rPr lang="zh-CN" altLang="en-US" dirty="0"/>
              <a:t>到</a:t>
            </a:r>
            <a:r>
              <a:rPr lang="en-US" altLang="zh-CN" dirty="0"/>
              <a:t>13%</a:t>
            </a:r>
            <a:r>
              <a:rPr lang="zh-CN" altLang="en-US" dirty="0"/>
              <a:t>；</a:t>
            </a:r>
            <a:r>
              <a:rPr lang="en-US" altLang="zh-CN" dirty="0"/>
              <a:t>a </a:t>
            </a:r>
            <a:r>
              <a:rPr lang="zh-CN" altLang="en-US" dirty="0"/>
              <a:t>出现的概率为 </a:t>
            </a:r>
            <a:r>
              <a:rPr lang="en-US" altLang="zh-CN" dirty="0"/>
              <a:t>8.56%</a:t>
            </a:r>
            <a:r>
              <a:rPr lang="zh-CN" altLang="en-US" dirty="0"/>
              <a:t>；而</a:t>
            </a:r>
            <a:r>
              <a:rPr lang="en-US" altLang="zh-CN" dirty="0"/>
              <a:t>q</a:t>
            </a:r>
            <a:r>
              <a:rPr lang="zh-CN" altLang="en-US" dirty="0"/>
              <a:t>出现的概率不到</a:t>
            </a:r>
            <a:r>
              <a:rPr lang="en-US" altLang="zh-CN" dirty="0"/>
              <a:t>0.23%</a:t>
            </a:r>
            <a:r>
              <a:rPr lang="zh-CN" altLang="en-US" dirty="0"/>
              <a:t>；</a:t>
            </a:r>
            <a:r>
              <a:rPr lang="en-US" altLang="zh-CN" dirty="0"/>
              <a:t>z</a:t>
            </a:r>
            <a:r>
              <a:rPr lang="zh-CN" altLang="en-US" dirty="0"/>
              <a:t>出现的概率不到</a:t>
            </a:r>
            <a:r>
              <a:rPr lang="en-US" altLang="zh-CN" dirty="0"/>
              <a:t>0.1%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可以用搜狗输入法的选词排序来考虑，频次高的字会自动排在更前面；而频次较低的字会排在后面；以方便用户使用。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F48B99-DB90-743C-C733-AC738B1DE9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4556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B7F4B-43C4-A218-9FBD-2788D5120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25D1BE3-3942-F3D8-B035-A37C30DEBC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54174B-2F62-5E76-7BA3-857AE4466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这里可以用中文里出现的 的、我、你、他出现的频率与焱、沏等字出现的概率肯定是不一样的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英文字母里的 </a:t>
            </a:r>
            <a:r>
              <a:rPr lang="en-US" altLang="zh-CN" dirty="0"/>
              <a:t>e </a:t>
            </a:r>
            <a:r>
              <a:rPr lang="zh-CN" altLang="en-US" dirty="0"/>
              <a:t>出现的概率为 </a:t>
            </a:r>
            <a:r>
              <a:rPr lang="en-US" altLang="zh-CN" dirty="0"/>
              <a:t>12%</a:t>
            </a:r>
            <a:r>
              <a:rPr lang="zh-CN" altLang="en-US" dirty="0"/>
              <a:t>到</a:t>
            </a:r>
            <a:r>
              <a:rPr lang="en-US" altLang="zh-CN" dirty="0"/>
              <a:t>13%</a:t>
            </a:r>
            <a:r>
              <a:rPr lang="zh-CN" altLang="en-US" dirty="0"/>
              <a:t>；</a:t>
            </a:r>
            <a:r>
              <a:rPr lang="en-US" altLang="zh-CN" dirty="0"/>
              <a:t>a </a:t>
            </a:r>
            <a:r>
              <a:rPr lang="zh-CN" altLang="en-US" dirty="0"/>
              <a:t>出现的概率为 </a:t>
            </a:r>
            <a:r>
              <a:rPr lang="en-US" altLang="zh-CN" dirty="0"/>
              <a:t>8.56%</a:t>
            </a:r>
            <a:r>
              <a:rPr lang="zh-CN" altLang="en-US" dirty="0"/>
              <a:t>；而</a:t>
            </a:r>
            <a:r>
              <a:rPr lang="en-US" altLang="zh-CN" dirty="0"/>
              <a:t>q</a:t>
            </a:r>
            <a:r>
              <a:rPr lang="zh-CN" altLang="en-US" dirty="0"/>
              <a:t>出现的概率不到</a:t>
            </a:r>
            <a:r>
              <a:rPr lang="en-US" altLang="zh-CN" dirty="0"/>
              <a:t>0.23%</a:t>
            </a:r>
            <a:r>
              <a:rPr lang="zh-CN" altLang="en-US" dirty="0"/>
              <a:t>；</a:t>
            </a:r>
            <a:r>
              <a:rPr lang="en-US" altLang="zh-CN" dirty="0"/>
              <a:t>z</a:t>
            </a:r>
            <a:r>
              <a:rPr lang="zh-CN" altLang="en-US" dirty="0"/>
              <a:t>出现的概率不到</a:t>
            </a:r>
            <a:r>
              <a:rPr lang="en-US" altLang="zh-CN" dirty="0"/>
              <a:t>0.1%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可以用搜狗输入法的选词排序来考虑，频次高的字会自动排在更前面；而频次较低的字会排在后面；以方便用户使用。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0F7403-4F44-9247-EFB0-94AA9A4F45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3939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6A795-76CD-3E41-0C70-E000B92B5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67FB57-B6DC-C4F0-81BB-120C3EACAF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F281C1-C84A-F644-3F6C-7E7AB2B54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C9ECBD-2313-4475-335E-FCAB36CD36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2051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114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5041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7161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3490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3212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71295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374595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975679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092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207982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285348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105036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86887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320050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927434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91888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548669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A23522-C775-4476-A110-0DF264BE082A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985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610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365126"/>
            <a:ext cx="8631936" cy="1325563"/>
          </a:xfrm>
        </p:spPr>
        <p:txBody>
          <a:bodyPr/>
          <a:lstStyle>
            <a:lvl1pPr>
              <a:defRPr spc="300"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95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888" y="365126"/>
            <a:ext cx="8650224" cy="1325563"/>
          </a:xfrm>
        </p:spPr>
        <p:txBody>
          <a:bodyPr/>
          <a:lstStyle>
            <a:lvl1pPr>
              <a:defRPr spc="300"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6888" y="1825625"/>
            <a:ext cx="8650224" cy="4351338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9144000" cy="36512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246888" y="6356351"/>
            <a:ext cx="20574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39712" y="6356351"/>
            <a:ext cx="2057400" cy="365125"/>
          </a:xfrm>
        </p:spPr>
        <p:txBody>
          <a:bodyPr/>
          <a:lstStyle/>
          <a:p>
            <a:fld id="{E663D701-F6D3-45BB-89CD-EE32AA93F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708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627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9796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6527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pc="300"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379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pc="300"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9144000" cy="36512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6032" y="6356350"/>
            <a:ext cx="20574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30568" y="6356350"/>
            <a:ext cx="2057400" cy="365125"/>
          </a:xfrm>
        </p:spPr>
        <p:txBody>
          <a:bodyPr/>
          <a:lstStyle/>
          <a:p>
            <a:fld id="{E663D701-F6D3-45BB-89CD-EE32AA93F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95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057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9144000" cy="36512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E663D701-F6D3-45BB-89CD-EE32AA93F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687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783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423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988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4668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6032" y="365126"/>
            <a:ext cx="863193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6032" y="1825625"/>
            <a:ext cx="86319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6032" y="636676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30568" y="633933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3D701-F6D3-45BB-89CD-EE32AA93F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629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63" r:id="rId4"/>
    <p:sldLayoutId id="2147483664" r:id="rId5"/>
    <p:sldLayoutId id="2147483665" r:id="rId6"/>
    <p:sldLayoutId id="2147483666" r:id="rId7"/>
    <p:sldLayoutId id="2147483673" r:id="rId8"/>
    <p:sldLayoutId id="2147483667" r:id="rId9"/>
    <p:sldLayoutId id="2147483672" r:id="rId10"/>
    <p:sldLayoutId id="2147483668" r:id="rId11"/>
    <p:sldLayoutId id="2147483669" r:id="rId12"/>
    <p:sldLayoutId id="2147483670" r:id="rId13"/>
    <p:sldLayoutId id="2147483671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spc="300">
          <a:solidFill>
            <a:srgbClr val="00206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image" Target="../media/image1.tmp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slideLayout" Target="../slideLayouts/slideLayout9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5" Type="http://schemas.openxmlformats.org/officeDocument/2006/relationships/tags" Target="../tags/tag29.xml"/><Relationship Id="rId15" Type="http://schemas.openxmlformats.org/officeDocument/2006/relationships/image" Target="../media/image1.tmp"/><Relationship Id="rId10" Type="http://schemas.openxmlformats.org/officeDocument/2006/relationships/tags" Target="../tags/tag34.xml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12" Type="http://schemas.openxmlformats.org/officeDocument/2006/relationships/image" Target="../media/image1.tmp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image" Target="../media/image13.png"/><Relationship Id="rId5" Type="http://schemas.openxmlformats.org/officeDocument/2006/relationships/tags" Target="../tags/tag42.xml"/><Relationship Id="rId10" Type="http://schemas.openxmlformats.org/officeDocument/2006/relationships/slideLayout" Target="../slideLayouts/slideLayout9.xml"/><Relationship Id="rId4" Type="http://schemas.openxmlformats.org/officeDocument/2006/relationships/tags" Target="../tags/tag41.xml"/><Relationship Id="rId9" Type="http://schemas.openxmlformats.org/officeDocument/2006/relationships/tags" Target="../tags/tag4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54.xml"/><Relationship Id="rId13" Type="http://schemas.openxmlformats.org/officeDocument/2006/relationships/tags" Target="../tags/tag59.xml"/><Relationship Id="rId18" Type="http://schemas.openxmlformats.org/officeDocument/2006/relationships/slideLayout" Target="../slideLayouts/slideLayout9.xml"/><Relationship Id="rId3" Type="http://schemas.openxmlformats.org/officeDocument/2006/relationships/tags" Target="../tags/tag49.xml"/><Relationship Id="rId7" Type="http://schemas.openxmlformats.org/officeDocument/2006/relationships/tags" Target="../tags/tag53.xml"/><Relationship Id="rId12" Type="http://schemas.openxmlformats.org/officeDocument/2006/relationships/tags" Target="../tags/tag58.xml"/><Relationship Id="rId17" Type="http://schemas.openxmlformats.org/officeDocument/2006/relationships/tags" Target="../tags/tag63.xml"/><Relationship Id="rId2" Type="http://schemas.openxmlformats.org/officeDocument/2006/relationships/tags" Target="../tags/tag48.xml"/><Relationship Id="rId16" Type="http://schemas.openxmlformats.org/officeDocument/2006/relationships/tags" Target="../tags/tag62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tags" Target="../tags/tag57.xml"/><Relationship Id="rId5" Type="http://schemas.openxmlformats.org/officeDocument/2006/relationships/tags" Target="../tags/tag51.xml"/><Relationship Id="rId15" Type="http://schemas.openxmlformats.org/officeDocument/2006/relationships/tags" Target="../tags/tag61.xml"/><Relationship Id="rId10" Type="http://schemas.openxmlformats.org/officeDocument/2006/relationships/tags" Target="../tags/tag56.xml"/><Relationship Id="rId19" Type="http://schemas.openxmlformats.org/officeDocument/2006/relationships/image" Target="../media/image1.tmp"/><Relationship Id="rId4" Type="http://schemas.openxmlformats.org/officeDocument/2006/relationships/tags" Target="../tags/tag50.xml"/><Relationship Id="rId9" Type="http://schemas.openxmlformats.org/officeDocument/2006/relationships/tags" Target="../tags/tag55.xml"/><Relationship Id="rId14" Type="http://schemas.openxmlformats.org/officeDocument/2006/relationships/tags" Target="../tags/tag60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tags" Target="../tags/tag76.xml"/><Relationship Id="rId18" Type="http://schemas.openxmlformats.org/officeDocument/2006/relationships/slideLayout" Target="../slideLayouts/slideLayout9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12" Type="http://schemas.openxmlformats.org/officeDocument/2006/relationships/tags" Target="../tags/tag75.xml"/><Relationship Id="rId17" Type="http://schemas.openxmlformats.org/officeDocument/2006/relationships/tags" Target="../tags/tag80.xml"/><Relationship Id="rId2" Type="http://schemas.openxmlformats.org/officeDocument/2006/relationships/tags" Target="../tags/tag65.xml"/><Relationship Id="rId16" Type="http://schemas.openxmlformats.org/officeDocument/2006/relationships/tags" Target="../tags/tag79.xml"/><Relationship Id="rId20" Type="http://schemas.openxmlformats.org/officeDocument/2006/relationships/image" Target="../media/image1.tmp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tags" Target="../tags/tag74.xml"/><Relationship Id="rId5" Type="http://schemas.openxmlformats.org/officeDocument/2006/relationships/tags" Target="../tags/tag68.xml"/><Relationship Id="rId15" Type="http://schemas.openxmlformats.org/officeDocument/2006/relationships/tags" Target="../tags/tag78.xml"/><Relationship Id="rId10" Type="http://schemas.openxmlformats.org/officeDocument/2006/relationships/tags" Target="../tags/tag73.xml"/><Relationship Id="rId19" Type="http://schemas.openxmlformats.org/officeDocument/2006/relationships/image" Target="../media/image11.png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4" Type="http://schemas.openxmlformats.org/officeDocument/2006/relationships/tags" Target="../tags/tag7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13" Type="http://schemas.openxmlformats.org/officeDocument/2006/relationships/tags" Target="../tags/tag93.xml"/><Relationship Id="rId18" Type="http://schemas.openxmlformats.org/officeDocument/2006/relationships/slideLayout" Target="../slideLayouts/slideLayout9.xml"/><Relationship Id="rId3" Type="http://schemas.openxmlformats.org/officeDocument/2006/relationships/tags" Target="../tags/tag83.xml"/><Relationship Id="rId7" Type="http://schemas.openxmlformats.org/officeDocument/2006/relationships/tags" Target="../tags/tag87.xml"/><Relationship Id="rId12" Type="http://schemas.openxmlformats.org/officeDocument/2006/relationships/tags" Target="../tags/tag92.xml"/><Relationship Id="rId17" Type="http://schemas.openxmlformats.org/officeDocument/2006/relationships/tags" Target="../tags/tag97.xml"/><Relationship Id="rId2" Type="http://schemas.openxmlformats.org/officeDocument/2006/relationships/tags" Target="../tags/tag82.xml"/><Relationship Id="rId16" Type="http://schemas.openxmlformats.org/officeDocument/2006/relationships/tags" Target="../tags/tag96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11" Type="http://schemas.openxmlformats.org/officeDocument/2006/relationships/tags" Target="../tags/tag91.xml"/><Relationship Id="rId5" Type="http://schemas.openxmlformats.org/officeDocument/2006/relationships/tags" Target="../tags/tag85.xml"/><Relationship Id="rId15" Type="http://schemas.openxmlformats.org/officeDocument/2006/relationships/tags" Target="../tags/tag95.xml"/><Relationship Id="rId10" Type="http://schemas.openxmlformats.org/officeDocument/2006/relationships/tags" Target="../tags/tag90.xml"/><Relationship Id="rId19" Type="http://schemas.openxmlformats.org/officeDocument/2006/relationships/image" Target="../media/image1.tmp"/><Relationship Id="rId4" Type="http://schemas.openxmlformats.org/officeDocument/2006/relationships/tags" Target="../tags/tag84.xml"/><Relationship Id="rId9" Type="http://schemas.openxmlformats.org/officeDocument/2006/relationships/tags" Target="../tags/tag89.xml"/><Relationship Id="rId14" Type="http://schemas.openxmlformats.org/officeDocument/2006/relationships/tags" Target="../tags/tag9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105.xml"/><Relationship Id="rId13" Type="http://schemas.openxmlformats.org/officeDocument/2006/relationships/tags" Target="../tags/tag110.xml"/><Relationship Id="rId18" Type="http://schemas.openxmlformats.org/officeDocument/2006/relationships/slideLayout" Target="../slideLayouts/slideLayout9.xml"/><Relationship Id="rId3" Type="http://schemas.openxmlformats.org/officeDocument/2006/relationships/tags" Target="../tags/tag100.xml"/><Relationship Id="rId7" Type="http://schemas.openxmlformats.org/officeDocument/2006/relationships/tags" Target="../tags/tag104.xml"/><Relationship Id="rId12" Type="http://schemas.openxmlformats.org/officeDocument/2006/relationships/tags" Target="../tags/tag109.xml"/><Relationship Id="rId17" Type="http://schemas.openxmlformats.org/officeDocument/2006/relationships/tags" Target="../tags/tag114.xml"/><Relationship Id="rId2" Type="http://schemas.openxmlformats.org/officeDocument/2006/relationships/tags" Target="../tags/tag99.xml"/><Relationship Id="rId16" Type="http://schemas.openxmlformats.org/officeDocument/2006/relationships/tags" Target="../tags/tag113.xml"/><Relationship Id="rId1" Type="http://schemas.openxmlformats.org/officeDocument/2006/relationships/tags" Target="../tags/tag98.xml"/><Relationship Id="rId6" Type="http://schemas.openxmlformats.org/officeDocument/2006/relationships/tags" Target="../tags/tag103.xml"/><Relationship Id="rId11" Type="http://schemas.openxmlformats.org/officeDocument/2006/relationships/tags" Target="../tags/tag108.xml"/><Relationship Id="rId5" Type="http://schemas.openxmlformats.org/officeDocument/2006/relationships/tags" Target="../tags/tag102.xml"/><Relationship Id="rId15" Type="http://schemas.openxmlformats.org/officeDocument/2006/relationships/tags" Target="../tags/tag112.xml"/><Relationship Id="rId10" Type="http://schemas.openxmlformats.org/officeDocument/2006/relationships/tags" Target="../tags/tag107.xml"/><Relationship Id="rId19" Type="http://schemas.openxmlformats.org/officeDocument/2006/relationships/image" Target="../media/image1.tmp"/><Relationship Id="rId4" Type="http://schemas.openxmlformats.org/officeDocument/2006/relationships/tags" Target="../tags/tag101.xml"/><Relationship Id="rId9" Type="http://schemas.openxmlformats.org/officeDocument/2006/relationships/tags" Target="../tags/tag106.xml"/><Relationship Id="rId14" Type="http://schemas.openxmlformats.org/officeDocument/2006/relationships/tags" Target="../tags/tag11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122.xml"/><Relationship Id="rId13" Type="http://schemas.openxmlformats.org/officeDocument/2006/relationships/tags" Target="../tags/tag127.xml"/><Relationship Id="rId18" Type="http://schemas.openxmlformats.org/officeDocument/2006/relationships/slideLayout" Target="../slideLayouts/slideLayout9.xml"/><Relationship Id="rId3" Type="http://schemas.openxmlformats.org/officeDocument/2006/relationships/tags" Target="../tags/tag117.xml"/><Relationship Id="rId7" Type="http://schemas.openxmlformats.org/officeDocument/2006/relationships/tags" Target="../tags/tag121.xml"/><Relationship Id="rId12" Type="http://schemas.openxmlformats.org/officeDocument/2006/relationships/tags" Target="../tags/tag126.xml"/><Relationship Id="rId17" Type="http://schemas.openxmlformats.org/officeDocument/2006/relationships/tags" Target="../tags/tag131.xml"/><Relationship Id="rId2" Type="http://schemas.openxmlformats.org/officeDocument/2006/relationships/tags" Target="../tags/tag116.xml"/><Relationship Id="rId16" Type="http://schemas.openxmlformats.org/officeDocument/2006/relationships/tags" Target="../tags/tag130.xml"/><Relationship Id="rId20" Type="http://schemas.openxmlformats.org/officeDocument/2006/relationships/image" Target="../media/image1.tmp"/><Relationship Id="rId1" Type="http://schemas.openxmlformats.org/officeDocument/2006/relationships/tags" Target="../tags/tag115.xml"/><Relationship Id="rId6" Type="http://schemas.openxmlformats.org/officeDocument/2006/relationships/tags" Target="../tags/tag120.xml"/><Relationship Id="rId11" Type="http://schemas.openxmlformats.org/officeDocument/2006/relationships/tags" Target="../tags/tag125.xml"/><Relationship Id="rId5" Type="http://schemas.openxmlformats.org/officeDocument/2006/relationships/tags" Target="../tags/tag119.xml"/><Relationship Id="rId15" Type="http://schemas.openxmlformats.org/officeDocument/2006/relationships/tags" Target="../tags/tag129.xml"/><Relationship Id="rId10" Type="http://schemas.openxmlformats.org/officeDocument/2006/relationships/tags" Target="../tags/tag124.xml"/><Relationship Id="rId19" Type="http://schemas.openxmlformats.org/officeDocument/2006/relationships/notesSlide" Target="../notesSlides/notesSlide29.xml"/><Relationship Id="rId4" Type="http://schemas.openxmlformats.org/officeDocument/2006/relationships/tags" Target="../tags/tag118.xml"/><Relationship Id="rId9" Type="http://schemas.openxmlformats.org/officeDocument/2006/relationships/tags" Target="../tags/tag123.xml"/><Relationship Id="rId14" Type="http://schemas.openxmlformats.org/officeDocument/2006/relationships/tags" Target="../tags/tag12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tags" Target="../tags/tag139.xml"/><Relationship Id="rId3" Type="http://schemas.openxmlformats.org/officeDocument/2006/relationships/tags" Target="../tags/tag134.xml"/><Relationship Id="rId7" Type="http://schemas.openxmlformats.org/officeDocument/2006/relationships/tags" Target="../tags/tag138.xml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6" Type="http://schemas.openxmlformats.org/officeDocument/2006/relationships/tags" Target="../tags/tag137.xml"/><Relationship Id="rId11" Type="http://schemas.openxmlformats.org/officeDocument/2006/relationships/image" Target="../media/image1.tmp"/><Relationship Id="rId5" Type="http://schemas.openxmlformats.org/officeDocument/2006/relationships/tags" Target="../tags/tag136.xml"/><Relationship Id="rId10" Type="http://schemas.openxmlformats.org/officeDocument/2006/relationships/slideLayout" Target="../slideLayouts/slideLayout9.xml"/><Relationship Id="rId4" Type="http://schemas.openxmlformats.org/officeDocument/2006/relationships/tags" Target="../tags/tag135.xml"/><Relationship Id="rId9" Type="http://schemas.openxmlformats.org/officeDocument/2006/relationships/tags" Target="../tags/tag14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3" Type="http://schemas.openxmlformats.org/officeDocument/2006/relationships/tags" Target="../tags/tag153.xml"/><Relationship Id="rId18" Type="http://schemas.openxmlformats.org/officeDocument/2006/relationships/tags" Target="../tags/tag158.xml"/><Relationship Id="rId26" Type="http://schemas.openxmlformats.org/officeDocument/2006/relationships/tags" Target="../tags/tag166.xml"/><Relationship Id="rId39" Type="http://schemas.openxmlformats.org/officeDocument/2006/relationships/tags" Target="../tags/tag179.xml"/><Relationship Id="rId3" Type="http://schemas.openxmlformats.org/officeDocument/2006/relationships/tags" Target="../tags/tag143.xml"/><Relationship Id="rId21" Type="http://schemas.openxmlformats.org/officeDocument/2006/relationships/tags" Target="../tags/tag161.xml"/><Relationship Id="rId34" Type="http://schemas.openxmlformats.org/officeDocument/2006/relationships/tags" Target="../tags/tag174.xml"/><Relationship Id="rId42" Type="http://schemas.openxmlformats.org/officeDocument/2006/relationships/tags" Target="../tags/tag182.xml"/><Relationship Id="rId47" Type="http://schemas.openxmlformats.org/officeDocument/2006/relationships/slideLayout" Target="../slideLayouts/slideLayout8.xml"/><Relationship Id="rId7" Type="http://schemas.openxmlformats.org/officeDocument/2006/relationships/tags" Target="../tags/tag147.xml"/><Relationship Id="rId12" Type="http://schemas.openxmlformats.org/officeDocument/2006/relationships/tags" Target="../tags/tag152.xml"/><Relationship Id="rId17" Type="http://schemas.openxmlformats.org/officeDocument/2006/relationships/tags" Target="../tags/tag157.xml"/><Relationship Id="rId25" Type="http://schemas.openxmlformats.org/officeDocument/2006/relationships/tags" Target="../tags/tag165.xml"/><Relationship Id="rId33" Type="http://schemas.openxmlformats.org/officeDocument/2006/relationships/tags" Target="../tags/tag173.xml"/><Relationship Id="rId38" Type="http://schemas.openxmlformats.org/officeDocument/2006/relationships/tags" Target="../tags/tag178.xml"/><Relationship Id="rId46" Type="http://schemas.openxmlformats.org/officeDocument/2006/relationships/tags" Target="../tags/tag186.xml"/><Relationship Id="rId2" Type="http://schemas.openxmlformats.org/officeDocument/2006/relationships/tags" Target="../tags/tag142.xml"/><Relationship Id="rId16" Type="http://schemas.openxmlformats.org/officeDocument/2006/relationships/tags" Target="../tags/tag156.xml"/><Relationship Id="rId20" Type="http://schemas.openxmlformats.org/officeDocument/2006/relationships/tags" Target="../tags/tag160.xml"/><Relationship Id="rId29" Type="http://schemas.openxmlformats.org/officeDocument/2006/relationships/tags" Target="../tags/tag169.xml"/><Relationship Id="rId41" Type="http://schemas.openxmlformats.org/officeDocument/2006/relationships/tags" Target="../tags/tag181.xml"/><Relationship Id="rId1" Type="http://schemas.openxmlformats.org/officeDocument/2006/relationships/tags" Target="../tags/tag141.xml"/><Relationship Id="rId6" Type="http://schemas.openxmlformats.org/officeDocument/2006/relationships/tags" Target="../tags/tag146.xml"/><Relationship Id="rId11" Type="http://schemas.openxmlformats.org/officeDocument/2006/relationships/tags" Target="../tags/tag151.xml"/><Relationship Id="rId24" Type="http://schemas.openxmlformats.org/officeDocument/2006/relationships/tags" Target="../tags/tag164.xml"/><Relationship Id="rId32" Type="http://schemas.openxmlformats.org/officeDocument/2006/relationships/tags" Target="../tags/tag172.xml"/><Relationship Id="rId37" Type="http://schemas.openxmlformats.org/officeDocument/2006/relationships/tags" Target="../tags/tag177.xml"/><Relationship Id="rId40" Type="http://schemas.openxmlformats.org/officeDocument/2006/relationships/tags" Target="../tags/tag180.xml"/><Relationship Id="rId45" Type="http://schemas.openxmlformats.org/officeDocument/2006/relationships/tags" Target="../tags/tag185.xml"/><Relationship Id="rId5" Type="http://schemas.openxmlformats.org/officeDocument/2006/relationships/tags" Target="../tags/tag145.xml"/><Relationship Id="rId15" Type="http://schemas.openxmlformats.org/officeDocument/2006/relationships/tags" Target="../tags/tag155.xml"/><Relationship Id="rId23" Type="http://schemas.openxmlformats.org/officeDocument/2006/relationships/tags" Target="../tags/tag163.xml"/><Relationship Id="rId28" Type="http://schemas.openxmlformats.org/officeDocument/2006/relationships/tags" Target="../tags/tag168.xml"/><Relationship Id="rId36" Type="http://schemas.openxmlformats.org/officeDocument/2006/relationships/tags" Target="../tags/tag176.xml"/><Relationship Id="rId49" Type="http://schemas.openxmlformats.org/officeDocument/2006/relationships/image" Target="../media/image4.jpeg"/><Relationship Id="rId10" Type="http://schemas.openxmlformats.org/officeDocument/2006/relationships/tags" Target="../tags/tag150.xml"/><Relationship Id="rId19" Type="http://schemas.openxmlformats.org/officeDocument/2006/relationships/tags" Target="../tags/tag159.xml"/><Relationship Id="rId31" Type="http://schemas.openxmlformats.org/officeDocument/2006/relationships/tags" Target="../tags/tag171.xml"/><Relationship Id="rId44" Type="http://schemas.openxmlformats.org/officeDocument/2006/relationships/tags" Target="../tags/tag184.xml"/><Relationship Id="rId4" Type="http://schemas.openxmlformats.org/officeDocument/2006/relationships/tags" Target="../tags/tag144.xml"/><Relationship Id="rId9" Type="http://schemas.openxmlformats.org/officeDocument/2006/relationships/tags" Target="../tags/tag149.xml"/><Relationship Id="rId14" Type="http://schemas.openxmlformats.org/officeDocument/2006/relationships/tags" Target="../tags/tag154.xml"/><Relationship Id="rId22" Type="http://schemas.openxmlformats.org/officeDocument/2006/relationships/tags" Target="../tags/tag162.xml"/><Relationship Id="rId27" Type="http://schemas.openxmlformats.org/officeDocument/2006/relationships/tags" Target="../tags/tag167.xml"/><Relationship Id="rId30" Type="http://schemas.openxmlformats.org/officeDocument/2006/relationships/tags" Target="../tags/tag170.xml"/><Relationship Id="rId35" Type="http://schemas.openxmlformats.org/officeDocument/2006/relationships/tags" Target="../tags/tag175.xml"/><Relationship Id="rId43" Type="http://schemas.openxmlformats.org/officeDocument/2006/relationships/tags" Target="../tags/tag183.xml"/><Relationship Id="rId48" Type="http://schemas.openxmlformats.org/officeDocument/2006/relationships/notesSlide" Target="../notesSlides/notesSlide38.xml"/><Relationship Id="rId8" Type="http://schemas.openxmlformats.org/officeDocument/2006/relationships/tags" Target="../tags/tag148.xml"/></Relationships>
</file>

<file path=ppt/slides/_rels/slide47.xml.rels><?xml version="1.0" encoding="UTF-8" standalone="yes"?>
<Relationships xmlns="http://schemas.openxmlformats.org/package/2006/relationships"><Relationship Id="rId13" Type="http://schemas.openxmlformats.org/officeDocument/2006/relationships/tags" Target="../tags/tag199.xml"/><Relationship Id="rId18" Type="http://schemas.openxmlformats.org/officeDocument/2006/relationships/tags" Target="../tags/tag204.xml"/><Relationship Id="rId26" Type="http://schemas.openxmlformats.org/officeDocument/2006/relationships/tags" Target="../tags/tag212.xml"/><Relationship Id="rId39" Type="http://schemas.openxmlformats.org/officeDocument/2006/relationships/tags" Target="../tags/tag225.xml"/><Relationship Id="rId3" Type="http://schemas.openxmlformats.org/officeDocument/2006/relationships/tags" Target="../tags/tag189.xml"/><Relationship Id="rId21" Type="http://schemas.openxmlformats.org/officeDocument/2006/relationships/tags" Target="../tags/tag207.xml"/><Relationship Id="rId34" Type="http://schemas.openxmlformats.org/officeDocument/2006/relationships/tags" Target="../tags/tag220.xml"/><Relationship Id="rId42" Type="http://schemas.openxmlformats.org/officeDocument/2006/relationships/tags" Target="../tags/tag228.xml"/><Relationship Id="rId47" Type="http://schemas.openxmlformats.org/officeDocument/2006/relationships/tags" Target="../tags/tag233.xml"/><Relationship Id="rId50" Type="http://schemas.openxmlformats.org/officeDocument/2006/relationships/slideLayout" Target="../slideLayouts/slideLayout8.xml"/><Relationship Id="rId7" Type="http://schemas.openxmlformats.org/officeDocument/2006/relationships/tags" Target="../tags/tag193.xml"/><Relationship Id="rId12" Type="http://schemas.openxmlformats.org/officeDocument/2006/relationships/tags" Target="../tags/tag198.xml"/><Relationship Id="rId17" Type="http://schemas.openxmlformats.org/officeDocument/2006/relationships/tags" Target="../tags/tag203.xml"/><Relationship Id="rId25" Type="http://schemas.openxmlformats.org/officeDocument/2006/relationships/tags" Target="../tags/tag211.xml"/><Relationship Id="rId33" Type="http://schemas.openxmlformats.org/officeDocument/2006/relationships/tags" Target="../tags/tag219.xml"/><Relationship Id="rId38" Type="http://schemas.openxmlformats.org/officeDocument/2006/relationships/tags" Target="../tags/tag224.xml"/><Relationship Id="rId46" Type="http://schemas.openxmlformats.org/officeDocument/2006/relationships/tags" Target="../tags/tag232.xml"/><Relationship Id="rId2" Type="http://schemas.openxmlformats.org/officeDocument/2006/relationships/tags" Target="../tags/tag188.xml"/><Relationship Id="rId16" Type="http://schemas.openxmlformats.org/officeDocument/2006/relationships/tags" Target="../tags/tag202.xml"/><Relationship Id="rId20" Type="http://schemas.openxmlformats.org/officeDocument/2006/relationships/tags" Target="../tags/tag206.xml"/><Relationship Id="rId29" Type="http://schemas.openxmlformats.org/officeDocument/2006/relationships/tags" Target="../tags/tag215.xml"/><Relationship Id="rId41" Type="http://schemas.openxmlformats.org/officeDocument/2006/relationships/tags" Target="../tags/tag227.xml"/><Relationship Id="rId1" Type="http://schemas.openxmlformats.org/officeDocument/2006/relationships/tags" Target="../tags/tag187.xml"/><Relationship Id="rId6" Type="http://schemas.openxmlformats.org/officeDocument/2006/relationships/tags" Target="../tags/tag192.xml"/><Relationship Id="rId11" Type="http://schemas.openxmlformats.org/officeDocument/2006/relationships/tags" Target="../tags/tag197.xml"/><Relationship Id="rId24" Type="http://schemas.openxmlformats.org/officeDocument/2006/relationships/tags" Target="../tags/tag210.xml"/><Relationship Id="rId32" Type="http://schemas.openxmlformats.org/officeDocument/2006/relationships/tags" Target="../tags/tag218.xml"/><Relationship Id="rId37" Type="http://schemas.openxmlformats.org/officeDocument/2006/relationships/tags" Target="../tags/tag223.xml"/><Relationship Id="rId40" Type="http://schemas.openxmlformats.org/officeDocument/2006/relationships/tags" Target="../tags/tag226.xml"/><Relationship Id="rId45" Type="http://schemas.openxmlformats.org/officeDocument/2006/relationships/tags" Target="../tags/tag231.xml"/><Relationship Id="rId53" Type="http://schemas.openxmlformats.org/officeDocument/2006/relationships/image" Target="../media/image5.emf"/><Relationship Id="rId5" Type="http://schemas.openxmlformats.org/officeDocument/2006/relationships/tags" Target="../tags/tag191.xml"/><Relationship Id="rId15" Type="http://schemas.openxmlformats.org/officeDocument/2006/relationships/tags" Target="../tags/tag201.xml"/><Relationship Id="rId23" Type="http://schemas.openxmlformats.org/officeDocument/2006/relationships/tags" Target="../tags/tag209.xml"/><Relationship Id="rId28" Type="http://schemas.openxmlformats.org/officeDocument/2006/relationships/tags" Target="../tags/tag214.xml"/><Relationship Id="rId36" Type="http://schemas.openxmlformats.org/officeDocument/2006/relationships/tags" Target="../tags/tag222.xml"/><Relationship Id="rId49" Type="http://schemas.openxmlformats.org/officeDocument/2006/relationships/tags" Target="../tags/tag235.xml"/><Relationship Id="rId10" Type="http://schemas.openxmlformats.org/officeDocument/2006/relationships/tags" Target="../tags/tag196.xml"/><Relationship Id="rId19" Type="http://schemas.openxmlformats.org/officeDocument/2006/relationships/tags" Target="../tags/tag205.xml"/><Relationship Id="rId31" Type="http://schemas.openxmlformats.org/officeDocument/2006/relationships/tags" Target="../tags/tag217.xml"/><Relationship Id="rId44" Type="http://schemas.openxmlformats.org/officeDocument/2006/relationships/tags" Target="../tags/tag230.xml"/><Relationship Id="rId52" Type="http://schemas.openxmlformats.org/officeDocument/2006/relationships/image" Target="../media/image4.jpeg"/><Relationship Id="rId4" Type="http://schemas.openxmlformats.org/officeDocument/2006/relationships/tags" Target="../tags/tag190.xml"/><Relationship Id="rId9" Type="http://schemas.openxmlformats.org/officeDocument/2006/relationships/tags" Target="../tags/tag195.xml"/><Relationship Id="rId14" Type="http://schemas.openxmlformats.org/officeDocument/2006/relationships/tags" Target="../tags/tag200.xml"/><Relationship Id="rId22" Type="http://schemas.openxmlformats.org/officeDocument/2006/relationships/tags" Target="../tags/tag208.xml"/><Relationship Id="rId27" Type="http://schemas.openxmlformats.org/officeDocument/2006/relationships/tags" Target="../tags/tag213.xml"/><Relationship Id="rId30" Type="http://schemas.openxmlformats.org/officeDocument/2006/relationships/tags" Target="../tags/tag216.xml"/><Relationship Id="rId35" Type="http://schemas.openxmlformats.org/officeDocument/2006/relationships/tags" Target="../tags/tag221.xml"/><Relationship Id="rId43" Type="http://schemas.openxmlformats.org/officeDocument/2006/relationships/tags" Target="../tags/tag229.xml"/><Relationship Id="rId48" Type="http://schemas.openxmlformats.org/officeDocument/2006/relationships/tags" Target="../tags/tag234.xml"/><Relationship Id="rId8" Type="http://schemas.openxmlformats.org/officeDocument/2006/relationships/tags" Target="../tags/tag194.xml"/><Relationship Id="rId51" Type="http://schemas.openxmlformats.org/officeDocument/2006/relationships/notesSlide" Target="../notesSlides/notesSlide39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tags" Target="../tags/tag243.xml"/><Relationship Id="rId13" Type="http://schemas.openxmlformats.org/officeDocument/2006/relationships/tags" Target="../tags/tag248.xml"/><Relationship Id="rId18" Type="http://schemas.openxmlformats.org/officeDocument/2006/relationships/tags" Target="../tags/tag253.xml"/><Relationship Id="rId26" Type="http://schemas.openxmlformats.org/officeDocument/2006/relationships/tags" Target="../tags/tag261.xml"/><Relationship Id="rId3" Type="http://schemas.openxmlformats.org/officeDocument/2006/relationships/tags" Target="../tags/tag238.xml"/><Relationship Id="rId21" Type="http://schemas.openxmlformats.org/officeDocument/2006/relationships/tags" Target="../tags/tag256.xml"/><Relationship Id="rId34" Type="http://schemas.openxmlformats.org/officeDocument/2006/relationships/notesSlide" Target="../notesSlides/notesSlide40.xml"/><Relationship Id="rId7" Type="http://schemas.openxmlformats.org/officeDocument/2006/relationships/tags" Target="../tags/tag242.xml"/><Relationship Id="rId12" Type="http://schemas.openxmlformats.org/officeDocument/2006/relationships/tags" Target="../tags/tag247.xml"/><Relationship Id="rId17" Type="http://schemas.openxmlformats.org/officeDocument/2006/relationships/tags" Target="../tags/tag252.xml"/><Relationship Id="rId25" Type="http://schemas.openxmlformats.org/officeDocument/2006/relationships/tags" Target="../tags/tag260.xml"/><Relationship Id="rId33" Type="http://schemas.openxmlformats.org/officeDocument/2006/relationships/slideLayout" Target="../slideLayouts/slideLayout8.xml"/><Relationship Id="rId2" Type="http://schemas.openxmlformats.org/officeDocument/2006/relationships/tags" Target="../tags/tag237.xml"/><Relationship Id="rId16" Type="http://schemas.openxmlformats.org/officeDocument/2006/relationships/tags" Target="../tags/tag251.xml"/><Relationship Id="rId20" Type="http://schemas.openxmlformats.org/officeDocument/2006/relationships/tags" Target="../tags/tag255.xml"/><Relationship Id="rId29" Type="http://schemas.openxmlformats.org/officeDocument/2006/relationships/tags" Target="../tags/tag264.xml"/><Relationship Id="rId1" Type="http://schemas.openxmlformats.org/officeDocument/2006/relationships/tags" Target="../tags/tag236.xml"/><Relationship Id="rId6" Type="http://schemas.openxmlformats.org/officeDocument/2006/relationships/tags" Target="../tags/tag241.xml"/><Relationship Id="rId11" Type="http://schemas.openxmlformats.org/officeDocument/2006/relationships/tags" Target="../tags/tag246.xml"/><Relationship Id="rId24" Type="http://schemas.openxmlformats.org/officeDocument/2006/relationships/tags" Target="../tags/tag259.xml"/><Relationship Id="rId32" Type="http://schemas.openxmlformats.org/officeDocument/2006/relationships/tags" Target="../tags/tag267.xml"/><Relationship Id="rId37" Type="http://schemas.openxmlformats.org/officeDocument/2006/relationships/image" Target="../media/image4.jpeg"/><Relationship Id="rId5" Type="http://schemas.openxmlformats.org/officeDocument/2006/relationships/tags" Target="../tags/tag240.xml"/><Relationship Id="rId15" Type="http://schemas.openxmlformats.org/officeDocument/2006/relationships/tags" Target="../tags/tag250.xml"/><Relationship Id="rId23" Type="http://schemas.openxmlformats.org/officeDocument/2006/relationships/tags" Target="../tags/tag258.xml"/><Relationship Id="rId28" Type="http://schemas.openxmlformats.org/officeDocument/2006/relationships/tags" Target="../tags/tag263.xml"/><Relationship Id="rId36" Type="http://schemas.openxmlformats.org/officeDocument/2006/relationships/image" Target="../media/image14.png"/><Relationship Id="rId10" Type="http://schemas.openxmlformats.org/officeDocument/2006/relationships/tags" Target="../tags/tag245.xml"/><Relationship Id="rId19" Type="http://schemas.openxmlformats.org/officeDocument/2006/relationships/tags" Target="../tags/tag254.xml"/><Relationship Id="rId31" Type="http://schemas.openxmlformats.org/officeDocument/2006/relationships/tags" Target="../tags/tag266.xml"/><Relationship Id="rId4" Type="http://schemas.openxmlformats.org/officeDocument/2006/relationships/tags" Target="../tags/tag239.xml"/><Relationship Id="rId9" Type="http://schemas.openxmlformats.org/officeDocument/2006/relationships/tags" Target="../tags/tag244.xml"/><Relationship Id="rId14" Type="http://schemas.openxmlformats.org/officeDocument/2006/relationships/tags" Target="../tags/tag249.xml"/><Relationship Id="rId22" Type="http://schemas.openxmlformats.org/officeDocument/2006/relationships/tags" Target="../tags/tag257.xml"/><Relationship Id="rId27" Type="http://schemas.openxmlformats.org/officeDocument/2006/relationships/tags" Target="../tags/tag262.xml"/><Relationship Id="rId30" Type="http://schemas.openxmlformats.org/officeDocument/2006/relationships/tags" Target="../tags/tag265.xml"/><Relationship Id="rId35" Type="http://schemas.openxmlformats.org/officeDocument/2006/relationships/image" Target="../media/image5.e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tags" Target="../tags/tag275.xml"/><Relationship Id="rId13" Type="http://schemas.openxmlformats.org/officeDocument/2006/relationships/tags" Target="../tags/tag280.xml"/><Relationship Id="rId18" Type="http://schemas.openxmlformats.org/officeDocument/2006/relationships/slideLayout" Target="../slideLayouts/slideLayout9.xml"/><Relationship Id="rId3" Type="http://schemas.openxmlformats.org/officeDocument/2006/relationships/tags" Target="../tags/tag270.xml"/><Relationship Id="rId21" Type="http://schemas.openxmlformats.org/officeDocument/2006/relationships/image" Target="../media/image1.tmp"/><Relationship Id="rId7" Type="http://schemas.openxmlformats.org/officeDocument/2006/relationships/tags" Target="../tags/tag274.xml"/><Relationship Id="rId12" Type="http://schemas.openxmlformats.org/officeDocument/2006/relationships/tags" Target="../tags/tag279.xml"/><Relationship Id="rId17" Type="http://schemas.openxmlformats.org/officeDocument/2006/relationships/tags" Target="../tags/tag284.xml"/><Relationship Id="rId2" Type="http://schemas.openxmlformats.org/officeDocument/2006/relationships/tags" Target="../tags/tag269.xml"/><Relationship Id="rId16" Type="http://schemas.openxmlformats.org/officeDocument/2006/relationships/tags" Target="../tags/tag283.xml"/><Relationship Id="rId20" Type="http://schemas.openxmlformats.org/officeDocument/2006/relationships/image" Target="../media/image15.png"/><Relationship Id="rId1" Type="http://schemas.openxmlformats.org/officeDocument/2006/relationships/tags" Target="../tags/tag268.xml"/><Relationship Id="rId6" Type="http://schemas.openxmlformats.org/officeDocument/2006/relationships/tags" Target="../tags/tag273.xml"/><Relationship Id="rId11" Type="http://schemas.openxmlformats.org/officeDocument/2006/relationships/tags" Target="../tags/tag278.xml"/><Relationship Id="rId5" Type="http://schemas.openxmlformats.org/officeDocument/2006/relationships/tags" Target="../tags/tag272.xml"/><Relationship Id="rId15" Type="http://schemas.openxmlformats.org/officeDocument/2006/relationships/tags" Target="../tags/tag282.xml"/><Relationship Id="rId10" Type="http://schemas.openxmlformats.org/officeDocument/2006/relationships/tags" Target="../tags/tag277.xml"/><Relationship Id="rId19" Type="http://schemas.openxmlformats.org/officeDocument/2006/relationships/tags" Target="../tags/tag269.xml"/><Relationship Id="rId4" Type="http://schemas.openxmlformats.org/officeDocument/2006/relationships/tags" Target="../tags/tag271.xml"/><Relationship Id="rId9" Type="http://schemas.openxmlformats.org/officeDocument/2006/relationships/tags" Target="../tags/tag276.xml"/><Relationship Id="rId14" Type="http://schemas.openxmlformats.org/officeDocument/2006/relationships/tags" Target="../tags/tag281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tags" Target="../tags/tag292.xml"/><Relationship Id="rId13" Type="http://schemas.openxmlformats.org/officeDocument/2006/relationships/tags" Target="../tags/tag297.xml"/><Relationship Id="rId18" Type="http://schemas.openxmlformats.org/officeDocument/2006/relationships/slideLayout" Target="../slideLayouts/slideLayout9.xml"/><Relationship Id="rId26" Type="http://schemas.openxmlformats.org/officeDocument/2006/relationships/image" Target="../media/image19.png"/><Relationship Id="rId3" Type="http://schemas.openxmlformats.org/officeDocument/2006/relationships/tags" Target="../tags/tag287.xml"/><Relationship Id="rId21" Type="http://schemas.openxmlformats.org/officeDocument/2006/relationships/tags" Target="../tags/tag288.xml"/><Relationship Id="rId7" Type="http://schemas.openxmlformats.org/officeDocument/2006/relationships/tags" Target="../tags/tag291.xml"/><Relationship Id="rId12" Type="http://schemas.openxmlformats.org/officeDocument/2006/relationships/tags" Target="../tags/tag296.xml"/><Relationship Id="rId17" Type="http://schemas.openxmlformats.org/officeDocument/2006/relationships/tags" Target="../tags/tag301.xml"/><Relationship Id="rId25" Type="http://schemas.openxmlformats.org/officeDocument/2006/relationships/tags" Target="../tags/tag290.xml"/><Relationship Id="rId2" Type="http://schemas.openxmlformats.org/officeDocument/2006/relationships/tags" Target="../tags/tag286.xml"/><Relationship Id="rId16" Type="http://schemas.openxmlformats.org/officeDocument/2006/relationships/tags" Target="../tags/tag300.xml"/><Relationship Id="rId20" Type="http://schemas.openxmlformats.org/officeDocument/2006/relationships/image" Target="../media/image16.png"/><Relationship Id="rId1" Type="http://schemas.openxmlformats.org/officeDocument/2006/relationships/tags" Target="../tags/tag285.xml"/><Relationship Id="rId6" Type="http://schemas.openxmlformats.org/officeDocument/2006/relationships/tags" Target="../tags/tag290.xml"/><Relationship Id="rId11" Type="http://schemas.openxmlformats.org/officeDocument/2006/relationships/tags" Target="../tags/tag295.xml"/><Relationship Id="rId24" Type="http://schemas.openxmlformats.org/officeDocument/2006/relationships/image" Target="../media/image18.png"/><Relationship Id="rId5" Type="http://schemas.openxmlformats.org/officeDocument/2006/relationships/tags" Target="../tags/tag289.xml"/><Relationship Id="rId15" Type="http://schemas.openxmlformats.org/officeDocument/2006/relationships/tags" Target="../tags/tag299.xml"/><Relationship Id="rId23" Type="http://schemas.openxmlformats.org/officeDocument/2006/relationships/tags" Target="../tags/tag289.xml"/><Relationship Id="rId10" Type="http://schemas.openxmlformats.org/officeDocument/2006/relationships/tags" Target="../tags/tag294.xml"/><Relationship Id="rId19" Type="http://schemas.openxmlformats.org/officeDocument/2006/relationships/tags" Target="../tags/tag287.xml"/><Relationship Id="rId4" Type="http://schemas.openxmlformats.org/officeDocument/2006/relationships/tags" Target="../tags/tag288.xml"/><Relationship Id="rId9" Type="http://schemas.openxmlformats.org/officeDocument/2006/relationships/tags" Target="../tags/tag293.xml"/><Relationship Id="rId14" Type="http://schemas.openxmlformats.org/officeDocument/2006/relationships/tags" Target="../tags/tag298.xml"/><Relationship Id="rId22" Type="http://schemas.openxmlformats.org/officeDocument/2006/relationships/image" Target="../media/image17.png"/><Relationship Id="rId27" Type="http://schemas.openxmlformats.org/officeDocument/2006/relationships/image" Target="../media/image1.tmp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tags" Target="../tags/tag309.xml"/><Relationship Id="rId13" Type="http://schemas.openxmlformats.org/officeDocument/2006/relationships/tags" Target="../tags/tag314.xml"/><Relationship Id="rId18" Type="http://schemas.openxmlformats.org/officeDocument/2006/relationships/slideLayout" Target="../slideLayouts/slideLayout9.xml"/><Relationship Id="rId3" Type="http://schemas.openxmlformats.org/officeDocument/2006/relationships/tags" Target="../tags/tag304.xml"/><Relationship Id="rId7" Type="http://schemas.openxmlformats.org/officeDocument/2006/relationships/tags" Target="../tags/tag308.xml"/><Relationship Id="rId12" Type="http://schemas.openxmlformats.org/officeDocument/2006/relationships/tags" Target="../tags/tag313.xml"/><Relationship Id="rId17" Type="http://schemas.openxmlformats.org/officeDocument/2006/relationships/tags" Target="../tags/tag318.xml"/><Relationship Id="rId2" Type="http://schemas.openxmlformats.org/officeDocument/2006/relationships/tags" Target="../tags/tag303.xml"/><Relationship Id="rId16" Type="http://schemas.openxmlformats.org/officeDocument/2006/relationships/tags" Target="../tags/tag317.xml"/><Relationship Id="rId1" Type="http://schemas.openxmlformats.org/officeDocument/2006/relationships/tags" Target="../tags/tag302.xml"/><Relationship Id="rId6" Type="http://schemas.openxmlformats.org/officeDocument/2006/relationships/tags" Target="../tags/tag307.xml"/><Relationship Id="rId11" Type="http://schemas.openxmlformats.org/officeDocument/2006/relationships/tags" Target="../tags/tag312.xml"/><Relationship Id="rId5" Type="http://schemas.openxmlformats.org/officeDocument/2006/relationships/tags" Target="../tags/tag306.xml"/><Relationship Id="rId15" Type="http://schemas.openxmlformats.org/officeDocument/2006/relationships/tags" Target="../tags/tag316.xml"/><Relationship Id="rId10" Type="http://schemas.openxmlformats.org/officeDocument/2006/relationships/tags" Target="../tags/tag311.xml"/><Relationship Id="rId19" Type="http://schemas.openxmlformats.org/officeDocument/2006/relationships/image" Target="../media/image1.tmp"/><Relationship Id="rId4" Type="http://schemas.openxmlformats.org/officeDocument/2006/relationships/tags" Target="../tags/tag305.xml"/><Relationship Id="rId9" Type="http://schemas.openxmlformats.org/officeDocument/2006/relationships/tags" Target="../tags/tag310.xml"/><Relationship Id="rId14" Type="http://schemas.openxmlformats.org/officeDocument/2006/relationships/tags" Target="../tags/tag3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6032" y="374854"/>
            <a:ext cx="8631936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5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5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章 传感器网络的</a:t>
            </a:r>
            <a:br>
              <a:rPr lang="en-US" altLang="zh-CN" sz="5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5400" b="1" dirty="0">
                <a:solidFill>
                  <a:schemeClr val="tx1"/>
                </a:solidFill>
                <a:effectLst/>
              </a:rPr>
              <a:t>协议架构及关键技术</a:t>
            </a:r>
            <a:endParaRPr lang="zh-CN" altLang="en-US" sz="32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1743" y="1924590"/>
            <a:ext cx="8080513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3600" b="1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OSI</a:t>
            </a:r>
            <a:r>
              <a:rPr lang="zh-CN" altLang="en-US" sz="3600" b="1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七层模型介绍</a:t>
            </a:r>
            <a:endParaRPr lang="en-US" altLang="zh-CN" sz="3600" b="1" spc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3600" b="1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zh-CN" altLang="en-US" sz="3600" b="1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物理层协议</a:t>
            </a:r>
            <a:endParaRPr lang="en-US" altLang="zh-CN" sz="3600" b="1" spc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3600" b="1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 </a:t>
            </a:r>
            <a:r>
              <a:rPr lang="zh-CN" altLang="en-US" sz="3600" b="1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数据链路层协议</a:t>
            </a:r>
            <a:endParaRPr lang="en-US" altLang="zh-CN" sz="3600" b="1" spc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3600" b="1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2.4 </a:t>
            </a:r>
            <a:r>
              <a:rPr lang="zh-CN" altLang="en-US" sz="3600" b="1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网络层协议</a:t>
            </a:r>
            <a:endParaRPr lang="en-US" altLang="zh-CN" sz="3600" b="1" spc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3600" b="1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2.5 </a:t>
            </a:r>
            <a:r>
              <a:rPr lang="zh-CN" altLang="en-US" sz="3600" b="1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传输层协议</a:t>
            </a:r>
            <a:endParaRPr lang="en-US" altLang="zh-CN" sz="3600" b="1" spc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3600" b="1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2.6 </a:t>
            </a:r>
            <a:r>
              <a:rPr lang="zh-CN" altLang="en-US" sz="3600" b="1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总结</a:t>
            </a:r>
            <a:endParaRPr lang="en-US" altLang="zh-CN" sz="3600" b="1" spc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504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6032" y="374854"/>
            <a:ext cx="8631936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5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5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章 传感器网络的</a:t>
            </a:r>
            <a:br>
              <a:rPr lang="en-US" altLang="zh-CN" sz="5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5400" b="1" dirty="0">
                <a:solidFill>
                  <a:schemeClr val="tx1"/>
                </a:solidFill>
                <a:effectLst/>
              </a:rPr>
              <a:t>协议架构及关键技术</a:t>
            </a:r>
            <a:endParaRPr lang="zh-CN" altLang="en-US" sz="32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1743" y="1924590"/>
            <a:ext cx="8080513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3600" b="1" spc="3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OSI</a:t>
            </a:r>
            <a:r>
              <a:rPr lang="zh-CN" altLang="en-US" sz="3600" b="1" spc="3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七层模型介绍</a:t>
            </a:r>
            <a:endParaRPr lang="en-US" altLang="zh-CN" sz="3600" b="1" spc="300" dirty="0">
              <a:solidFill>
                <a:schemeClr val="accent3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3600" b="1" spc="3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zh-CN" altLang="en-US" sz="3600" b="1" spc="3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物理层协议</a:t>
            </a:r>
            <a:endParaRPr lang="en-US" altLang="zh-CN" sz="3600" b="1" spc="3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3600" b="1" spc="3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 </a:t>
            </a:r>
            <a:r>
              <a:rPr lang="zh-CN" altLang="en-US" sz="3600" b="1" spc="3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数据链路层协议</a:t>
            </a:r>
            <a:endParaRPr lang="en-US" altLang="zh-CN" sz="3600" b="1" spc="300" dirty="0">
              <a:solidFill>
                <a:schemeClr val="accent3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3600" b="1" spc="3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2.4 </a:t>
            </a:r>
            <a:r>
              <a:rPr lang="zh-CN" altLang="en-US" sz="3600" b="1" spc="3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网络层协议</a:t>
            </a:r>
            <a:endParaRPr lang="en-US" altLang="zh-CN" sz="3600" b="1" spc="300" dirty="0">
              <a:solidFill>
                <a:schemeClr val="accent3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3600" b="1" spc="3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2.5 </a:t>
            </a:r>
            <a:r>
              <a:rPr lang="zh-CN" altLang="en-US" sz="3600" b="1" spc="3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传输层协议</a:t>
            </a:r>
            <a:endParaRPr lang="en-US" altLang="zh-CN" sz="3600" b="1" spc="300" dirty="0">
              <a:solidFill>
                <a:schemeClr val="accent3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3600" b="1" spc="3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2.6 </a:t>
            </a:r>
            <a:r>
              <a:rPr lang="zh-CN" altLang="en-US" sz="3600" b="1" spc="3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总结</a:t>
            </a:r>
            <a:endParaRPr lang="en-US" altLang="zh-CN" sz="3600" b="1" spc="300" dirty="0">
              <a:solidFill>
                <a:schemeClr val="accent3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3151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4553" y="0"/>
            <a:ext cx="4455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2375" y="693208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传感器网络物理层协议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C12E65-0C92-49E3-BC69-A7644720B417}"/>
              </a:ext>
            </a:extLst>
          </p:cNvPr>
          <p:cNvSpPr txBox="1"/>
          <p:nvPr/>
        </p:nvSpPr>
        <p:spPr>
          <a:xfrm>
            <a:off x="382723" y="1522820"/>
            <a:ext cx="6084277" cy="5078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为数据终端设备提供透明传送数据的通路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传输数据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具备一定的管理能力：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评估信道状态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能量检测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收发管理和物理层属性管理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传输信道分配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信源编码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信道编码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数据调制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95AAB7-8374-46E1-89AB-A696789A9A06}"/>
              </a:ext>
            </a:extLst>
          </p:cNvPr>
          <p:cNvSpPr txBox="1"/>
          <p:nvPr/>
        </p:nvSpPr>
        <p:spPr>
          <a:xfrm>
            <a:off x="7458923" y="-22728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物理层协议</a:t>
            </a:r>
          </a:p>
        </p:txBody>
      </p:sp>
    </p:spTree>
    <p:extLst>
      <p:ext uri="{BB962C8B-B14F-4D97-AF65-F5344CB8AC3E}">
        <p14:creationId xmlns:p14="http://schemas.microsoft.com/office/powerpoint/2010/main" val="2042547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4553" y="0"/>
            <a:ext cx="4455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2375" y="693208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传感器网络物理层协议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C12E65-0C92-49E3-BC69-A7644720B417}"/>
              </a:ext>
            </a:extLst>
          </p:cNvPr>
          <p:cNvSpPr txBox="1"/>
          <p:nvPr/>
        </p:nvSpPr>
        <p:spPr>
          <a:xfrm>
            <a:off x="382723" y="1522820"/>
            <a:ext cx="6084277" cy="5078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为数据终端设备提供透明传送数据的通路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传输数据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具备一定的管理能力：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评估信道状态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能量检测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收发管理和物理层属性管理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传输信道分配</a:t>
            </a:r>
            <a:endParaRPr lang="en-US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28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信源编码</a:t>
            </a:r>
            <a:r>
              <a:rPr lang="en-US" altLang="zh-CN" sz="28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28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信道编码</a:t>
            </a:r>
            <a:endParaRPr lang="en-US" altLang="zh-CN" sz="28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28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数据调制</a:t>
            </a:r>
            <a:endParaRPr lang="en-US" altLang="zh-CN" sz="28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72D1F80-99DC-4298-B177-C0894C2CE2D9}"/>
              </a:ext>
            </a:extLst>
          </p:cNvPr>
          <p:cNvSpPr txBox="1"/>
          <p:nvPr/>
        </p:nvSpPr>
        <p:spPr>
          <a:xfrm>
            <a:off x="7458923" y="-22728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物理层协议</a:t>
            </a:r>
          </a:p>
        </p:txBody>
      </p:sp>
    </p:spTree>
    <p:extLst>
      <p:ext uri="{BB962C8B-B14F-4D97-AF65-F5344CB8AC3E}">
        <p14:creationId xmlns:p14="http://schemas.microsoft.com/office/powerpoint/2010/main" val="3974595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2375" y="693208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典型的通信传输系统结构图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28A6FD4-F112-408C-860C-853191163BE7}"/>
              </a:ext>
            </a:extLst>
          </p:cNvPr>
          <p:cNvSpPr/>
          <p:nvPr/>
        </p:nvSpPr>
        <p:spPr>
          <a:xfrm>
            <a:off x="2104031" y="2038065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信源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F0AB13-C34F-4922-8AC6-C69E01F85D2B}"/>
              </a:ext>
            </a:extLst>
          </p:cNvPr>
          <p:cNvSpPr/>
          <p:nvPr/>
        </p:nvSpPr>
        <p:spPr>
          <a:xfrm>
            <a:off x="395786" y="2038064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信源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A3AE77-A275-4E4D-86BF-94126D7127A2}"/>
              </a:ext>
            </a:extLst>
          </p:cNvPr>
          <p:cNvSpPr/>
          <p:nvPr/>
        </p:nvSpPr>
        <p:spPr>
          <a:xfrm>
            <a:off x="3812276" y="2038064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信道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BA2BF23-401A-44F0-A844-9BA78B30044B}"/>
              </a:ext>
            </a:extLst>
          </p:cNvPr>
          <p:cNvSpPr/>
          <p:nvPr/>
        </p:nvSpPr>
        <p:spPr>
          <a:xfrm>
            <a:off x="5520521" y="2038064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载波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7C791ED-AF98-4321-BA53-6E60F9A03931}"/>
              </a:ext>
            </a:extLst>
          </p:cNvPr>
          <p:cNvSpPr/>
          <p:nvPr/>
        </p:nvSpPr>
        <p:spPr>
          <a:xfrm>
            <a:off x="7237863" y="2038063"/>
            <a:ext cx="1110018" cy="353477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道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E3F287-E471-426A-86A9-E1542635274B}"/>
              </a:ext>
            </a:extLst>
          </p:cNvPr>
          <p:cNvSpPr/>
          <p:nvPr/>
        </p:nvSpPr>
        <p:spPr>
          <a:xfrm>
            <a:off x="5520521" y="4760793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解调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F63C648-2AD9-4407-B5F8-F5422BD275C4}"/>
              </a:ext>
            </a:extLst>
          </p:cNvPr>
          <p:cNvSpPr/>
          <p:nvPr/>
        </p:nvSpPr>
        <p:spPr>
          <a:xfrm>
            <a:off x="3812276" y="4760793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信道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44F40C-CECE-4C0F-9234-91EAFFF0614F}"/>
              </a:ext>
            </a:extLst>
          </p:cNvPr>
          <p:cNvSpPr/>
          <p:nvPr/>
        </p:nvSpPr>
        <p:spPr>
          <a:xfrm>
            <a:off x="2104031" y="4760792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信源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1C95CFC-FC08-4653-9DE4-5CCAA9CD6CF6}"/>
              </a:ext>
            </a:extLst>
          </p:cNvPr>
          <p:cNvSpPr/>
          <p:nvPr/>
        </p:nvSpPr>
        <p:spPr>
          <a:xfrm>
            <a:off x="395786" y="4760791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信宿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1169D86-8086-479B-BE04-3FA2AADE9486}"/>
              </a:ext>
            </a:extLst>
          </p:cNvPr>
          <p:cNvCxnSpPr>
            <a:stCxn id="11" idx="3"/>
            <a:endCxn id="9" idx="1"/>
          </p:cNvCxnSpPr>
          <p:nvPr/>
        </p:nvCxnSpPr>
        <p:spPr>
          <a:xfrm>
            <a:off x="1505804" y="2433850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EB9BBF5B-7D4D-46BC-AFD2-9EE8E5C77E0A}"/>
              </a:ext>
            </a:extLst>
          </p:cNvPr>
          <p:cNvCxnSpPr/>
          <p:nvPr/>
        </p:nvCxnSpPr>
        <p:spPr>
          <a:xfrm>
            <a:off x="3214049" y="2440672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7C82511E-12F9-46F5-9166-D351CAF726D9}"/>
              </a:ext>
            </a:extLst>
          </p:cNvPr>
          <p:cNvCxnSpPr/>
          <p:nvPr/>
        </p:nvCxnSpPr>
        <p:spPr>
          <a:xfrm>
            <a:off x="4922294" y="2440672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C673E60-F595-4038-A53D-462AE6C09937}"/>
              </a:ext>
            </a:extLst>
          </p:cNvPr>
          <p:cNvCxnSpPr/>
          <p:nvPr/>
        </p:nvCxnSpPr>
        <p:spPr>
          <a:xfrm>
            <a:off x="6630539" y="2433848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DC5B870-E7FD-4753-9273-E61FF1923CEB}"/>
              </a:ext>
            </a:extLst>
          </p:cNvPr>
          <p:cNvCxnSpPr/>
          <p:nvPr/>
        </p:nvCxnSpPr>
        <p:spPr>
          <a:xfrm>
            <a:off x="6639636" y="5156575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ABA59447-BA2B-482A-8B38-BED2223A5C7A}"/>
              </a:ext>
            </a:extLst>
          </p:cNvPr>
          <p:cNvCxnSpPr/>
          <p:nvPr/>
        </p:nvCxnSpPr>
        <p:spPr>
          <a:xfrm>
            <a:off x="4913197" y="5156574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49E30702-7E9E-4B20-ACF4-F35D15CE2AD7}"/>
              </a:ext>
            </a:extLst>
          </p:cNvPr>
          <p:cNvCxnSpPr/>
          <p:nvPr/>
        </p:nvCxnSpPr>
        <p:spPr>
          <a:xfrm>
            <a:off x="3223146" y="5156573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9E60412B-C5DE-4BB5-8464-AAA3A0284445}"/>
              </a:ext>
            </a:extLst>
          </p:cNvPr>
          <p:cNvCxnSpPr/>
          <p:nvPr/>
        </p:nvCxnSpPr>
        <p:spPr>
          <a:xfrm>
            <a:off x="1494430" y="5156572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69D84A6F-DB9D-4932-AFE9-887C4D097D9B}"/>
              </a:ext>
            </a:extLst>
          </p:cNvPr>
          <p:cNvCxnSpPr>
            <a:cxnSpLocks/>
          </p:cNvCxnSpPr>
          <p:nvPr/>
        </p:nvCxnSpPr>
        <p:spPr>
          <a:xfrm>
            <a:off x="953067" y="2955876"/>
            <a:ext cx="0" cy="1699145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1228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2375" y="693208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典型的通信传输系统结构图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28A6FD4-F112-408C-860C-853191163BE7}"/>
              </a:ext>
            </a:extLst>
          </p:cNvPr>
          <p:cNvSpPr/>
          <p:nvPr/>
        </p:nvSpPr>
        <p:spPr>
          <a:xfrm>
            <a:off x="2104031" y="2038065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信源</a:t>
            </a:r>
            <a:endParaRPr lang="en-US" altLang="zh-CN" sz="2400" b="1" dirty="0">
              <a:solidFill>
                <a:schemeClr val="accent3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F0AB13-C34F-4922-8AC6-C69E01F85D2B}"/>
              </a:ext>
            </a:extLst>
          </p:cNvPr>
          <p:cNvSpPr/>
          <p:nvPr/>
        </p:nvSpPr>
        <p:spPr>
          <a:xfrm>
            <a:off x="395786" y="2038064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信源</a:t>
            </a:r>
            <a:endParaRPr lang="en-US" altLang="zh-CN" sz="2400" b="1" dirty="0">
              <a:solidFill>
                <a:schemeClr val="accent3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A3AE77-A275-4E4D-86BF-94126D7127A2}"/>
              </a:ext>
            </a:extLst>
          </p:cNvPr>
          <p:cNvSpPr/>
          <p:nvPr/>
        </p:nvSpPr>
        <p:spPr>
          <a:xfrm>
            <a:off x="3812276" y="2038064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信道</a:t>
            </a:r>
            <a:endParaRPr lang="en-US" altLang="zh-CN" sz="2400" b="1" dirty="0">
              <a:solidFill>
                <a:schemeClr val="accent3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BA2BF23-401A-44F0-A844-9BA78B30044B}"/>
              </a:ext>
            </a:extLst>
          </p:cNvPr>
          <p:cNvSpPr/>
          <p:nvPr/>
        </p:nvSpPr>
        <p:spPr>
          <a:xfrm>
            <a:off x="5520521" y="2038064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载波</a:t>
            </a:r>
            <a:endParaRPr lang="en-US" altLang="zh-CN" sz="2400" b="1" dirty="0">
              <a:solidFill>
                <a:schemeClr val="accent3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7C791ED-AF98-4321-BA53-6E60F9A03931}"/>
              </a:ext>
            </a:extLst>
          </p:cNvPr>
          <p:cNvSpPr/>
          <p:nvPr/>
        </p:nvSpPr>
        <p:spPr>
          <a:xfrm>
            <a:off x="7237863" y="2038063"/>
            <a:ext cx="1110018" cy="353477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道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E3F287-E471-426A-86A9-E1542635274B}"/>
              </a:ext>
            </a:extLst>
          </p:cNvPr>
          <p:cNvSpPr/>
          <p:nvPr/>
        </p:nvSpPr>
        <p:spPr>
          <a:xfrm>
            <a:off x="5520521" y="4760793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</a:t>
            </a:r>
            <a:endParaRPr lang="en-US" altLang="zh-CN" sz="2400" b="1" dirty="0">
              <a:solidFill>
                <a:schemeClr val="accent3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解调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F63C648-2AD9-4407-B5F8-F5422BD275C4}"/>
              </a:ext>
            </a:extLst>
          </p:cNvPr>
          <p:cNvSpPr/>
          <p:nvPr/>
        </p:nvSpPr>
        <p:spPr>
          <a:xfrm>
            <a:off x="3812276" y="4760793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信道</a:t>
            </a:r>
            <a:endParaRPr lang="en-US" altLang="zh-CN" sz="2400" b="1" dirty="0">
              <a:solidFill>
                <a:schemeClr val="accent3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44F40C-CECE-4C0F-9234-91EAFFF0614F}"/>
              </a:ext>
            </a:extLst>
          </p:cNvPr>
          <p:cNvSpPr/>
          <p:nvPr/>
        </p:nvSpPr>
        <p:spPr>
          <a:xfrm>
            <a:off x="2104031" y="4760792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信源</a:t>
            </a:r>
            <a:endParaRPr lang="en-US" altLang="zh-CN" sz="2400" b="1" dirty="0">
              <a:solidFill>
                <a:schemeClr val="accent3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1C95CFC-FC08-4653-9DE4-5CCAA9CD6CF6}"/>
              </a:ext>
            </a:extLst>
          </p:cNvPr>
          <p:cNvSpPr/>
          <p:nvPr/>
        </p:nvSpPr>
        <p:spPr>
          <a:xfrm>
            <a:off x="395786" y="4760791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信宿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1169D86-8086-479B-BE04-3FA2AADE9486}"/>
              </a:ext>
            </a:extLst>
          </p:cNvPr>
          <p:cNvCxnSpPr>
            <a:stCxn id="11" idx="3"/>
            <a:endCxn id="9" idx="1"/>
          </p:cNvCxnSpPr>
          <p:nvPr/>
        </p:nvCxnSpPr>
        <p:spPr>
          <a:xfrm>
            <a:off x="1505804" y="2433850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EB9BBF5B-7D4D-46BC-AFD2-9EE8E5C77E0A}"/>
              </a:ext>
            </a:extLst>
          </p:cNvPr>
          <p:cNvCxnSpPr/>
          <p:nvPr/>
        </p:nvCxnSpPr>
        <p:spPr>
          <a:xfrm>
            <a:off x="3214049" y="2440672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7C82511E-12F9-46F5-9166-D351CAF726D9}"/>
              </a:ext>
            </a:extLst>
          </p:cNvPr>
          <p:cNvCxnSpPr/>
          <p:nvPr/>
        </p:nvCxnSpPr>
        <p:spPr>
          <a:xfrm>
            <a:off x="4922294" y="2440672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C673E60-F595-4038-A53D-462AE6C09937}"/>
              </a:ext>
            </a:extLst>
          </p:cNvPr>
          <p:cNvCxnSpPr/>
          <p:nvPr/>
        </p:nvCxnSpPr>
        <p:spPr>
          <a:xfrm>
            <a:off x="6630539" y="2433848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DC5B870-E7FD-4753-9273-E61FF1923CEB}"/>
              </a:ext>
            </a:extLst>
          </p:cNvPr>
          <p:cNvCxnSpPr/>
          <p:nvPr/>
        </p:nvCxnSpPr>
        <p:spPr>
          <a:xfrm>
            <a:off x="6639636" y="5156575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ABA59447-BA2B-482A-8B38-BED2223A5C7A}"/>
              </a:ext>
            </a:extLst>
          </p:cNvPr>
          <p:cNvCxnSpPr/>
          <p:nvPr/>
        </p:nvCxnSpPr>
        <p:spPr>
          <a:xfrm>
            <a:off x="4913197" y="5156574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49E30702-7E9E-4B20-ACF4-F35D15CE2AD7}"/>
              </a:ext>
            </a:extLst>
          </p:cNvPr>
          <p:cNvCxnSpPr/>
          <p:nvPr/>
        </p:nvCxnSpPr>
        <p:spPr>
          <a:xfrm>
            <a:off x="3223146" y="5156573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9E60412B-C5DE-4BB5-8464-AAA3A0284445}"/>
              </a:ext>
            </a:extLst>
          </p:cNvPr>
          <p:cNvCxnSpPr/>
          <p:nvPr/>
        </p:nvCxnSpPr>
        <p:spPr>
          <a:xfrm>
            <a:off x="1494430" y="5156572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9101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2375" y="693208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一、传输媒介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C12E65-0C92-49E3-BC69-A7644720B417}"/>
              </a:ext>
            </a:extLst>
          </p:cNvPr>
          <p:cNvSpPr txBox="1"/>
          <p:nvPr/>
        </p:nvSpPr>
        <p:spPr>
          <a:xfrm>
            <a:off x="395135" y="1522820"/>
            <a:ext cx="8322697" cy="4366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有线传输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无线传输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声波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在空气中传输速度慢，衰减严重，干扰大，常用作水下通信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电磁波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无线电波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红外线传输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光波传输 （可见光通信）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52B10B8-5577-40A9-8BCC-48C0EFA86BAF}"/>
              </a:ext>
            </a:extLst>
          </p:cNvPr>
          <p:cNvSpPr txBox="1"/>
          <p:nvPr/>
        </p:nvSpPr>
        <p:spPr>
          <a:xfrm>
            <a:off x="2082569" y="1522820"/>
            <a:ext cx="2526669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有线通信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3AA4D8-8635-4C47-83D3-FA280DB475F0}"/>
              </a:ext>
            </a:extLst>
          </p:cNvPr>
          <p:cNvSpPr txBox="1"/>
          <p:nvPr/>
        </p:nvSpPr>
        <p:spPr>
          <a:xfrm>
            <a:off x="2082569" y="2017789"/>
            <a:ext cx="2526669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无线通信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思想气泡: 云 4">
            <a:extLst>
              <a:ext uri="{FF2B5EF4-FFF2-40B4-BE49-F238E27FC236}">
                <a16:creationId xmlns:a16="http://schemas.microsoft.com/office/drawing/2014/main" id="{A527DE9A-ADE6-4210-97C5-2450226D9938}"/>
              </a:ext>
            </a:extLst>
          </p:cNvPr>
          <p:cNvSpPr/>
          <p:nvPr/>
        </p:nvSpPr>
        <p:spPr>
          <a:xfrm>
            <a:off x="4840941" y="3719725"/>
            <a:ext cx="3032829" cy="1472907"/>
          </a:xfrm>
          <a:prstGeom prst="cloudCallout">
            <a:avLst>
              <a:gd name="adj1" fmla="val -71817"/>
              <a:gd name="adj2" fmla="val -127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电磁波传输特性受到 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频率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影响</a:t>
            </a:r>
          </a:p>
        </p:txBody>
      </p:sp>
    </p:spTree>
    <p:extLst>
      <p:ext uri="{BB962C8B-B14F-4D97-AF65-F5344CB8AC3E}">
        <p14:creationId xmlns:p14="http://schemas.microsoft.com/office/powerpoint/2010/main" val="3249147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6" grpId="0"/>
      <p:bldP spid="9" grpId="0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2375" y="693208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频段选择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C12E65-0C92-49E3-BC69-A7644720B417}"/>
              </a:ext>
            </a:extLst>
          </p:cNvPr>
          <p:cNvSpPr txBox="1"/>
          <p:nvPr/>
        </p:nvSpPr>
        <p:spPr>
          <a:xfrm>
            <a:off x="354361" y="3894345"/>
            <a:ext cx="2548232" cy="2926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频率越低：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传播损耗越小</a:t>
            </a:r>
            <a:endParaRPr lang="en-US" altLang="zh-CN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覆盖距离越广</a:t>
            </a:r>
            <a:endParaRPr lang="en-US" altLang="zh-CN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绕射能力越强</a:t>
            </a:r>
            <a:endParaRPr lang="en-US" altLang="zh-CN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资源越紧张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系统容量越低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1EDF084-1BD4-4399-8E13-2BE134C6DA9C}"/>
              </a:ext>
            </a:extLst>
          </p:cNvPr>
          <p:cNvSpPr txBox="1"/>
          <p:nvPr/>
        </p:nvSpPr>
        <p:spPr>
          <a:xfrm>
            <a:off x="5224168" y="3869354"/>
            <a:ext cx="3392117" cy="2926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频率越高：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资源越丰富</a:t>
            </a:r>
            <a:endParaRPr lang="en-US" altLang="zh-CN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系统容量越大</a:t>
            </a:r>
            <a:endParaRPr lang="en-US" altLang="zh-CN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传输损耗大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覆盖距离近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技术难度大成本高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79E6EB3B-369D-44FF-9E6C-32D317A527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400134"/>
              </p:ext>
            </p:extLst>
          </p:nvPr>
        </p:nvGraphicFramePr>
        <p:xfrm>
          <a:off x="194552" y="1303954"/>
          <a:ext cx="8817521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8003">
                  <a:extLst>
                    <a:ext uri="{9D8B030D-6E8A-4147-A177-3AD203B41FA5}">
                      <a16:colId xmlns:a16="http://schemas.microsoft.com/office/drawing/2014/main" val="701761975"/>
                    </a:ext>
                  </a:extLst>
                </a:gridCol>
                <a:gridCol w="968991">
                  <a:extLst>
                    <a:ext uri="{9D8B030D-6E8A-4147-A177-3AD203B41FA5}">
                      <a16:colId xmlns:a16="http://schemas.microsoft.com/office/drawing/2014/main" val="404796420"/>
                    </a:ext>
                  </a:extLst>
                </a:gridCol>
                <a:gridCol w="1096370">
                  <a:extLst>
                    <a:ext uri="{9D8B030D-6E8A-4147-A177-3AD203B41FA5}">
                      <a16:colId xmlns:a16="http://schemas.microsoft.com/office/drawing/2014/main" val="3767149628"/>
                    </a:ext>
                  </a:extLst>
                </a:gridCol>
                <a:gridCol w="918950">
                  <a:extLst>
                    <a:ext uri="{9D8B030D-6E8A-4147-A177-3AD203B41FA5}">
                      <a16:colId xmlns:a16="http://schemas.microsoft.com/office/drawing/2014/main" val="1828564441"/>
                    </a:ext>
                  </a:extLst>
                </a:gridCol>
                <a:gridCol w="1009934">
                  <a:extLst>
                    <a:ext uri="{9D8B030D-6E8A-4147-A177-3AD203B41FA5}">
                      <a16:colId xmlns:a16="http://schemas.microsoft.com/office/drawing/2014/main" val="3605001972"/>
                    </a:ext>
                  </a:extLst>
                </a:gridCol>
                <a:gridCol w="1173707">
                  <a:extLst>
                    <a:ext uri="{9D8B030D-6E8A-4147-A177-3AD203B41FA5}">
                      <a16:colId xmlns:a16="http://schemas.microsoft.com/office/drawing/2014/main" val="1250643166"/>
                    </a:ext>
                  </a:extLst>
                </a:gridCol>
                <a:gridCol w="900753">
                  <a:extLst>
                    <a:ext uri="{9D8B030D-6E8A-4147-A177-3AD203B41FA5}">
                      <a16:colId xmlns:a16="http://schemas.microsoft.com/office/drawing/2014/main" val="1291580249"/>
                    </a:ext>
                  </a:extLst>
                </a:gridCol>
                <a:gridCol w="950794">
                  <a:extLst>
                    <a:ext uri="{9D8B030D-6E8A-4147-A177-3AD203B41FA5}">
                      <a16:colId xmlns:a16="http://schemas.microsoft.com/office/drawing/2014/main" val="2614196407"/>
                    </a:ext>
                  </a:extLst>
                </a:gridCol>
                <a:gridCol w="1110019">
                  <a:extLst>
                    <a:ext uri="{9D8B030D-6E8A-4147-A177-3AD203B41FA5}">
                      <a16:colId xmlns:a16="http://schemas.microsoft.com/office/drawing/2014/main" val="2035475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甚低频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VLF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低频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LF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中频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MF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高频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HF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甚高频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VHF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超高频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UHF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特高频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SHF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极高频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EHF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3486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频段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3-30 kHz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30-300kHz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0.3-3MHz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3-30MHz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30-300MHz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0.3-3GHz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3-30GHz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30-300GHz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9234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波段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超长波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长波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短波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米波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分米波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厘米波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毫米波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4179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波长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10-100km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1-10km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100m-1km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10-</a:t>
                      </a:r>
                    </a:p>
                    <a:p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100m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1-10m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10cm-1m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1-10cm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1mm-1cm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5857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7488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2375" y="693208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频段选择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C12E65-0C92-49E3-BC69-A7644720B417}"/>
              </a:ext>
            </a:extLst>
          </p:cNvPr>
          <p:cNvSpPr txBox="1"/>
          <p:nvPr/>
        </p:nvSpPr>
        <p:spPr>
          <a:xfrm>
            <a:off x="194552" y="3718610"/>
            <a:ext cx="8607669" cy="2446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频段选择要综合覆盖范围和传输速率、尺寸、功耗需求等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频段属于不可再生资源，实际使用必须符合一定规范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严格规定使用的频段、特定应用环境下的发射功率等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ISM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industrial scientific medical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）频段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对所有无线电系统免费开放，无需任何许可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79E6EB3B-369D-44FF-9E6C-32D317A527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367986"/>
              </p:ext>
            </p:extLst>
          </p:nvPr>
        </p:nvGraphicFramePr>
        <p:xfrm>
          <a:off x="194552" y="1303954"/>
          <a:ext cx="8817521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8003">
                  <a:extLst>
                    <a:ext uri="{9D8B030D-6E8A-4147-A177-3AD203B41FA5}">
                      <a16:colId xmlns:a16="http://schemas.microsoft.com/office/drawing/2014/main" val="701761975"/>
                    </a:ext>
                  </a:extLst>
                </a:gridCol>
                <a:gridCol w="968991">
                  <a:extLst>
                    <a:ext uri="{9D8B030D-6E8A-4147-A177-3AD203B41FA5}">
                      <a16:colId xmlns:a16="http://schemas.microsoft.com/office/drawing/2014/main" val="404796420"/>
                    </a:ext>
                  </a:extLst>
                </a:gridCol>
                <a:gridCol w="1096370">
                  <a:extLst>
                    <a:ext uri="{9D8B030D-6E8A-4147-A177-3AD203B41FA5}">
                      <a16:colId xmlns:a16="http://schemas.microsoft.com/office/drawing/2014/main" val="3767149628"/>
                    </a:ext>
                  </a:extLst>
                </a:gridCol>
                <a:gridCol w="918950">
                  <a:extLst>
                    <a:ext uri="{9D8B030D-6E8A-4147-A177-3AD203B41FA5}">
                      <a16:colId xmlns:a16="http://schemas.microsoft.com/office/drawing/2014/main" val="1828564441"/>
                    </a:ext>
                  </a:extLst>
                </a:gridCol>
                <a:gridCol w="1009934">
                  <a:extLst>
                    <a:ext uri="{9D8B030D-6E8A-4147-A177-3AD203B41FA5}">
                      <a16:colId xmlns:a16="http://schemas.microsoft.com/office/drawing/2014/main" val="3605001972"/>
                    </a:ext>
                  </a:extLst>
                </a:gridCol>
                <a:gridCol w="1173707">
                  <a:extLst>
                    <a:ext uri="{9D8B030D-6E8A-4147-A177-3AD203B41FA5}">
                      <a16:colId xmlns:a16="http://schemas.microsoft.com/office/drawing/2014/main" val="1250643166"/>
                    </a:ext>
                  </a:extLst>
                </a:gridCol>
                <a:gridCol w="900753">
                  <a:extLst>
                    <a:ext uri="{9D8B030D-6E8A-4147-A177-3AD203B41FA5}">
                      <a16:colId xmlns:a16="http://schemas.microsoft.com/office/drawing/2014/main" val="1291580249"/>
                    </a:ext>
                  </a:extLst>
                </a:gridCol>
                <a:gridCol w="950794">
                  <a:extLst>
                    <a:ext uri="{9D8B030D-6E8A-4147-A177-3AD203B41FA5}">
                      <a16:colId xmlns:a16="http://schemas.microsoft.com/office/drawing/2014/main" val="2614196407"/>
                    </a:ext>
                  </a:extLst>
                </a:gridCol>
                <a:gridCol w="1110019">
                  <a:extLst>
                    <a:ext uri="{9D8B030D-6E8A-4147-A177-3AD203B41FA5}">
                      <a16:colId xmlns:a16="http://schemas.microsoft.com/office/drawing/2014/main" val="2035475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甚低频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VLF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低频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LF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中频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MF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高频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HF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甚高频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VHF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超高频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UHF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特高频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SHF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极高频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EHF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3486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频段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3-30 kHz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30-300kHz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0.3-3MHz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3-30MHz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30-300MHz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0.3-3GHz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3-30GHz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30-300GHz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9234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波段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超长波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长波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短波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米波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分米波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厘米波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毫米波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4179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波长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10-100km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1-10km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100m-1km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10-</a:t>
                      </a:r>
                    </a:p>
                    <a:p>
                      <a:pPr algn="l"/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100m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1-10m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10cm-1m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1-10cm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1mm-1cm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5857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3249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4553" y="0"/>
            <a:ext cx="4455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133EDB1-EFFD-47ED-98D3-273827FFB2B5}"/>
              </a:ext>
            </a:extLst>
          </p:cNvPr>
          <p:cNvSpPr txBox="1"/>
          <p:nvPr/>
        </p:nvSpPr>
        <p:spPr>
          <a:xfrm>
            <a:off x="6830546" y="0"/>
            <a:ext cx="2313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OSI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七层模型介绍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D1B20B-F603-4AF2-9527-93AAD9137B72}"/>
              </a:ext>
            </a:extLst>
          </p:cNvPr>
          <p:cNvSpPr/>
          <p:nvPr/>
        </p:nvSpPr>
        <p:spPr>
          <a:xfrm>
            <a:off x="2553302" y="5071730"/>
            <a:ext cx="1768489" cy="6309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00319B4-6329-48EB-BD7A-AEBC0A45146B}"/>
              </a:ext>
            </a:extLst>
          </p:cNvPr>
          <p:cNvSpPr txBox="1"/>
          <p:nvPr/>
        </p:nvSpPr>
        <p:spPr>
          <a:xfrm>
            <a:off x="2692664" y="5878736"/>
            <a:ext cx="14141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物理层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744DC05-DAAA-40A7-9F11-310DF338E15B}"/>
              </a:ext>
            </a:extLst>
          </p:cNvPr>
          <p:cNvSpPr txBox="1"/>
          <p:nvPr/>
        </p:nvSpPr>
        <p:spPr>
          <a:xfrm>
            <a:off x="2538266" y="5172417"/>
            <a:ext cx="1842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数据链路层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74AAF6B-681C-4485-9153-808C82D8C96B}"/>
              </a:ext>
            </a:extLst>
          </p:cNvPr>
          <p:cNvSpPr txBox="1"/>
          <p:nvPr/>
        </p:nvSpPr>
        <p:spPr>
          <a:xfrm>
            <a:off x="2762344" y="4449244"/>
            <a:ext cx="14141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网络层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C96DF43-B185-4EAF-83B4-7A833BEA16F4}"/>
              </a:ext>
            </a:extLst>
          </p:cNvPr>
          <p:cNvSpPr txBox="1"/>
          <p:nvPr/>
        </p:nvSpPr>
        <p:spPr>
          <a:xfrm>
            <a:off x="2762343" y="3726071"/>
            <a:ext cx="14141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传输层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9583DCC-868F-4BFE-8B0C-715E95D83CF3}"/>
              </a:ext>
            </a:extLst>
          </p:cNvPr>
          <p:cNvSpPr txBox="1"/>
          <p:nvPr/>
        </p:nvSpPr>
        <p:spPr>
          <a:xfrm>
            <a:off x="2762343" y="3002898"/>
            <a:ext cx="14141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会话层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BDE8459-9C8B-4BF4-B831-4E97BAD37F0F}"/>
              </a:ext>
            </a:extLst>
          </p:cNvPr>
          <p:cNvSpPr txBox="1"/>
          <p:nvPr/>
        </p:nvSpPr>
        <p:spPr>
          <a:xfrm>
            <a:off x="2762342" y="2299506"/>
            <a:ext cx="14141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表示层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ED39610-3275-4C67-AEC8-CE8F43CC0F24}"/>
              </a:ext>
            </a:extLst>
          </p:cNvPr>
          <p:cNvSpPr txBox="1"/>
          <p:nvPr/>
        </p:nvSpPr>
        <p:spPr>
          <a:xfrm>
            <a:off x="2762342" y="1596114"/>
            <a:ext cx="14141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A7BBEB4-145F-478D-9AFE-B8D1C157C81B}"/>
              </a:ext>
            </a:extLst>
          </p:cNvPr>
          <p:cNvSpPr txBox="1"/>
          <p:nvPr/>
        </p:nvSpPr>
        <p:spPr>
          <a:xfrm>
            <a:off x="4371748" y="1527985"/>
            <a:ext cx="4455066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直接为应用程序提供网络服务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DD88342-C973-4F05-B9AD-B01AFD8E02BF}"/>
              </a:ext>
            </a:extLst>
          </p:cNvPr>
          <p:cNvSpPr txBox="1"/>
          <p:nvPr/>
        </p:nvSpPr>
        <p:spPr>
          <a:xfrm>
            <a:off x="4371748" y="2229934"/>
            <a:ext cx="4553971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确保数据能够被接收方正确理解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B601194-351B-493F-BF1E-25363075783E}"/>
              </a:ext>
            </a:extLst>
          </p:cNvPr>
          <p:cNvSpPr txBox="1"/>
          <p:nvPr/>
        </p:nvSpPr>
        <p:spPr>
          <a:xfrm>
            <a:off x="4371749" y="2930993"/>
            <a:ext cx="4772252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建立一个可靠通信会话并进行管理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E1E5DAB-95FC-4C2D-BAE4-E92E431DE663}"/>
              </a:ext>
            </a:extLst>
          </p:cNvPr>
          <p:cNvSpPr txBox="1"/>
          <p:nvPr/>
        </p:nvSpPr>
        <p:spPr>
          <a:xfrm>
            <a:off x="4371748" y="3657942"/>
            <a:ext cx="3669067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提供端到端数据传输服务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9208D66-3A54-4C34-9467-CEC869022D27}"/>
              </a:ext>
            </a:extLst>
          </p:cNvPr>
          <p:cNvSpPr txBox="1"/>
          <p:nvPr/>
        </p:nvSpPr>
        <p:spPr>
          <a:xfrm>
            <a:off x="4371748" y="4377871"/>
            <a:ext cx="4878435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不同网络间实现数据包端到端传输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6495B7B-7340-428C-93C8-AAE1170F9E6F}"/>
              </a:ext>
            </a:extLst>
          </p:cNvPr>
          <p:cNvSpPr txBox="1"/>
          <p:nvPr/>
        </p:nvSpPr>
        <p:spPr>
          <a:xfrm>
            <a:off x="4371748" y="5104288"/>
            <a:ext cx="3067333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确保单跳可靠传输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21BD905-8292-4139-AFED-E1CEAABAA560}"/>
              </a:ext>
            </a:extLst>
          </p:cNvPr>
          <p:cNvSpPr txBox="1"/>
          <p:nvPr/>
        </p:nvSpPr>
        <p:spPr>
          <a:xfrm>
            <a:off x="4371748" y="5847712"/>
            <a:ext cx="2565888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实际比特流传输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D64D02D-EABB-4BE0-8A91-EF2B80A7F4F3}"/>
              </a:ext>
            </a:extLst>
          </p:cNvPr>
          <p:cNvSpPr/>
          <p:nvPr/>
        </p:nvSpPr>
        <p:spPr>
          <a:xfrm>
            <a:off x="2553687" y="5805297"/>
            <a:ext cx="1768489" cy="6309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230DD3F-4EED-47E7-8ACE-934426DE43AE}"/>
              </a:ext>
            </a:extLst>
          </p:cNvPr>
          <p:cNvSpPr/>
          <p:nvPr/>
        </p:nvSpPr>
        <p:spPr>
          <a:xfrm>
            <a:off x="2553302" y="4361999"/>
            <a:ext cx="1768489" cy="6309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A51A538-445A-48F6-B8FD-EE7587954FA5}"/>
              </a:ext>
            </a:extLst>
          </p:cNvPr>
          <p:cNvSpPr/>
          <p:nvPr/>
        </p:nvSpPr>
        <p:spPr>
          <a:xfrm>
            <a:off x="2553303" y="3647640"/>
            <a:ext cx="1768489" cy="6309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3265436-D460-451A-8276-805B767F89A1}"/>
              </a:ext>
            </a:extLst>
          </p:cNvPr>
          <p:cNvSpPr/>
          <p:nvPr/>
        </p:nvSpPr>
        <p:spPr>
          <a:xfrm>
            <a:off x="2554285" y="2933281"/>
            <a:ext cx="1768489" cy="6309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2BC176E-8D32-429E-A3B9-61F7EACEA04C}"/>
              </a:ext>
            </a:extLst>
          </p:cNvPr>
          <p:cNvSpPr/>
          <p:nvPr/>
        </p:nvSpPr>
        <p:spPr>
          <a:xfrm>
            <a:off x="2553304" y="2200983"/>
            <a:ext cx="1768489" cy="6309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B9112D5-18D5-4F22-B31D-BA0DE5C8731A}"/>
              </a:ext>
            </a:extLst>
          </p:cNvPr>
          <p:cNvSpPr/>
          <p:nvPr/>
        </p:nvSpPr>
        <p:spPr>
          <a:xfrm>
            <a:off x="2553304" y="1492854"/>
            <a:ext cx="1768489" cy="6309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4D0DEDA6-E6AB-4273-B38E-FE47D0311F78}"/>
              </a:ext>
            </a:extLst>
          </p:cNvPr>
          <p:cNvSpPr/>
          <p:nvPr/>
        </p:nvSpPr>
        <p:spPr>
          <a:xfrm flipH="1">
            <a:off x="2023964" y="6048862"/>
            <a:ext cx="495546" cy="2779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474679E3-6C9B-4648-8D8E-90C6D5ECA518}"/>
              </a:ext>
            </a:extLst>
          </p:cNvPr>
          <p:cNvSpPr txBox="1"/>
          <p:nvPr/>
        </p:nvSpPr>
        <p:spPr>
          <a:xfrm>
            <a:off x="88213" y="5900377"/>
            <a:ext cx="1869759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处理比特流</a:t>
            </a:r>
            <a:endParaRPr lang="en-US" altLang="zh-CN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F393064-C1C2-48FB-AB99-9A01FA690456}"/>
              </a:ext>
            </a:extLst>
          </p:cNvPr>
          <p:cNvSpPr txBox="1"/>
          <p:nvPr/>
        </p:nvSpPr>
        <p:spPr>
          <a:xfrm>
            <a:off x="90641" y="5087756"/>
            <a:ext cx="1869759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处理数据帧</a:t>
            </a:r>
            <a:endParaRPr lang="en-US" altLang="zh-CN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CAC729E9-9C03-4C83-B119-D3C27019241E}"/>
              </a:ext>
            </a:extLst>
          </p:cNvPr>
          <p:cNvSpPr txBox="1"/>
          <p:nvPr/>
        </p:nvSpPr>
        <p:spPr>
          <a:xfrm>
            <a:off x="110009" y="4381822"/>
            <a:ext cx="1869759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处理路由</a:t>
            </a:r>
            <a:endParaRPr lang="en-US" altLang="zh-CN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CC5C254B-61BF-48AF-B10A-CE3B84BF044F}"/>
              </a:ext>
            </a:extLst>
          </p:cNvPr>
          <p:cNvSpPr txBox="1"/>
          <p:nvPr/>
        </p:nvSpPr>
        <p:spPr>
          <a:xfrm>
            <a:off x="90641" y="3571229"/>
            <a:ext cx="1952077" cy="72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3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负责端到端传输</a:t>
            </a:r>
            <a:endParaRPr lang="en-US" altLang="zh-CN" sz="23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A70F1E1-7329-48D2-B36C-68C5CCC5EA71}"/>
              </a:ext>
            </a:extLst>
          </p:cNvPr>
          <p:cNvSpPr txBox="1"/>
          <p:nvPr/>
        </p:nvSpPr>
        <p:spPr>
          <a:xfrm>
            <a:off x="110008" y="2985946"/>
            <a:ext cx="1869759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管理会话</a:t>
            </a:r>
            <a:endParaRPr lang="en-US" altLang="zh-CN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1A09F232-10EC-4F07-8271-A042093FEF8A}"/>
              </a:ext>
            </a:extLst>
          </p:cNvPr>
          <p:cNvSpPr txBox="1"/>
          <p:nvPr/>
        </p:nvSpPr>
        <p:spPr>
          <a:xfrm>
            <a:off x="90641" y="2200983"/>
            <a:ext cx="1952078" cy="507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3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处理数据格式</a:t>
            </a:r>
            <a:endParaRPr lang="en-US" altLang="zh-CN" sz="23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6238F3A-7BE6-4C29-BBE0-1F384EE7D107}"/>
              </a:ext>
            </a:extLst>
          </p:cNvPr>
          <p:cNvSpPr txBox="1"/>
          <p:nvPr/>
        </p:nvSpPr>
        <p:spPr>
          <a:xfrm>
            <a:off x="90642" y="1549942"/>
            <a:ext cx="1952078" cy="507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3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应用程序接口</a:t>
            </a:r>
            <a:endParaRPr lang="en-US" altLang="zh-CN" sz="23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4" name="箭头: 右 53">
            <a:extLst>
              <a:ext uri="{FF2B5EF4-FFF2-40B4-BE49-F238E27FC236}">
                <a16:creationId xmlns:a16="http://schemas.microsoft.com/office/drawing/2014/main" id="{A68BEE33-9E64-45CC-8C40-53987283835E}"/>
              </a:ext>
            </a:extLst>
          </p:cNvPr>
          <p:cNvSpPr/>
          <p:nvPr/>
        </p:nvSpPr>
        <p:spPr>
          <a:xfrm flipH="1">
            <a:off x="2017467" y="5264252"/>
            <a:ext cx="495546" cy="2779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箭头: 右 54">
            <a:extLst>
              <a:ext uri="{FF2B5EF4-FFF2-40B4-BE49-F238E27FC236}">
                <a16:creationId xmlns:a16="http://schemas.microsoft.com/office/drawing/2014/main" id="{86EB06C5-0BDC-4020-9261-B7796261FF28}"/>
              </a:ext>
            </a:extLst>
          </p:cNvPr>
          <p:cNvSpPr/>
          <p:nvPr/>
        </p:nvSpPr>
        <p:spPr>
          <a:xfrm flipH="1">
            <a:off x="2015960" y="4541079"/>
            <a:ext cx="495546" cy="2779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箭头: 右 55">
            <a:extLst>
              <a:ext uri="{FF2B5EF4-FFF2-40B4-BE49-F238E27FC236}">
                <a16:creationId xmlns:a16="http://schemas.microsoft.com/office/drawing/2014/main" id="{73C51449-400F-4014-ABAF-3E36717DC6B6}"/>
              </a:ext>
            </a:extLst>
          </p:cNvPr>
          <p:cNvSpPr/>
          <p:nvPr/>
        </p:nvSpPr>
        <p:spPr>
          <a:xfrm flipH="1">
            <a:off x="2009765" y="3817906"/>
            <a:ext cx="495546" cy="2779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箭头: 右 56">
            <a:extLst>
              <a:ext uri="{FF2B5EF4-FFF2-40B4-BE49-F238E27FC236}">
                <a16:creationId xmlns:a16="http://schemas.microsoft.com/office/drawing/2014/main" id="{C0123173-5D4B-4D32-B39E-AEB0D619CD79}"/>
              </a:ext>
            </a:extLst>
          </p:cNvPr>
          <p:cNvSpPr/>
          <p:nvPr/>
        </p:nvSpPr>
        <p:spPr>
          <a:xfrm flipH="1">
            <a:off x="2011604" y="3157630"/>
            <a:ext cx="495546" cy="2779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箭头: 右 57">
            <a:extLst>
              <a:ext uri="{FF2B5EF4-FFF2-40B4-BE49-F238E27FC236}">
                <a16:creationId xmlns:a16="http://schemas.microsoft.com/office/drawing/2014/main" id="{802784DD-384A-4414-85A6-8E32C9EC6714}"/>
              </a:ext>
            </a:extLst>
          </p:cNvPr>
          <p:cNvSpPr/>
          <p:nvPr/>
        </p:nvSpPr>
        <p:spPr>
          <a:xfrm flipH="1">
            <a:off x="2003985" y="2353765"/>
            <a:ext cx="495546" cy="2779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箭头: 右 58">
            <a:extLst>
              <a:ext uri="{FF2B5EF4-FFF2-40B4-BE49-F238E27FC236}">
                <a16:creationId xmlns:a16="http://schemas.microsoft.com/office/drawing/2014/main" id="{853D5FE4-A4B2-4EE9-B558-5CB24D61D87B}"/>
              </a:ext>
            </a:extLst>
          </p:cNvPr>
          <p:cNvSpPr/>
          <p:nvPr/>
        </p:nvSpPr>
        <p:spPr>
          <a:xfrm flipH="1">
            <a:off x="2009819" y="1675111"/>
            <a:ext cx="495546" cy="2779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194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2" grpId="0"/>
      <p:bldP spid="33" grpId="0"/>
      <p:bldP spid="34" grpId="0"/>
      <p:bldP spid="35" grpId="0"/>
      <p:bldP spid="36" grpId="0"/>
      <p:bldP spid="38" grpId="0"/>
      <p:bldP spid="40" grpId="0"/>
      <p:bldP spid="41" grpId="0"/>
      <p:bldP spid="42" grpId="0"/>
      <p:bldP spid="43" grpId="0"/>
      <p:bldP spid="44" grpId="0"/>
      <p:bldP spid="45" grpId="0"/>
      <p:bldP spid="2" grpId="0" animBg="1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2375" y="693208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 ISM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频段（部分）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4">
            <a:extLst>
              <a:ext uri="{FF2B5EF4-FFF2-40B4-BE49-F238E27FC236}">
                <a16:creationId xmlns:a16="http://schemas.microsoft.com/office/drawing/2014/main" id="{99867C14-7454-4D57-A9DC-5DA63A639E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25746"/>
              </p:ext>
            </p:extLst>
          </p:nvPr>
        </p:nvGraphicFramePr>
        <p:xfrm>
          <a:off x="1524000" y="1397000"/>
          <a:ext cx="6096000" cy="4354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2268594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812033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频率范围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009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13.553-13.567 MHz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279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26.957-27.283 MHz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345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40.66-40.70 MHz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017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433-464 MHz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欧洲标准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685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902-928 MHz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美国标准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452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2.4-2.5 GHz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全球</a:t>
                      </a:r>
                      <a:r>
                        <a:rPr lang="en-US" altLang="zh-CN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WLAN/WPAN</a:t>
                      </a:r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使用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064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5.725-5.785 GHz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全球</a:t>
                      </a:r>
                      <a:r>
                        <a:rPr lang="en-US" altLang="zh-CN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WLAN/WPAN</a:t>
                      </a:r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使用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133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24-24.25 GHz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250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7891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951AC62-4343-4479-9EF3-AE8329919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0DD681-0C04-44C0-839E-1BB7242AFFB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1422981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实际负责数据比特流传输的为</a:t>
            </a:r>
            <a:r>
              <a:rPr lang="en-US" altLang="zh-CN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________</a:t>
            </a: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层？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0C2D971-5213-4AAF-89F6-F2B1D4345B5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011735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Microsoft Yahei" panose="020B0503020204020204" pitchFamily="34" charset="-122"/>
              </a:rPr>
              <a:t>物理层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14150B6-A46B-4CDF-A1F8-F740ECC47ED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265563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Microsoft Yahei" panose="020B0503020204020204" pitchFamily="34" charset="-122"/>
              </a:rPr>
              <a:t>数据链路层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D8449C0-E164-43AA-B521-5751CBED609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3305907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Microsoft Yahei" panose="020B0503020204020204" pitchFamily="34" charset="-122"/>
              </a:rPr>
              <a:t>网络层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744936A-206F-4252-A8BA-A4DEC0DFD73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3924099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Microsoft Yahei" panose="020B0503020204020204" pitchFamily="34" charset="-122"/>
              </a:rPr>
              <a:t>传输层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FF69949-F6B7-413B-BC1B-B4BF86FDDD0A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076028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EAA3270-9ED6-42DD-8DE9-987179BFDBC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2719927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AB7A7F3-96DB-4E87-B56C-DEA8FDD814A1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3370201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8D0D8F7-53E5-4226-B73E-49107609E6C7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3988393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CB39DC2-D057-442F-AC02-61590642D78D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4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0F50E44-FC4C-4082-A5BE-1DDB87286DC9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828800" y="4563689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Microsoft Yahei" panose="020B0503020204020204" pitchFamily="34" charset="-122"/>
              </a:rPr>
              <a:t>会话层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F476A8A7-FF9C-4666-89CA-7A77BEB56E33}"/>
              </a:ext>
            </a:extLst>
          </p:cNvPr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114425" y="4627982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9466A9B-556B-44CF-B2D9-5CC2683CC0BA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828800" y="5181877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Microsoft Yahei" panose="020B0503020204020204" pitchFamily="34" charset="-122"/>
              </a:rPr>
              <a:t>表示层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CE56ABD1-1E1B-4293-BA67-84C15C306D48}"/>
              </a:ext>
            </a:extLst>
          </p:cNvPr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114425" y="525686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1C50BE0-5786-4710-9FC8-5D8D53AD28F4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1828800" y="572520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Microsoft Yahei" panose="020B0503020204020204" pitchFamily="34" charset="-122"/>
              </a:rPr>
              <a:t>应用层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61570150-B595-4FB0-83E7-EC876688BC0D}"/>
              </a:ext>
            </a:extLst>
          </p:cNvPr>
          <p:cNvSpPr>
            <a:spLocks noChangeAspect="1"/>
          </p:cNvSpPr>
          <p:nvPr>
            <p:custDataLst>
              <p:tags r:id="rId17"/>
            </p:custDataLst>
          </p:nvPr>
        </p:nvSpPr>
        <p:spPr>
          <a:xfrm>
            <a:off x="1114425" y="5878277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G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A23E281-EFAF-4BBC-91A7-12E9911B382B}"/>
              </a:ext>
            </a:extLst>
          </p:cNvPr>
          <p:cNvGrpSpPr/>
          <p:nvPr>
            <p:custDataLst>
              <p:tags r:id="rId1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>
              <a:extLst>
                <a:ext uri="{FF2B5EF4-FFF2-40B4-BE49-F238E27FC236}">
                  <a16:creationId xmlns:a16="http://schemas.microsoft.com/office/drawing/2014/main" id="{94F64C40-2ED5-4880-BAF7-CA6A1A072AFA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>
              <a:extLst>
                <a:ext uri="{FF2B5EF4-FFF2-40B4-BE49-F238E27FC236}">
                  <a16:creationId xmlns:a16="http://schemas.microsoft.com/office/drawing/2014/main" id="{7DD5E792-A8E7-4A7F-851B-A545DAB6E00C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>
              <a:extLst>
                <a:ext uri="{FF2B5EF4-FFF2-40B4-BE49-F238E27FC236}">
                  <a16:creationId xmlns:a16="http://schemas.microsoft.com/office/drawing/2014/main" id="{6A82B6EB-AECE-4056-9DE5-EF824242F8EB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>
              <a:extLst>
                <a:ext uri="{FF2B5EF4-FFF2-40B4-BE49-F238E27FC236}">
                  <a16:creationId xmlns:a16="http://schemas.microsoft.com/office/drawing/2014/main" id="{8679D76A-881B-47FD-BDEB-F1D46DC78088}"/>
                </a:ext>
              </a:extLst>
            </p:cNvPr>
            <p:cNvSpPr txBox="1"/>
            <p:nvPr>
              <p:custDataLst>
                <p:tags r:id="rId2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66281FB-B9B5-49DD-B88D-720EC8729EEB}"/>
              </a:ext>
            </a:extLst>
          </p:cNvPr>
          <p:cNvPicPr>
            <a:picLocks/>
          </p:cNvPicPr>
          <p:nvPr>
            <p:custDataLst>
              <p:tags r:id="rId19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19169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3A7CEFA-79B5-44B0-8653-36AFC40F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55B43AA-CF50-4050-AF93-4B3720F8B2F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“所有的网络节点设备都具备七层的完整功能”这句话是</a:t>
            </a:r>
            <a:r>
              <a:rPr lang="en-US" altLang="zh-CN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_________</a:t>
            </a: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C882278-3737-4275-A94E-8860FF18EC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CB74D4D-D927-4584-895F-41D0CC3679B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Microsoft Yahei" panose="020B0503020204020204" pitchFamily="34" charset="-122"/>
              </a:rPr>
              <a:t>错误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3E4BF64-5D08-4161-AB92-BFD25D703628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9534466-BFCE-44C2-B132-25047632E0A7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F39D72A-0C7D-4334-8E18-1752BF3CF67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6CD0F57D-E15D-4820-9BCC-224E1C24D1D6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>
              <a:extLst>
                <a:ext uri="{FF2B5EF4-FFF2-40B4-BE49-F238E27FC236}">
                  <a16:creationId xmlns:a16="http://schemas.microsoft.com/office/drawing/2014/main" id="{0D0A85CA-1E52-445F-82B0-869785012845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>
              <a:extLst>
                <a:ext uri="{FF2B5EF4-FFF2-40B4-BE49-F238E27FC236}">
                  <a16:creationId xmlns:a16="http://schemas.microsoft.com/office/drawing/2014/main" id="{729CAFB2-0032-41E6-90A4-E7137704CE83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>
              <a:extLst>
                <a:ext uri="{FF2B5EF4-FFF2-40B4-BE49-F238E27FC236}">
                  <a16:creationId xmlns:a16="http://schemas.microsoft.com/office/drawing/2014/main" id="{042140FD-D5A4-4520-BB3A-69AFE72C581B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>
              <a:extLst>
                <a:ext uri="{FF2B5EF4-FFF2-40B4-BE49-F238E27FC236}">
                  <a16:creationId xmlns:a16="http://schemas.microsoft.com/office/drawing/2014/main" id="{0EC99E30-6395-4F0E-A135-E6612FADE7F1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18B3ABA6-C63E-4F0A-ACC4-50EFC2067060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57229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2375" y="693208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 ISM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频段（部分）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4">
            <a:extLst>
              <a:ext uri="{FF2B5EF4-FFF2-40B4-BE49-F238E27FC236}">
                <a16:creationId xmlns:a16="http://schemas.microsoft.com/office/drawing/2014/main" id="{99867C14-7454-4D57-A9DC-5DA63A639E42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397000"/>
          <a:ext cx="6096000" cy="4354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2268594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812033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频率范围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009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13.553-13.567 MHz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279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26.957-27.283 MHz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345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40.66-40.70 MHz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017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433-464 MHz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欧洲标准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685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902-928 MHz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美国标准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452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2.4-2.5 GHz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全球</a:t>
                      </a:r>
                      <a:r>
                        <a:rPr lang="en-US" altLang="zh-CN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WLAN/WPAN</a:t>
                      </a:r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使用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064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5.725-5.785 GHz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全球</a:t>
                      </a:r>
                      <a:r>
                        <a:rPr lang="en-US" altLang="zh-CN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WLAN/WPAN</a:t>
                      </a:r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使用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133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24-24.25 GHz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250519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CD3BB949-6EAD-4D42-B0FC-F458BCB0BE2F}"/>
              </a:ext>
            </a:extLst>
          </p:cNvPr>
          <p:cNvSpPr/>
          <p:nvPr/>
        </p:nvSpPr>
        <p:spPr>
          <a:xfrm>
            <a:off x="865705" y="4262652"/>
            <a:ext cx="7428932" cy="100993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97125D-938B-4D8D-AD8B-11C3C5F1CFCE}"/>
              </a:ext>
            </a:extLst>
          </p:cNvPr>
          <p:cNvSpPr/>
          <p:nvPr/>
        </p:nvSpPr>
        <p:spPr>
          <a:xfrm>
            <a:off x="5796169" y="2715063"/>
            <a:ext cx="2498468" cy="9962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无线传感器网络常用频段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8FD1A2E-8BC0-4308-ADCB-CA86849A76CD}"/>
              </a:ext>
            </a:extLst>
          </p:cNvPr>
          <p:cNvSpPr/>
          <p:nvPr/>
        </p:nvSpPr>
        <p:spPr>
          <a:xfrm>
            <a:off x="849363" y="5711541"/>
            <a:ext cx="4200308" cy="1009934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公共频段对发送功率有限制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注意干扰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05E0300-B7F7-46BC-8E08-4355CD1259E2}"/>
              </a:ext>
            </a:extLst>
          </p:cNvPr>
          <p:cNvCxnSpPr>
            <a:cxnSpLocks/>
          </p:cNvCxnSpPr>
          <p:nvPr/>
        </p:nvCxnSpPr>
        <p:spPr>
          <a:xfrm>
            <a:off x="7142328" y="3736693"/>
            <a:ext cx="777923" cy="49411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3566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2375" y="693208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典型的通信传输系统结构图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28A6FD4-F112-408C-860C-853191163BE7}"/>
              </a:ext>
            </a:extLst>
          </p:cNvPr>
          <p:cNvSpPr/>
          <p:nvPr/>
        </p:nvSpPr>
        <p:spPr>
          <a:xfrm>
            <a:off x="2104031" y="2038065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信源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F0AB13-C34F-4922-8AC6-C69E01F85D2B}"/>
              </a:ext>
            </a:extLst>
          </p:cNvPr>
          <p:cNvSpPr/>
          <p:nvPr/>
        </p:nvSpPr>
        <p:spPr>
          <a:xfrm>
            <a:off x="395786" y="2038064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信源</a:t>
            </a:r>
            <a:endParaRPr lang="en-US" altLang="zh-CN" sz="2400" b="1" dirty="0">
              <a:solidFill>
                <a:schemeClr val="accent3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A3AE77-A275-4E4D-86BF-94126D7127A2}"/>
              </a:ext>
            </a:extLst>
          </p:cNvPr>
          <p:cNvSpPr/>
          <p:nvPr/>
        </p:nvSpPr>
        <p:spPr>
          <a:xfrm>
            <a:off x="3812276" y="2038064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信道</a:t>
            </a:r>
            <a:endParaRPr lang="en-US" altLang="zh-CN" sz="2400" b="1" dirty="0">
              <a:solidFill>
                <a:schemeClr val="accent3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BA2BF23-401A-44F0-A844-9BA78B30044B}"/>
              </a:ext>
            </a:extLst>
          </p:cNvPr>
          <p:cNvSpPr/>
          <p:nvPr/>
        </p:nvSpPr>
        <p:spPr>
          <a:xfrm>
            <a:off x="5520521" y="2038064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载波</a:t>
            </a:r>
            <a:endParaRPr lang="en-US" altLang="zh-CN" sz="2400" b="1" dirty="0">
              <a:solidFill>
                <a:schemeClr val="accent3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7C791ED-AF98-4321-BA53-6E60F9A03931}"/>
              </a:ext>
            </a:extLst>
          </p:cNvPr>
          <p:cNvSpPr/>
          <p:nvPr/>
        </p:nvSpPr>
        <p:spPr>
          <a:xfrm>
            <a:off x="7237863" y="2038063"/>
            <a:ext cx="1110018" cy="353477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</a:t>
            </a:r>
            <a:endParaRPr lang="en-US" altLang="zh-CN" sz="2400" b="1" dirty="0">
              <a:solidFill>
                <a:schemeClr val="accent3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道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E3F287-E471-426A-86A9-E1542635274B}"/>
              </a:ext>
            </a:extLst>
          </p:cNvPr>
          <p:cNvSpPr/>
          <p:nvPr/>
        </p:nvSpPr>
        <p:spPr>
          <a:xfrm>
            <a:off x="5520521" y="4760793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</a:t>
            </a:r>
            <a:endParaRPr lang="en-US" altLang="zh-CN" sz="2400" b="1" dirty="0">
              <a:solidFill>
                <a:schemeClr val="accent3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解调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F63C648-2AD9-4407-B5F8-F5422BD275C4}"/>
              </a:ext>
            </a:extLst>
          </p:cNvPr>
          <p:cNvSpPr/>
          <p:nvPr/>
        </p:nvSpPr>
        <p:spPr>
          <a:xfrm>
            <a:off x="3812276" y="4760793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信道</a:t>
            </a:r>
            <a:endParaRPr lang="en-US" altLang="zh-CN" sz="2400" b="1" dirty="0">
              <a:solidFill>
                <a:schemeClr val="accent3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44F40C-CECE-4C0F-9234-91EAFFF0614F}"/>
              </a:ext>
            </a:extLst>
          </p:cNvPr>
          <p:cNvSpPr/>
          <p:nvPr/>
        </p:nvSpPr>
        <p:spPr>
          <a:xfrm>
            <a:off x="2104031" y="4760792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信源</a:t>
            </a:r>
            <a:endParaRPr lang="en-US" altLang="zh-CN" sz="2400" b="1" dirty="0">
              <a:solidFill>
                <a:schemeClr val="accent3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1C95CFC-FC08-4653-9DE4-5CCAA9CD6CF6}"/>
              </a:ext>
            </a:extLst>
          </p:cNvPr>
          <p:cNvSpPr/>
          <p:nvPr/>
        </p:nvSpPr>
        <p:spPr>
          <a:xfrm>
            <a:off x="395786" y="4760791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信宿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1169D86-8086-479B-BE04-3FA2AADE9486}"/>
              </a:ext>
            </a:extLst>
          </p:cNvPr>
          <p:cNvCxnSpPr>
            <a:stCxn id="11" idx="3"/>
            <a:endCxn id="9" idx="1"/>
          </p:cNvCxnSpPr>
          <p:nvPr/>
        </p:nvCxnSpPr>
        <p:spPr>
          <a:xfrm>
            <a:off x="1505804" y="2433850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EB9BBF5B-7D4D-46BC-AFD2-9EE8E5C77E0A}"/>
              </a:ext>
            </a:extLst>
          </p:cNvPr>
          <p:cNvCxnSpPr/>
          <p:nvPr/>
        </p:nvCxnSpPr>
        <p:spPr>
          <a:xfrm>
            <a:off x="3214049" y="2440672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7C82511E-12F9-46F5-9166-D351CAF726D9}"/>
              </a:ext>
            </a:extLst>
          </p:cNvPr>
          <p:cNvCxnSpPr/>
          <p:nvPr/>
        </p:nvCxnSpPr>
        <p:spPr>
          <a:xfrm>
            <a:off x="4922294" y="2440672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C673E60-F595-4038-A53D-462AE6C09937}"/>
              </a:ext>
            </a:extLst>
          </p:cNvPr>
          <p:cNvCxnSpPr/>
          <p:nvPr/>
        </p:nvCxnSpPr>
        <p:spPr>
          <a:xfrm>
            <a:off x="6630539" y="2433848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DC5B870-E7FD-4753-9273-E61FF1923CEB}"/>
              </a:ext>
            </a:extLst>
          </p:cNvPr>
          <p:cNvCxnSpPr/>
          <p:nvPr/>
        </p:nvCxnSpPr>
        <p:spPr>
          <a:xfrm>
            <a:off x="6639636" y="5156575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ABA59447-BA2B-482A-8B38-BED2223A5C7A}"/>
              </a:ext>
            </a:extLst>
          </p:cNvPr>
          <p:cNvCxnSpPr/>
          <p:nvPr/>
        </p:nvCxnSpPr>
        <p:spPr>
          <a:xfrm>
            <a:off x="4913197" y="5156574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49E30702-7E9E-4B20-ACF4-F35D15CE2AD7}"/>
              </a:ext>
            </a:extLst>
          </p:cNvPr>
          <p:cNvCxnSpPr/>
          <p:nvPr/>
        </p:nvCxnSpPr>
        <p:spPr>
          <a:xfrm>
            <a:off x="3223146" y="5156573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9E60412B-C5DE-4BB5-8464-AAA3A0284445}"/>
              </a:ext>
            </a:extLst>
          </p:cNvPr>
          <p:cNvCxnSpPr/>
          <p:nvPr/>
        </p:nvCxnSpPr>
        <p:spPr>
          <a:xfrm>
            <a:off x="1494430" y="5156572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0030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2375" y="482193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信源编码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C6A122F-A5EC-404C-A781-24482FD896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12" y="1079664"/>
            <a:ext cx="4642739" cy="281042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CF76D5E-EE25-411B-A165-E1B67C1D853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12" y="3911052"/>
            <a:ext cx="4642739" cy="2827435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F38E8723-9189-45FA-937E-20C388422A4C}"/>
              </a:ext>
            </a:extLst>
          </p:cNvPr>
          <p:cNvSpPr txBox="1"/>
          <p:nvPr/>
        </p:nvSpPr>
        <p:spPr>
          <a:xfrm>
            <a:off x="5200120" y="2752434"/>
            <a:ext cx="3260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存在大量冗余信息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0F67208-D3E4-4EA5-B0C0-C1AE74B038D1}"/>
              </a:ext>
            </a:extLst>
          </p:cNvPr>
          <p:cNvSpPr txBox="1"/>
          <p:nvPr/>
        </p:nvSpPr>
        <p:spPr>
          <a:xfrm>
            <a:off x="5200121" y="1877178"/>
            <a:ext cx="3260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两帧图像重合度非常高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FF38301-EF27-4744-AA47-954248FEBA70}"/>
              </a:ext>
            </a:extLst>
          </p:cNvPr>
          <p:cNvSpPr txBox="1"/>
          <p:nvPr/>
        </p:nvSpPr>
        <p:spPr>
          <a:xfrm>
            <a:off x="5200120" y="3627690"/>
            <a:ext cx="3260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第二帧图像的恢复可以借助第一帧图像的帮忙</a:t>
            </a:r>
          </a:p>
        </p:txBody>
      </p:sp>
    </p:spTree>
    <p:extLst>
      <p:ext uri="{BB962C8B-B14F-4D97-AF65-F5344CB8AC3E}">
        <p14:creationId xmlns:p14="http://schemas.microsoft.com/office/powerpoint/2010/main" val="2037498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2375" y="438791"/>
            <a:ext cx="8615593" cy="670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二、信源编码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C12E65-0C92-49E3-BC69-A7644720B417}"/>
              </a:ext>
            </a:extLst>
          </p:cNvPr>
          <p:cNvSpPr txBox="1"/>
          <p:nvPr/>
        </p:nvSpPr>
        <p:spPr>
          <a:xfrm>
            <a:off x="312832" y="1178370"/>
            <a:ext cx="8607669" cy="4959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目的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</a:p>
          <a:p>
            <a:pPr marL="806450" indent="-45720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减少或消除信源冗余度</a:t>
            </a:r>
            <a:endParaRPr lang="en-US" altLang="zh-CN" sz="2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6450" indent="-45720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压缩数据量，提高信道传输的有效性</a:t>
            </a:r>
            <a:endParaRPr lang="en-US" altLang="zh-CN" sz="2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6450" indent="-45720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并完成模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数（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A/D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）转换</a:t>
            </a:r>
            <a:endParaRPr lang="en-US" altLang="zh-CN" sz="2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分为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有损编码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无损编码</a:t>
            </a:r>
            <a:endParaRPr lang="en-US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常用的编码方法包括：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霍夫曼编码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(Huffman Encoding)</a:t>
            </a: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香农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范诺编码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算术编码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545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2375" y="438791"/>
            <a:ext cx="8615593" cy="670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二、信源编码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C12E65-0C92-49E3-BC69-A7644720B417}"/>
              </a:ext>
            </a:extLst>
          </p:cNvPr>
          <p:cNvSpPr txBox="1"/>
          <p:nvPr/>
        </p:nvSpPr>
        <p:spPr>
          <a:xfrm>
            <a:off x="312832" y="1178370"/>
            <a:ext cx="8607669" cy="5079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目的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</a:p>
          <a:p>
            <a:pPr marL="806450" indent="-45720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减少或消除信源冗余度</a:t>
            </a:r>
            <a:endParaRPr lang="en-US" altLang="zh-CN" sz="2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6450" indent="-45720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压缩数据量，提高信道传输的有效性</a:t>
            </a:r>
            <a:endParaRPr lang="en-US" altLang="zh-CN" sz="2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6450" indent="-45720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并完成模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数（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A/D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）转换</a:t>
            </a:r>
            <a:endParaRPr lang="en-US" altLang="zh-CN" sz="2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分为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有损编码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无损编码</a:t>
            </a:r>
            <a:endParaRPr lang="en-US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常用的编码方法包括：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霍夫曼编码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(Huffman Encoding)</a:t>
            </a: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香农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范诺编码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算术编码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938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B7402-361C-AAAF-9ACA-D05995B42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9E44B5-E2D9-F0DA-4063-FEAE6CC45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3ED94DC-A441-710F-06D8-A4B01CAC7447}"/>
              </a:ext>
            </a:extLst>
          </p:cNvPr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BBFEFAA-CBAA-18A8-CF6C-03BDA0F8EBDF}"/>
              </a:ext>
            </a:extLst>
          </p:cNvPr>
          <p:cNvSpPr txBox="1"/>
          <p:nvPr/>
        </p:nvSpPr>
        <p:spPr>
          <a:xfrm>
            <a:off x="194553" y="1333538"/>
            <a:ext cx="8607669" cy="1005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举例：所有英文消息都是由英文字母各种组合形成，信源符号库中包含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26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个英文字母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3C2BCD6-4A22-FA08-A517-F5423A10A3C0}"/>
              </a:ext>
            </a:extLst>
          </p:cNvPr>
          <p:cNvSpPr txBox="1"/>
          <p:nvPr/>
        </p:nvSpPr>
        <p:spPr>
          <a:xfrm>
            <a:off x="194554" y="2517380"/>
            <a:ext cx="3314766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一种编码方法是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87CA1C2-1837-2C40-B4BD-088DB020D9BD}"/>
                  </a:ext>
                </a:extLst>
              </p:cNvPr>
              <p:cNvSpPr txBox="1"/>
              <p:nvPr/>
            </p:nvSpPr>
            <p:spPr>
              <a:xfrm>
                <a:off x="2106128" y="2731790"/>
                <a:ext cx="3940842" cy="13588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CN" sz="2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𝒂</m:t>
                            </m:r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→</m:t>
                            </m:r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𝟎𝟎𝟎𝟎𝟏</m:t>
                            </m:r>
                          </m:e>
                        </m:mr>
                        <m:mr>
                          <m:e>
                            <m:r>
                              <a:rPr lang="en-US" altLang="zh-CN" sz="2400" b="1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𝒃</m:t>
                            </m:r>
                            <m:r>
                              <a:rPr lang="en-US" altLang="zh-CN" sz="2400" b="1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→</m:t>
                            </m:r>
                            <m:r>
                              <a:rPr lang="en-US" altLang="zh-CN" sz="2400" b="1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𝟎𝟎𝟎𝟏𝟎</m:t>
                            </m:r>
                          </m:e>
                        </m:mr>
                        <m:mr>
                          <m:e>
                            <m:r>
                              <a:rPr lang="en-US" altLang="zh-CN" sz="2400" b="1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⋯</m:t>
                            </m:r>
                          </m:e>
                        </m:mr>
                      </m:m>
                    </m:oMath>
                  </m:oMathPara>
                </a14:m>
                <a:endPara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87CA1C2-1837-2C40-B4BD-088DB020D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128" y="2731790"/>
                <a:ext cx="3940842" cy="13588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8DE3020B-86FA-B31E-7310-109BA9E0BB9A}"/>
              </a:ext>
            </a:extLst>
          </p:cNvPr>
          <p:cNvSpPr txBox="1"/>
          <p:nvPr/>
        </p:nvSpPr>
        <p:spPr>
          <a:xfrm>
            <a:off x="5756844" y="3141457"/>
            <a:ext cx="3314766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个比特表示一个符号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右箭头 5">
            <a:extLst>
              <a:ext uri="{FF2B5EF4-FFF2-40B4-BE49-F238E27FC236}">
                <a16:creationId xmlns:a16="http://schemas.microsoft.com/office/drawing/2014/main" id="{D4F1C887-7771-AF32-42E7-C8EFCC9E438F}"/>
              </a:ext>
            </a:extLst>
          </p:cNvPr>
          <p:cNvSpPr/>
          <p:nvPr/>
        </p:nvSpPr>
        <p:spPr>
          <a:xfrm>
            <a:off x="4978369" y="3223458"/>
            <a:ext cx="778475" cy="3754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云形 12">
            <a:extLst>
              <a:ext uri="{FF2B5EF4-FFF2-40B4-BE49-F238E27FC236}">
                <a16:creationId xmlns:a16="http://schemas.microsoft.com/office/drawing/2014/main" id="{284C8858-2CE7-8175-6FFC-39AFB6C2199D}"/>
              </a:ext>
            </a:extLst>
          </p:cNvPr>
          <p:cNvSpPr/>
          <p:nvPr/>
        </p:nvSpPr>
        <p:spPr>
          <a:xfrm>
            <a:off x="3304643" y="4305034"/>
            <a:ext cx="5766967" cy="2018451"/>
          </a:xfrm>
          <a:prstGeom prst="cloud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是否存在一种信源编码方案压缩数据？</a:t>
            </a:r>
          </a:p>
        </p:txBody>
      </p:sp>
      <p:sp>
        <p:nvSpPr>
          <p:cNvPr id="9" name="思想气泡: 云 8">
            <a:extLst>
              <a:ext uri="{FF2B5EF4-FFF2-40B4-BE49-F238E27FC236}">
                <a16:creationId xmlns:a16="http://schemas.microsoft.com/office/drawing/2014/main" id="{AF3C607D-1AE9-4E76-85F3-F120014B36D6}"/>
              </a:ext>
            </a:extLst>
          </p:cNvPr>
          <p:cNvSpPr/>
          <p:nvPr/>
        </p:nvSpPr>
        <p:spPr>
          <a:xfrm>
            <a:off x="272376" y="3498771"/>
            <a:ext cx="3114782" cy="1487211"/>
          </a:xfrm>
          <a:prstGeom prst="cloudCallout">
            <a:avLst>
              <a:gd name="adj1" fmla="val 16667"/>
              <a:gd name="adj2" fmla="val -76167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每个符号编码具有唯一性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69BA131-2EEB-4B0B-8840-EFC0E87A10DA}"/>
              </a:ext>
            </a:extLst>
          </p:cNvPr>
          <p:cNvSpPr txBox="1"/>
          <p:nvPr/>
        </p:nvSpPr>
        <p:spPr>
          <a:xfrm>
            <a:off x="272375" y="438791"/>
            <a:ext cx="8615593" cy="670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二、信源编码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3245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 animBg="1"/>
      <p:bldP spid="13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8478F-D77E-320C-9EB2-1F6699389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2BA92C-1789-9AE9-59A5-13E68B360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B95381-AF21-5086-E74D-199405566A09}"/>
              </a:ext>
            </a:extLst>
          </p:cNvPr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CEF521-D870-A5CD-2D76-500B2273CC19}"/>
              </a:ext>
            </a:extLst>
          </p:cNvPr>
          <p:cNvSpPr txBox="1"/>
          <p:nvPr/>
        </p:nvSpPr>
        <p:spPr>
          <a:xfrm>
            <a:off x="272375" y="693208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信源编码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96169EE-D6AB-9611-3714-013DEEE46B9C}"/>
              </a:ext>
            </a:extLst>
          </p:cNvPr>
          <p:cNvSpPr txBox="1"/>
          <p:nvPr/>
        </p:nvSpPr>
        <p:spPr>
          <a:xfrm>
            <a:off x="321931" y="1351726"/>
            <a:ext cx="8607669" cy="1005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举例：所有英文消息都是由英文字母各种组合形成，信源符号库中包含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26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个英文字母，且</a:t>
            </a:r>
            <a:r>
              <a:rPr lang="zh-CN" altLang="en-US" sz="24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每个英文字母出现的概率不同</a:t>
            </a:r>
            <a:endParaRPr lang="en-US" altLang="zh-CN" sz="2400" b="1" u="sng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2BFDD97-C305-C097-9ADC-25AF392BD676}"/>
              </a:ext>
            </a:extLst>
          </p:cNvPr>
          <p:cNvSpPr txBox="1"/>
          <p:nvPr/>
        </p:nvSpPr>
        <p:spPr>
          <a:xfrm>
            <a:off x="194554" y="2517380"/>
            <a:ext cx="3314766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一种编码方法是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C523582-D596-1E82-1EAC-3E34C98AF5B7}"/>
                  </a:ext>
                </a:extLst>
              </p:cNvPr>
              <p:cNvSpPr txBox="1"/>
              <p:nvPr/>
            </p:nvSpPr>
            <p:spPr>
              <a:xfrm>
                <a:off x="2106128" y="2731790"/>
                <a:ext cx="3940842" cy="13588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CN" sz="24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𝒂</m:t>
                            </m:r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→</m:t>
                            </m:r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𝟎𝟎𝟎𝟎𝟏</m:t>
                            </m:r>
                          </m:e>
                        </m:mr>
                        <m:mr>
                          <m:e>
                            <m:r>
                              <a:rPr lang="en-US" altLang="zh-CN" sz="2400" b="1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𝒃</m:t>
                            </m:r>
                            <m:r>
                              <a:rPr lang="en-US" altLang="zh-CN" sz="2400" b="1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→</m:t>
                            </m:r>
                            <m:r>
                              <a:rPr lang="en-US" altLang="zh-CN" sz="2400" b="1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𝟎𝟎𝟎𝟏𝟎</m:t>
                            </m:r>
                          </m:e>
                        </m:mr>
                        <m:mr>
                          <m:e>
                            <m:r>
                              <a:rPr lang="en-US" altLang="zh-CN" sz="2400" b="1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⋯</m:t>
                            </m:r>
                          </m:e>
                        </m:mr>
                      </m:m>
                    </m:oMath>
                  </m:oMathPara>
                </a14:m>
                <a:endPara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C523582-D596-1E82-1EAC-3E34C98AF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128" y="2731790"/>
                <a:ext cx="3940842" cy="13588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43C1BD84-B961-B848-A6A0-EF1DF8D42B99}"/>
              </a:ext>
            </a:extLst>
          </p:cNvPr>
          <p:cNvSpPr txBox="1"/>
          <p:nvPr/>
        </p:nvSpPr>
        <p:spPr>
          <a:xfrm>
            <a:off x="5756844" y="3141457"/>
            <a:ext cx="3314766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个比特表示一个符号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右箭头 5">
            <a:extLst>
              <a:ext uri="{FF2B5EF4-FFF2-40B4-BE49-F238E27FC236}">
                <a16:creationId xmlns:a16="http://schemas.microsoft.com/office/drawing/2014/main" id="{E3F6E2C8-C936-CD37-C001-CFCAF7D78C68}"/>
              </a:ext>
            </a:extLst>
          </p:cNvPr>
          <p:cNvSpPr/>
          <p:nvPr/>
        </p:nvSpPr>
        <p:spPr>
          <a:xfrm>
            <a:off x="4978369" y="3223458"/>
            <a:ext cx="778475" cy="3754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云形 12">
            <a:extLst>
              <a:ext uri="{FF2B5EF4-FFF2-40B4-BE49-F238E27FC236}">
                <a16:creationId xmlns:a16="http://schemas.microsoft.com/office/drawing/2014/main" id="{7CE1C936-1421-D713-AAAD-5E6FB2D4210B}"/>
              </a:ext>
            </a:extLst>
          </p:cNvPr>
          <p:cNvSpPr/>
          <p:nvPr/>
        </p:nvSpPr>
        <p:spPr>
          <a:xfrm>
            <a:off x="3304643" y="4305034"/>
            <a:ext cx="5766967" cy="2018451"/>
          </a:xfrm>
          <a:prstGeom prst="cloud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是否存在一种信源编码方案压缩数据？</a:t>
            </a:r>
          </a:p>
        </p:txBody>
      </p:sp>
    </p:spTree>
    <p:extLst>
      <p:ext uri="{BB962C8B-B14F-4D97-AF65-F5344CB8AC3E}">
        <p14:creationId xmlns:p14="http://schemas.microsoft.com/office/powerpoint/2010/main" val="13339443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AD026-3E8A-B482-7955-12A8E7E0E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C2D815-6610-48C9-BD2C-20A9B9C5D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A79D960-7110-9BAA-A926-5885DA3D3EF7}"/>
              </a:ext>
            </a:extLst>
          </p:cNvPr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75FFFB-665F-AD1F-1631-C595F698F789}"/>
              </a:ext>
            </a:extLst>
          </p:cNvPr>
          <p:cNvSpPr txBox="1"/>
          <p:nvPr/>
        </p:nvSpPr>
        <p:spPr>
          <a:xfrm>
            <a:off x="272375" y="693208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霍夫曼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(Huffman)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编码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60402C4-E8F4-0D11-3D2D-9AEC5BE5EE80}"/>
              </a:ext>
            </a:extLst>
          </p:cNvPr>
          <p:cNvSpPr txBox="1"/>
          <p:nvPr/>
        </p:nvSpPr>
        <p:spPr>
          <a:xfrm>
            <a:off x="321931" y="1351726"/>
            <a:ext cx="8607669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步骤：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331FDDC-2469-D29B-7267-1967B386FA94}"/>
              </a:ext>
            </a:extLst>
          </p:cNvPr>
          <p:cNvSpPr txBox="1"/>
          <p:nvPr/>
        </p:nvSpPr>
        <p:spPr>
          <a:xfrm>
            <a:off x="321931" y="2056706"/>
            <a:ext cx="3314766" cy="279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统计概率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排序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构造霍夫曼树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分配码字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生成编码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823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5517A-294E-F6FF-BD8A-56F298C48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B37330-2A50-5DEB-A218-108D87469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8BB98E3-AC84-F6CC-1DC0-4F85B09A5F78}"/>
              </a:ext>
            </a:extLst>
          </p:cNvPr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C474C8-D760-2E57-909C-E9D0F0E5F0A5}"/>
              </a:ext>
            </a:extLst>
          </p:cNvPr>
          <p:cNvSpPr txBox="1"/>
          <p:nvPr/>
        </p:nvSpPr>
        <p:spPr>
          <a:xfrm>
            <a:off x="272375" y="693208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霍夫曼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(Huffman)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编码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35C1B3D-72B7-77AF-4E9B-71F743782397}"/>
              </a:ext>
            </a:extLst>
          </p:cNvPr>
          <p:cNvSpPr txBox="1"/>
          <p:nvPr/>
        </p:nvSpPr>
        <p:spPr>
          <a:xfrm>
            <a:off x="321931" y="1351726"/>
            <a:ext cx="8607669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步骤：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8F6E3EF-AFCA-E902-F683-CC3C847A895B}"/>
              </a:ext>
            </a:extLst>
          </p:cNvPr>
          <p:cNvSpPr txBox="1"/>
          <p:nvPr/>
        </p:nvSpPr>
        <p:spPr>
          <a:xfrm>
            <a:off x="321931" y="2056706"/>
            <a:ext cx="3314766" cy="279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统计概率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排序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构造霍夫曼树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分配码字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生成编码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0F7BA2FA-D926-B036-7E4A-4A993774D04A}"/>
              </a:ext>
            </a:extLst>
          </p:cNvPr>
          <p:cNvSpPr/>
          <p:nvPr/>
        </p:nvSpPr>
        <p:spPr>
          <a:xfrm>
            <a:off x="3114583" y="2233320"/>
            <a:ext cx="778475" cy="3754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EA7C28-07E7-AF47-27A1-D48A4FF4CB2C}"/>
              </a:ext>
            </a:extLst>
          </p:cNvPr>
          <p:cNvSpPr txBox="1"/>
          <p:nvPr/>
        </p:nvSpPr>
        <p:spPr>
          <a:xfrm>
            <a:off x="4290053" y="2056706"/>
            <a:ext cx="3314766" cy="1689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在信源符号空间中统计各信源符号出现的次数，并求出其概率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060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132164" y="6356350"/>
            <a:ext cx="755804" cy="365125"/>
          </a:xfrm>
        </p:spPr>
        <p:txBody>
          <a:bodyPr/>
          <a:lstStyle/>
          <a:p>
            <a:fld id="{E663D701-F6D3-45BB-89CD-EE32AA93FC3C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2375" y="693208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霍夫曼编码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C12E65-0C92-49E3-BC69-A7644720B417}"/>
              </a:ext>
            </a:extLst>
          </p:cNvPr>
          <p:cNvSpPr txBox="1"/>
          <p:nvPr/>
        </p:nvSpPr>
        <p:spPr>
          <a:xfrm>
            <a:off x="321931" y="1351726"/>
            <a:ext cx="8607669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信源符号出现的概率分别为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2">
                <a:extLst>
                  <a:ext uri="{FF2B5EF4-FFF2-40B4-BE49-F238E27FC236}">
                    <a16:creationId xmlns:a16="http://schemas.microsoft.com/office/drawing/2014/main" id="{DA9AB3EB-15CB-4CF6-B72B-943FF8E1D14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395663" y="2065421"/>
              <a:ext cx="6163200" cy="79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0400">
                      <a:extLst>
                        <a:ext uri="{9D8B030D-6E8A-4147-A177-3AD203B41FA5}">
                          <a16:colId xmlns:a16="http://schemas.microsoft.com/office/drawing/2014/main" val="3975285592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3797660512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2331439811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1678502517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2858334118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1325358335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2201152896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23918888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B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C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D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E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F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G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43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0.1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0.18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0.47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0.05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0.06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0.1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0.04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827315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2">
                <a:extLst>
                  <a:ext uri="{FF2B5EF4-FFF2-40B4-BE49-F238E27FC236}">
                    <a16:creationId xmlns:a16="http://schemas.microsoft.com/office/drawing/2014/main" id="{DA9AB3EB-15CB-4CF6-B72B-943FF8E1D1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5533847"/>
                  </p:ext>
                </p:extLst>
              </p:nvPr>
            </p:nvGraphicFramePr>
            <p:xfrm>
              <a:off x="1395663" y="2065421"/>
              <a:ext cx="6163200" cy="79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0400">
                      <a:extLst>
                        <a:ext uri="{9D8B030D-6E8A-4147-A177-3AD203B41FA5}">
                          <a16:colId xmlns:a16="http://schemas.microsoft.com/office/drawing/2014/main" val="3975285592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3797660512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2331439811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1678502517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2858334118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1325358335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2201152896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2391888887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B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C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D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E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F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G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439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87" t="-109231" r="-700787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0.1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0.18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0.47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0.05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0.06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0.1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0.04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8273155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8B92C7C3-D615-442B-AA7C-2D0FC33473A4}"/>
              </a:ext>
            </a:extLst>
          </p:cNvPr>
          <p:cNvSpPr txBox="1"/>
          <p:nvPr/>
        </p:nvSpPr>
        <p:spPr>
          <a:xfrm>
            <a:off x="383426" y="3004505"/>
            <a:ext cx="3004351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请问如何编码？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47B2EFC-6A1C-4BB3-9998-9EAB8017511A}"/>
              </a:ext>
            </a:extLst>
          </p:cNvPr>
          <p:cNvSpPr txBox="1"/>
          <p:nvPr/>
        </p:nvSpPr>
        <p:spPr>
          <a:xfrm>
            <a:off x="507282" y="3924427"/>
            <a:ext cx="3314766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统计概率</a:t>
            </a:r>
            <a:endParaRPr lang="en-US" altLang="zh-CN" sz="2400" b="1" dirty="0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排序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9F1713A-2F63-6D92-4DE2-225C55DA310E}"/>
              </a:ext>
            </a:extLst>
          </p:cNvPr>
          <p:cNvSpPr txBox="1"/>
          <p:nvPr/>
        </p:nvSpPr>
        <p:spPr>
          <a:xfrm>
            <a:off x="4392220" y="3149693"/>
            <a:ext cx="1513905" cy="5810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0.47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A2914EC-296D-096A-2EAE-3E9E94FB6DED}"/>
              </a:ext>
            </a:extLst>
          </p:cNvPr>
          <p:cNvSpPr txBox="1"/>
          <p:nvPr/>
        </p:nvSpPr>
        <p:spPr>
          <a:xfrm>
            <a:off x="4386268" y="3620552"/>
            <a:ext cx="1557332" cy="5810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0.18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0299E82-9FE4-CCE0-D93B-3E161F046D41}"/>
              </a:ext>
            </a:extLst>
          </p:cNvPr>
          <p:cNvSpPr txBox="1"/>
          <p:nvPr/>
        </p:nvSpPr>
        <p:spPr>
          <a:xfrm>
            <a:off x="4363388" y="4068378"/>
            <a:ext cx="1407827" cy="5810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0.1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0E826D8-5B7F-1236-2070-0DC6B4761CF7}"/>
              </a:ext>
            </a:extLst>
          </p:cNvPr>
          <p:cNvSpPr txBox="1"/>
          <p:nvPr/>
        </p:nvSpPr>
        <p:spPr>
          <a:xfrm>
            <a:off x="4417245" y="4516204"/>
            <a:ext cx="1353970" cy="5810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0.1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A437FD1-9C26-1C14-9296-DA23A89504CF}"/>
              </a:ext>
            </a:extLst>
          </p:cNvPr>
          <p:cNvSpPr txBox="1"/>
          <p:nvPr/>
        </p:nvSpPr>
        <p:spPr>
          <a:xfrm>
            <a:off x="4415853" y="4927805"/>
            <a:ext cx="1686215" cy="5810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0.06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FE520C-FEA0-D1E0-060A-AC5B3524C2C2}"/>
              </a:ext>
            </a:extLst>
          </p:cNvPr>
          <p:cNvSpPr txBox="1"/>
          <p:nvPr/>
        </p:nvSpPr>
        <p:spPr>
          <a:xfrm>
            <a:off x="4348793" y="5321097"/>
            <a:ext cx="1557332" cy="5810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0.05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C2871A6-81EB-5F69-6082-6E4A5F8307D6}"/>
              </a:ext>
            </a:extLst>
          </p:cNvPr>
          <p:cNvSpPr txBox="1"/>
          <p:nvPr/>
        </p:nvSpPr>
        <p:spPr>
          <a:xfrm>
            <a:off x="4341298" y="5729480"/>
            <a:ext cx="1744709" cy="5810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0.04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C0DBD30-A9C1-4A05-85A4-199418E20D15}"/>
              </a:ext>
            </a:extLst>
          </p:cNvPr>
          <p:cNvSpPr txBox="1"/>
          <p:nvPr/>
        </p:nvSpPr>
        <p:spPr>
          <a:xfrm>
            <a:off x="924842" y="5057818"/>
            <a:ext cx="3552421" cy="799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根据各信源符号出现的概率，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从大到小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排列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991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5" grpId="0"/>
      <p:bldP spid="6" grpId="0"/>
      <p:bldP spid="11" grpId="0"/>
      <p:bldP spid="12" grpId="0"/>
      <p:bldP spid="14" grpId="0"/>
      <p:bldP spid="15" grpId="0"/>
      <p:bldP spid="16" grpId="0"/>
      <p:bldP spid="1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6BAFC-07E7-8488-0E19-B4865421E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7D77BB-9178-AE10-0645-71F954B4A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98012" y="6356350"/>
            <a:ext cx="755804" cy="365125"/>
          </a:xfrm>
        </p:spPr>
        <p:txBody>
          <a:bodyPr/>
          <a:lstStyle/>
          <a:p>
            <a:fld id="{E663D701-F6D3-45BB-89CD-EE32AA93FC3C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7FE60ED-6450-8224-CB81-CBE5F54409DD}"/>
              </a:ext>
            </a:extLst>
          </p:cNvPr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D7D4225-DBE3-9540-6C0B-EA9E0149AD84}"/>
              </a:ext>
            </a:extLst>
          </p:cNvPr>
          <p:cNvSpPr txBox="1"/>
          <p:nvPr/>
        </p:nvSpPr>
        <p:spPr>
          <a:xfrm>
            <a:off x="272375" y="693208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霍夫曼编码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3DF0846-808C-AB50-1FF7-EF1945C8146F}"/>
              </a:ext>
            </a:extLst>
          </p:cNvPr>
          <p:cNvSpPr txBox="1"/>
          <p:nvPr/>
        </p:nvSpPr>
        <p:spPr>
          <a:xfrm>
            <a:off x="194553" y="1397139"/>
            <a:ext cx="3314766" cy="1689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统计概率</a:t>
            </a:r>
            <a:endParaRPr lang="en-US" altLang="zh-CN" sz="2400" b="1" dirty="0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排序</a:t>
            </a:r>
            <a:endParaRPr lang="en-US" altLang="zh-CN" sz="2400" b="1" dirty="0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构造霍夫曼树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4E88FB4-BE02-CF4D-7BE8-129B4BC02707}"/>
              </a:ext>
            </a:extLst>
          </p:cNvPr>
          <p:cNvSpPr txBox="1"/>
          <p:nvPr/>
        </p:nvSpPr>
        <p:spPr>
          <a:xfrm>
            <a:off x="194553" y="3110354"/>
            <a:ext cx="3444940" cy="3384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0000"/>
              </a:lnSpc>
              <a:buFont typeface="Wingdings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概率值最小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的树叶节点，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合并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为一个代表其概率和的父节点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20000"/>
              </a:lnSpc>
              <a:buFont typeface="Wingdings" pitchFamily="2" charset="2"/>
              <a:buChar char="n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将生成的父节点视为一个新的树叶节点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，重复上一个步骤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20000"/>
              </a:lnSpc>
              <a:buFont typeface="Wingdings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不断合并节点直到所有节点合并成一个概率为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的根节点，构造完成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5AB1F98-F02B-D8DA-32B3-48E1A21A3B3A}"/>
              </a:ext>
            </a:extLst>
          </p:cNvPr>
          <p:cNvSpPr/>
          <p:nvPr/>
        </p:nvSpPr>
        <p:spPr>
          <a:xfrm>
            <a:off x="4477208" y="6074875"/>
            <a:ext cx="68772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0.18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B6DE216-9437-9543-0395-17B620240017}"/>
              </a:ext>
            </a:extLst>
          </p:cNvPr>
          <p:cNvSpPr/>
          <p:nvPr/>
        </p:nvSpPr>
        <p:spPr>
          <a:xfrm>
            <a:off x="5290061" y="6074875"/>
            <a:ext cx="61563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0.1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B9DBFA1-A074-3FF6-DECC-2473D3EE8795}"/>
              </a:ext>
            </a:extLst>
          </p:cNvPr>
          <p:cNvSpPr/>
          <p:nvPr/>
        </p:nvSpPr>
        <p:spPr>
          <a:xfrm>
            <a:off x="6027628" y="6074875"/>
            <a:ext cx="61563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</a:p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0.1</a:t>
            </a:r>
            <a:endParaRPr kumimoji="1" lang="zh-CN" altLang="en-US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D7F89D8-5903-12C0-0D84-127F351D0536}"/>
              </a:ext>
            </a:extLst>
          </p:cNvPr>
          <p:cNvSpPr/>
          <p:nvPr/>
        </p:nvSpPr>
        <p:spPr>
          <a:xfrm>
            <a:off x="6761840" y="6074875"/>
            <a:ext cx="68772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0.06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302E741-9F9E-6F74-6D86-C20DF97F443F}"/>
              </a:ext>
            </a:extLst>
          </p:cNvPr>
          <p:cNvSpPr/>
          <p:nvPr/>
        </p:nvSpPr>
        <p:spPr>
          <a:xfrm>
            <a:off x="7568142" y="6074875"/>
            <a:ext cx="68772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0.05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47EA433-490E-D2E2-3379-0494B1A00A42}"/>
              </a:ext>
            </a:extLst>
          </p:cNvPr>
          <p:cNvSpPr/>
          <p:nvPr/>
        </p:nvSpPr>
        <p:spPr>
          <a:xfrm>
            <a:off x="8374444" y="6074875"/>
            <a:ext cx="68772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0.04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2308CC6-9A96-AB11-2855-829A6B724CC1}"/>
              </a:ext>
            </a:extLst>
          </p:cNvPr>
          <p:cNvGrpSpPr/>
          <p:nvPr/>
        </p:nvGrpSpPr>
        <p:grpSpPr>
          <a:xfrm>
            <a:off x="7912005" y="5595042"/>
            <a:ext cx="806302" cy="479833"/>
            <a:chOff x="7912005" y="5595042"/>
            <a:chExt cx="806302" cy="479833"/>
          </a:xfrm>
        </p:grpSpPr>
        <p:cxnSp>
          <p:nvCxnSpPr>
            <p:cNvPr id="30" name="直线连接符 29">
              <a:extLst>
                <a:ext uri="{FF2B5EF4-FFF2-40B4-BE49-F238E27FC236}">
                  <a16:creationId xmlns:a16="http://schemas.microsoft.com/office/drawing/2014/main" id="{038EBA62-0BBB-4584-8813-E4AAF2B781BE}"/>
                </a:ext>
              </a:extLst>
            </p:cNvPr>
            <p:cNvCxnSpPr>
              <a:cxnSpLocks/>
              <a:stCxn id="27" idx="0"/>
            </p:cNvCxnSpPr>
            <p:nvPr/>
          </p:nvCxnSpPr>
          <p:spPr>
            <a:xfrm flipV="1">
              <a:off x="7912005" y="5748950"/>
              <a:ext cx="0" cy="3259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线连接符 30">
              <a:extLst>
                <a:ext uri="{FF2B5EF4-FFF2-40B4-BE49-F238E27FC236}">
                  <a16:creationId xmlns:a16="http://schemas.microsoft.com/office/drawing/2014/main" id="{F6699107-17D2-5748-C32F-25C5AA30D7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12005" y="5748949"/>
              <a:ext cx="80630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线连接符 33">
              <a:extLst>
                <a:ext uri="{FF2B5EF4-FFF2-40B4-BE49-F238E27FC236}">
                  <a16:creationId xmlns:a16="http://schemas.microsoft.com/office/drawing/2014/main" id="{4DC2C47B-7A11-E25F-6945-32572715C0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8307" y="5748949"/>
              <a:ext cx="0" cy="3259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线连接符 38">
              <a:extLst>
                <a:ext uri="{FF2B5EF4-FFF2-40B4-BE49-F238E27FC236}">
                  <a16:creationId xmlns:a16="http://schemas.microsoft.com/office/drawing/2014/main" id="{CCBE49EA-B312-8116-7541-75B2DE17BF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15156" y="5595042"/>
              <a:ext cx="0" cy="1539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矩形 40">
            <a:extLst>
              <a:ext uri="{FF2B5EF4-FFF2-40B4-BE49-F238E27FC236}">
                <a16:creationId xmlns:a16="http://schemas.microsoft.com/office/drawing/2014/main" id="{1B242554-8B69-2B92-E27F-FAB86AE4F66B}"/>
              </a:ext>
            </a:extLst>
          </p:cNvPr>
          <p:cNvSpPr/>
          <p:nvPr/>
        </p:nvSpPr>
        <p:spPr>
          <a:xfrm>
            <a:off x="7968368" y="5202305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0.09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4D0AECD-1EC5-D248-49F9-07EDF6329244}"/>
              </a:ext>
            </a:extLst>
          </p:cNvPr>
          <p:cNvGrpSpPr/>
          <p:nvPr/>
        </p:nvGrpSpPr>
        <p:grpSpPr>
          <a:xfrm>
            <a:off x="7105703" y="4713126"/>
            <a:ext cx="1193431" cy="1361747"/>
            <a:chOff x="7105703" y="4713126"/>
            <a:chExt cx="1193431" cy="1361747"/>
          </a:xfrm>
        </p:grpSpPr>
        <p:cxnSp>
          <p:nvCxnSpPr>
            <p:cNvPr id="43" name="直线连接符 42">
              <a:extLst>
                <a:ext uri="{FF2B5EF4-FFF2-40B4-BE49-F238E27FC236}">
                  <a16:creationId xmlns:a16="http://schemas.microsoft.com/office/drawing/2014/main" id="{3910E9E0-DD9C-6B3A-A18A-BDE801DCD6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05703" y="4876380"/>
              <a:ext cx="7786" cy="119849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3C700236-4690-17F2-EDA3-E55AF99FE9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9134" y="4876380"/>
              <a:ext cx="0" cy="3259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线连接符 49">
              <a:extLst>
                <a:ext uri="{FF2B5EF4-FFF2-40B4-BE49-F238E27FC236}">
                  <a16:creationId xmlns:a16="http://schemas.microsoft.com/office/drawing/2014/main" id="{78F456D9-A66B-2E0D-D0BE-82C59C3C12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05703" y="4876380"/>
              <a:ext cx="11934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线连接符 57">
              <a:extLst>
                <a:ext uri="{FF2B5EF4-FFF2-40B4-BE49-F238E27FC236}">
                  <a16:creationId xmlns:a16="http://schemas.microsoft.com/office/drawing/2014/main" id="{3AA100EB-E8E8-EA94-0551-6717CF2212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83252" y="4713126"/>
              <a:ext cx="0" cy="1539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矩形 59">
            <a:extLst>
              <a:ext uri="{FF2B5EF4-FFF2-40B4-BE49-F238E27FC236}">
                <a16:creationId xmlns:a16="http://schemas.microsoft.com/office/drawing/2014/main" id="{EA4CD139-BF38-954E-7D3B-7838D54D3C16}"/>
              </a:ext>
            </a:extLst>
          </p:cNvPr>
          <p:cNvSpPr/>
          <p:nvPr/>
        </p:nvSpPr>
        <p:spPr>
          <a:xfrm>
            <a:off x="4785844" y="1702130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6DB600EE-7769-FC9F-94FC-11C109A6B23E}"/>
              </a:ext>
            </a:extLst>
          </p:cNvPr>
          <p:cNvSpPr/>
          <p:nvPr/>
        </p:nvSpPr>
        <p:spPr>
          <a:xfrm>
            <a:off x="7341926" y="4326635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0.15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6B73E24-C23F-5072-CA40-8F54A58A81BB}"/>
              </a:ext>
            </a:extLst>
          </p:cNvPr>
          <p:cNvGrpSpPr/>
          <p:nvPr/>
        </p:nvGrpSpPr>
        <p:grpSpPr>
          <a:xfrm>
            <a:off x="5585832" y="4700769"/>
            <a:ext cx="749614" cy="1363110"/>
            <a:chOff x="5585832" y="4700769"/>
            <a:chExt cx="749614" cy="1363110"/>
          </a:xfrm>
        </p:grpSpPr>
        <p:cxnSp>
          <p:nvCxnSpPr>
            <p:cNvPr id="62" name="直线连接符 61">
              <a:extLst>
                <a:ext uri="{FF2B5EF4-FFF2-40B4-BE49-F238E27FC236}">
                  <a16:creationId xmlns:a16="http://schemas.microsoft.com/office/drawing/2014/main" id="{6E371B33-6C09-784F-B583-C04F318A22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85832" y="4864706"/>
              <a:ext cx="5850" cy="119849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线连接符 62">
              <a:extLst>
                <a:ext uri="{FF2B5EF4-FFF2-40B4-BE49-F238E27FC236}">
                  <a16:creationId xmlns:a16="http://schemas.microsoft.com/office/drawing/2014/main" id="{C88708AB-EDA5-136F-1998-92B7C6DE73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25515" y="4865386"/>
              <a:ext cx="7786" cy="119849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线连接符 63">
              <a:extLst>
                <a:ext uri="{FF2B5EF4-FFF2-40B4-BE49-F238E27FC236}">
                  <a16:creationId xmlns:a16="http://schemas.microsoft.com/office/drawing/2014/main" id="{7A7F4895-DBE1-97CE-E56C-E6A618BBA8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85832" y="4859208"/>
              <a:ext cx="74961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线连接符 67">
              <a:extLst>
                <a:ext uri="{FF2B5EF4-FFF2-40B4-BE49-F238E27FC236}">
                  <a16:creationId xmlns:a16="http://schemas.microsoft.com/office/drawing/2014/main" id="{AD4E5636-AC60-3AEE-B743-46A3BB8B0B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42421" y="4700769"/>
              <a:ext cx="0" cy="1539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矩形 68">
            <a:extLst>
              <a:ext uri="{FF2B5EF4-FFF2-40B4-BE49-F238E27FC236}">
                <a16:creationId xmlns:a16="http://schemas.microsoft.com/office/drawing/2014/main" id="{D4BD29A3-DE0C-478A-5916-3B3A74636233}"/>
              </a:ext>
            </a:extLst>
          </p:cNvPr>
          <p:cNvSpPr/>
          <p:nvPr/>
        </p:nvSpPr>
        <p:spPr>
          <a:xfrm>
            <a:off x="5600573" y="4312768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0.2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638F632-B38B-7B82-3FD7-8A296A75039B}"/>
              </a:ext>
            </a:extLst>
          </p:cNvPr>
          <p:cNvGrpSpPr/>
          <p:nvPr/>
        </p:nvGrpSpPr>
        <p:grpSpPr>
          <a:xfrm>
            <a:off x="4821071" y="3845292"/>
            <a:ext cx="2863218" cy="2217907"/>
            <a:chOff x="4821071" y="3845292"/>
            <a:chExt cx="2863218" cy="2217907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D90F56BD-F3AC-8EBD-4D50-5D3CB9CA5859}"/>
                </a:ext>
              </a:extLst>
            </p:cNvPr>
            <p:cNvGrpSpPr/>
            <p:nvPr/>
          </p:nvGrpSpPr>
          <p:grpSpPr>
            <a:xfrm>
              <a:off x="4821071" y="3845292"/>
              <a:ext cx="2862181" cy="2217907"/>
              <a:chOff x="4821071" y="3845292"/>
              <a:chExt cx="2862181" cy="2217907"/>
            </a:xfrm>
          </p:grpSpPr>
          <p:cxnSp>
            <p:nvCxnSpPr>
              <p:cNvPr id="45" name="直线连接符 44">
                <a:extLst>
                  <a:ext uri="{FF2B5EF4-FFF2-40B4-BE49-F238E27FC236}">
                    <a16:creationId xmlns:a16="http://schemas.microsoft.com/office/drawing/2014/main" id="{41A05701-A230-7989-E778-9032241C22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84747" y="3845292"/>
                <a:ext cx="0" cy="15390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线连接符 48">
                <a:extLst>
                  <a:ext uri="{FF2B5EF4-FFF2-40B4-BE49-F238E27FC236}">
                    <a16:creationId xmlns:a16="http://schemas.microsoft.com/office/drawing/2014/main" id="{45764516-055D-9D7D-62BF-A974DE26CBB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83252" y="3999199"/>
                <a:ext cx="0" cy="32592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线连接符 71">
                <a:extLst>
                  <a:ext uri="{FF2B5EF4-FFF2-40B4-BE49-F238E27FC236}">
                    <a16:creationId xmlns:a16="http://schemas.microsoft.com/office/drawing/2014/main" id="{F674DE23-0FB1-D60C-F5BC-3B0C05C9CF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21071" y="3999199"/>
                <a:ext cx="0" cy="2064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4" name="直线连接符 73">
              <a:extLst>
                <a:ext uri="{FF2B5EF4-FFF2-40B4-BE49-F238E27FC236}">
                  <a16:creationId xmlns:a16="http://schemas.microsoft.com/office/drawing/2014/main" id="{F5AC3985-14DC-E31F-6533-AD5109EE7E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1071" y="3999199"/>
              <a:ext cx="286321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矩形 78">
            <a:extLst>
              <a:ext uri="{FF2B5EF4-FFF2-40B4-BE49-F238E27FC236}">
                <a16:creationId xmlns:a16="http://schemas.microsoft.com/office/drawing/2014/main" id="{ABC11417-F2CC-C1F7-A359-22FB2C6186D7}"/>
              </a:ext>
            </a:extLst>
          </p:cNvPr>
          <p:cNvSpPr/>
          <p:nvPr/>
        </p:nvSpPr>
        <p:spPr>
          <a:xfrm>
            <a:off x="6445285" y="3456012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0.33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93FDAB7F-99B6-D491-95B6-B18151D565FB}"/>
              </a:ext>
            </a:extLst>
          </p:cNvPr>
          <p:cNvSpPr/>
          <p:nvPr/>
        </p:nvSpPr>
        <p:spPr>
          <a:xfrm>
            <a:off x="3676644" y="6074875"/>
            <a:ext cx="68772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0.47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636D476-E464-E429-3518-BBDAD52F8CD9}"/>
              </a:ext>
            </a:extLst>
          </p:cNvPr>
          <p:cNvGrpSpPr/>
          <p:nvPr/>
        </p:nvGrpSpPr>
        <p:grpSpPr>
          <a:xfrm>
            <a:off x="5942421" y="2986867"/>
            <a:ext cx="828330" cy="1325901"/>
            <a:chOff x="5942421" y="2986867"/>
            <a:chExt cx="828330" cy="1325901"/>
          </a:xfrm>
        </p:grpSpPr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D61CE6A2-019E-61EA-0143-F025D6A9B0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6838" y="2986867"/>
              <a:ext cx="0" cy="1539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线连接符 70">
              <a:extLst>
                <a:ext uri="{FF2B5EF4-FFF2-40B4-BE49-F238E27FC236}">
                  <a16:creationId xmlns:a16="http://schemas.microsoft.com/office/drawing/2014/main" id="{02FA1CB3-FE7B-89EC-863F-12EE7F872A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70751" y="3130087"/>
              <a:ext cx="0" cy="3259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线连接符 81">
              <a:extLst>
                <a:ext uri="{FF2B5EF4-FFF2-40B4-BE49-F238E27FC236}">
                  <a16:creationId xmlns:a16="http://schemas.microsoft.com/office/drawing/2014/main" id="{729E3B75-159F-F7C4-938A-6FDCC5F549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42421" y="3143211"/>
              <a:ext cx="81941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C4C52BA2-9223-D2DF-5982-82510389AB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42421" y="3130087"/>
              <a:ext cx="0" cy="118268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矩形 92">
            <a:extLst>
              <a:ext uri="{FF2B5EF4-FFF2-40B4-BE49-F238E27FC236}">
                <a16:creationId xmlns:a16="http://schemas.microsoft.com/office/drawing/2014/main" id="{E7869EC4-5D7C-733A-27C7-94C0361B4B6F}"/>
              </a:ext>
            </a:extLst>
          </p:cNvPr>
          <p:cNvSpPr/>
          <p:nvPr/>
        </p:nvSpPr>
        <p:spPr>
          <a:xfrm>
            <a:off x="6024854" y="2591087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0.53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5D5C271-178D-80FF-CA89-7BE08102D798}"/>
              </a:ext>
            </a:extLst>
          </p:cNvPr>
          <p:cNvGrpSpPr/>
          <p:nvPr/>
        </p:nvGrpSpPr>
        <p:grpSpPr>
          <a:xfrm>
            <a:off x="4014958" y="2087758"/>
            <a:ext cx="2351880" cy="3975441"/>
            <a:chOff x="4014958" y="2087758"/>
            <a:chExt cx="2351880" cy="3975441"/>
          </a:xfrm>
        </p:grpSpPr>
        <p:cxnSp>
          <p:nvCxnSpPr>
            <p:cNvPr id="46" name="直线连接符 45">
              <a:extLst>
                <a:ext uri="{FF2B5EF4-FFF2-40B4-BE49-F238E27FC236}">
                  <a16:creationId xmlns:a16="http://schemas.microsoft.com/office/drawing/2014/main" id="{3C0D11BB-244D-6626-3954-01532C9476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14958" y="2265162"/>
              <a:ext cx="235188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线连接符 75">
              <a:extLst>
                <a:ext uri="{FF2B5EF4-FFF2-40B4-BE49-F238E27FC236}">
                  <a16:creationId xmlns:a16="http://schemas.microsoft.com/office/drawing/2014/main" id="{B13C9BD1-0B33-5F01-A0EC-02FDD49BD7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25339" y="2087758"/>
              <a:ext cx="0" cy="1539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线连接符 93">
              <a:extLst>
                <a:ext uri="{FF2B5EF4-FFF2-40B4-BE49-F238E27FC236}">
                  <a16:creationId xmlns:a16="http://schemas.microsoft.com/office/drawing/2014/main" id="{65C4F8ED-BAD1-CB8D-4386-FD91FA6B10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4958" y="2265162"/>
              <a:ext cx="0" cy="37980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线连接符 94">
              <a:extLst>
                <a:ext uri="{FF2B5EF4-FFF2-40B4-BE49-F238E27FC236}">
                  <a16:creationId xmlns:a16="http://schemas.microsoft.com/office/drawing/2014/main" id="{3CA5143B-7F89-B012-6E40-9A7B26775E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6838" y="2265162"/>
              <a:ext cx="0" cy="3259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5818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6" grpId="0" animBg="1"/>
      <p:bldP spid="27" grpId="0" animBg="1"/>
      <p:bldP spid="28" grpId="0" animBg="1"/>
      <p:bldP spid="41" grpId="0" animBg="1"/>
      <p:bldP spid="60" grpId="0" animBg="1"/>
      <p:bldP spid="61" grpId="0" animBg="1"/>
      <p:bldP spid="69" grpId="0" animBg="1"/>
      <p:bldP spid="79" grpId="0" animBg="1"/>
      <p:bldP spid="80" grpId="0" animBg="1"/>
      <p:bldP spid="9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8DE9B-A813-6768-BA78-81A4CC0C0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EAC18F-56C8-1CE7-270C-B8A7F8AEA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98012" y="6356350"/>
            <a:ext cx="755804" cy="365125"/>
          </a:xfrm>
        </p:spPr>
        <p:txBody>
          <a:bodyPr/>
          <a:lstStyle/>
          <a:p>
            <a:fld id="{E663D701-F6D3-45BB-89CD-EE32AA93FC3C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DDA0804-1842-FA99-5EBE-0B9C3DE21C75}"/>
              </a:ext>
            </a:extLst>
          </p:cNvPr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04FDE12-24FC-3D26-798F-A50618EB12E4}"/>
              </a:ext>
            </a:extLst>
          </p:cNvPr>
          <p:cNvSpPr txBox="1"/>
          <p:nvPr/>
        </p:nvSpPr>
        <p:spPr>
          <a:xfrm>
            <a:off x="272375" y="693208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霍夫曼编码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C01C554-63D3-AC0B-C1C1-B1BFFFD19093}"/>
              </a:ext>
            </a:extLst>
          </p:cNvPr>
          <p:cNvSpPr txBox="1"/>
          <p:nvPr/>
        </p:nvSpPr>
        <p:spPr>
          <a:xfrm>
            <a:off x="194553" y="1397139"/>
            <a:ext cx="3314766" cy="22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统计概率</a:t>
            </a:r>
            <a:endParaRPr lang="en-US" altLang="zh-CN" sz="2400" b="1" dirty="0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排序</a:t>
            </a:r>
            <a:endParaRPr lang="en-US" altLang="zh-CN" sz="2400" b="1" dirty="0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构造霍夫曼树</a:t>
            </a:r>
            <a:endParaRPr lang="en-US" altLang="zh-CN" sz="24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分配码字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CE08CBF-2E83-817A-0138-B611F04A5B0E}"/>
              </a:ext>
            </a:extLst>
          </p:cNvPr>
          <p:cNvSpPr/>
          <p:nvPr/>
        </p:nvSpPr>
        <p:spPr>
          <a:xfrm>
            <a:off x="4477208" y="6074875"/>
            <a:ext cx="68772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0.18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8B70FC2-F00F-9EBD-B611-0E203A3B6506}"/>
              </a:ext>
            </a:extLst>
          </p:cNvPr>
          <p:cNvSpPr/>
          <p:nvPr/>
        </p:nvSpPr>
        <p:spPr>
          <a:xfrm>
            <a:off x="5290061" y="6074875"/>
            <a:ext cx="61563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0.1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89E57A8-6039-CF04-39B4-5AD79B7FFB3C}"/>
              </a:ext>
            </a:extLst>
          </p:cNvPr>
          <p:cNvSpPr/>
          <p:nvPr/>
        </p:nvSpPr>
        <p:spPr>
          <a:xfrm>
            <a:off x="6027628" y="6074875"/>
            <a:ext cx="61563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</a:p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0.1</a:t>
            </a:r>
            <a:endParaRPr kumimoji="1" lang="zh-CN" altLang="en-US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7644577-E31C-3835-870D-4CEC169C537F}"/>
              </a:ext>
            </a:extLst>
          </p:cNvPr>
          <p:cNvSpPr/>
          <p:nvPr/>
        </p:nvSpPr>
        <p:spPr>
          <a:xfrm>
            <a:off x="6761840" y="6074875"/>
            <a:ext cx="68772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0.06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3373C51-6979-25F3-0C94-FBA7FF9BD5CC}"/>
              </a:ext>
            </a:extLst>
          </p:cNvPr>
          <p:cNvSpPr/>
          <p:nvPr/>
        </p:nvSpPr>
        <p:spPr>
          <a:xfrm>
            <a:off x="7568142" y="6074875"/>
            <a:ext cx="68772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0.05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1FE1913-8FC6-D699-CFF3-647E5A23ADD5}"/>
              </a:ext>
            </a:extLst>
          </p:cNvPr>
          <p:cNvSpPr/>
          <p:nvPr/>
        </p:nvSpPr>
        <p:spPr>
          <a:xfrm>
            <a:off x="8374444" y="6074875"/>
            <a:ext cx="68772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0.04</a:t>
            </a:r>
          </a:p>
        </p:txBody>
      </p: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D1A50C3C-7890-952C-6107-E8A9E42A4F9F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7912005" y="5748950"/>
            <a:ext cx="0" cy="3259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A3D9D6D5-329B-8005-09C7-D4047C697AFE}"/>
              </a:ext>
            </a:extLst>
          </p:cNvPr>
          <p:cNvCxnSpPr>
            <a:cxnSpLocks/>
          </p:cNvCxnSpPr>
          <p:nvPr/>
        </p:nvCxnSpPr>
        <p:spPr>
          <a:xfrm flipH="1">
            <a:off x="7912005" y="5748949"/>
            <a:ext cx="80630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8B5ED946-CC5A-5A1A-E724-B9425D915B11}"/>
              </a:ext>
            </a:extLst>
          </p:cNvPr>
          <p:cNvCxnSpPr>
            <a:cxnSpLocks/>
          </p:cNvCxnSpPr>
          <p:nvPr/>
        </p:nvCxnSpPr>
        <p:spPr>
          <a:xfrm flipV="1">
            <a:off x="8718307" y="5748949"/>
            <a:ext cx="0" cy="3259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ADB652B2-2ED1-8CD8-6FC9-72535F59518A}"/>
              </a:ext>
            </a:extLst>
          </p:cNvPr>
          <p:cNvSpPr txBox="1"/>
          <p:nvPr/>
        </p:nvSpPr>
        <p:spPr>
          <a:xfrm>
            <a:off x="7858846" y="5752712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0994050-71B8-1BA5-3123-D6681C52EF6B}"/>
              </a:ext>
            </a:extLst>
          </p:cNvPr>
          <p:cNvSpPr txBox="1"/>
          <p:nvPr/>
        </p:nvSpPr>
        <p:spPr>
          <a:xfrm>
            <a:off x="4020898" y="2265162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9" name="直线连接符 38">
            <a:extLst>
              <a:ext uri="{FF2B5EF4-FFF2-40B4-BE49-F238E27FC236}">
                <a16:creationId xmlns:a16="http://schemas.microsoft.com/office/drawing/2014/main" id="{0F4EE629-1270-00CB-AEFF-D9125EAFB01B}"/>
              </a:ext>
            </a:extLst>
          </p:cNvPr>
          <p:cNvCxnSpPr>
            <a:cxnSpLocks/>
          </p:cNvCxnSpPr>
          <p:nvPr/>
        </p:nvCxnSpPr>
        <p:spPr>
          <a:xfrm flipV="1">
            <a:off x="8315156" y="5595042"/>
            <a:ext cx="0" cy="1539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69B78BF9-FE3E-1FAC-2AF6-CE76BAEEE216}"/>
              </a:ext>
            </a:extLst>
          </p:cNvPr>
          <p:cNvSpPr/>
          <p:nvPr/>
        </p:nvSpPr>
        <p:spPr>
          <a:xfrm>
            <a:off x="7968368" y="5202305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0.09</a:t>
            </a:r>
          </a:p>
        </p:txBody>
      </p:sp>
      <p:cxnSp>
        <p:nvCxnSpPr>
          <p:cNvPr id="43" name="直线连接符 42">
            <a:extLst>
              <a:ext uri="{FF2B5EF4-FFF2-40B4-BE49-F238E27FC236}">
                <a16:creationId xmlns:a16="http://schemas.microsoft.com/office/drawing/2014/main" id="{4509B911-A7B0-03D5-1A39-13A387101003}"/>
              </a:ext>
            </a:extLst>
          </p:cNvPr>
          <p:cNvCxnSpPr>
            <a:cxnSpLocks/>
          </p:cNvCxnSpPr>
          <p:nvPr/>
        </p:nvCxnSpPr>
        <p:spPr>
          <a:xfrm flipH="1" flipV="1">
            <a:off x="7105703" y="4876380"/>
            <a:ext cx="7786" cy="11984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A849DB3C-E410-E1B6-BAAA-450EDA8763B0}"/>
              </a:ext>
            </a:extLst>
          </p:cNvPr>
          <p:cNvCxnSpPr>
            <a:cxnSpLocks/>
          </p:cNvCxnSpPr>
          <p:nvPr/>
        </p:nvCxnSpPr>
        <p:spPr>
          <a:xfrm flipV="1">
            <a:off x="6366838" y="2986867"/>
            <a:ext cx="0" cy="1539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4AF5275A-D1CA-ED33-C7A3-25D6A139D9AF}"/>
              </a:ext>
            </a:extLst>
          </p:cNvPr>
          <p:cNvCxnSpPr>
            <a:cxnSpLocks/>
          </p:cNvCxnSpPr>
          <p:nvPr/>
        </p:nvCxnSpPr>
        <p:spPr>
          <a:xfrm flipV="1">
            <a:off x="6784747" y="3845292"/>
            <a:ext cx="0" cy="1539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824CFEFA-B10D-23FC-FE49-08AB519C8A06}"/>
              </a:ext>
            </a:extLst>
          </p:cNvPr>
          <p:cNvCxnSpPr>
            <a:cxnSpLocks/>
          </p:cNvCxnSpPr>
          <p:nvPr/>
        </p:nvCxnSpPr>
        <p:spPr>
          <a:xfrm flipH="1">
            <a:off x="4014958" y="2265162"/>
            <a:ext cx="2351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CCD0707C-43BD-3EBC-8E95-2F5299C56319}"/>
              </a:ext>
            </a:extLst>
          </p:cNvPr>
          <p:cNvSpPr txBox="1"/>
          <p:nvPr/>
        </p:nvSpPr>
        <p:spPr>
          <a:xfrm>
            <a:off x="8455079" y="5768365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8" name="直线连接符 47">
            <a:extLst>
              <a:ext uri="{FF2B5EF4-FFF2-40B4-BE49-F238E27FC236}">
                <a16:creationId xmlns:a16="http://schemas.microsoft.com/office/drawing/2014/main" id="{37AD486D-3726-F400-D2F4-74A2AC62FFF7}"/>
              </a:ext>
            </a:extLst>
          </p:cNvPr>
          <p:cNvCxnSpPr>
            <a:cxnSpLocks/>
          </p:cNvCxnSpPr>
          <p:nvPr/>
        </p:nvCxnSpPr>
        <p:spPr>
          <a:xfrm flipV="1">
            <a:off x="8299134" y="4876380"/>
            <a:ext cx="0" cy="3259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C754CD52-63DA-46FD-63BA-903BCF2F4713}"/>
              </a:ext>
            </a:extLst>
          </p:cNvPr>
          <p:cNvCxnSpPr>
            <a:cxnSpLocks/>
          </p:cNvCxnSpPr>
          <p:nvPr/>
        </p:nvCxnSpPr>
        <p:spPr>
          <a:xfrm flipV="1">
            <a:off x="7683252" y="3999199"/>
            <a:ext cx="0" cy="3259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810B0D87-283B-42C4-F43B-2D5BDA537FD7}"/>
              </a:ext>
            </a:extLst>
          </p:cNvPr>
          <p:cNvCxnSpPr>
            <a:cxnSpLocks/>
          </p:cNvCxnSpPr>
          <p:nvPr/>
        </p:nvCxnSpPr>
        <p:spPr>
          <a:xfrm flipH="1">
            <a:off x="7105703" y="4876380"/>
            <a:ext cx="11934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21B80790-6FD8-1136-F66B-3890E735B762}"/>
              </a:ext>
            </a:extLst>
          </p:cNvPr>
          <p:cNvSpPr txBox="1"/>
          <p:nvPr/>
        </p:nvSpPr>
        <p:spPr>
          <a:xfrm>
            <a:off x="6034613" y="2258708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C93445A8-4127-0DD1-2BD8-AC29551376AE}"/>
              </a:ext>
            </a:extLst>
          </p:cNvPr>
          <p:cNvSpPr txBox="1"/>
          <p:nvPr/>
        </p:nvSpPr>
        <p:spPr>
          <a:xfrm>
            <a:off x="7052544" y="4871241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2879A96-085D-C5BD-DDE1-C2357FC805D0}"/>
              </a:ext>
            </a:extLst>
          </p:cNvPr>
          <p:cNvSpPr txBox="1"/>
          <p:nvPr/>
        </p:nvSpPr>
        <p:spPr>
          <a:xfrm>
            <a:off x="8010344" y="4854677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C1551A13-85FA-4CA2-BB1E-49527859B7BC}"/>
              </a:ext>
            </a:extLst>
          </p:cNvPr>
          <p:cNvCxnSpPr>
            <a:cxnSpLocks/>
          </p:cNvCxnSpPr>
          <p:nvPr/>
        </p:nvCxnSpPr>
        <p:spPr>
          <a:xfrm flipV="1">
            <a:off x="7683252" y="4713126"/>
            <a:ext cx="0" cy="1539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C928B592-683C-78F7-6724-79879F8283BB}"/>
              </a:ext>
            </a:extLst>
          </p:cNvPr>
          <p:cNvSpPr/>
          <p:nvPr/>
        </p:nvSpPr>
        <p:spPr>
          <a:xfrm>
            <a:off x="4785844" y="1702130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F83AA062-28B0-3311-FE3F-D0E35CD7F8D5}"/>
              </a:ext>
            </a:extLst>
          </p:cNvPr>
          <p:cNvSpPr/>
          <p:nvPr/>
        </p:nvSpPr>
        <p:spPr>
          <a:xfrm>
            <a:off x="7341926" y="4326635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0.15</a:t>
            </a:r>
          </a:p>
        </p:txBody>
      </p: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DA393AFA-2D07-B797-C869-513D2AE67418}"/>
              </a:ext>
            </a:extLst>
          </p:cNvPr>
          <p:cNvCxnSpPr>
            <a:cxnSpLocks/>
          </p:cNvCxnSpPr>
          <p:nvPr/>
        </p:nvCxnSpPr>
        <p:spPr>
          <a:xfrm flipH="1" flipV="1">
            <a:off x="5585832" y="4864706"/>
            <a:ext cx="5850" cy="11984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D3C51BBA-1B4F-1A67-7BB2-0FE309B7E9F4}"/>
              </a:ext>
            </a:extLst>
          </p:cNvPr>
          <p:cNvCxnSpPr>
            <a:cxnSpLocks/>
          </p:cNvCxnSpPr>
          <p:nvPr/>
        </p:nvCxnSpPr>
        <p:spPr>
          <a:xfrm flipH="1" flipV="1">
            <a:off x="6325515" y="4865386"/>
            <a:ext cx="7786" cy="11984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DC6F1B78-9A9A-7567-2613-5A2FC0C65D30}"/>
              </a:ext>
            </a:extLst>
          </p:cNvPr>
          <p:cNvCxnSpPr>
            <a:cxnSpLocks/>
          </p:cNvCxnSpPr>
          <p:nvPr/>
        </p:nvCxnSpPr>
        <p:spPr>
          <a:xfrm flipH="1">
            <a:off x="5585832" y="4859208"/>
            <a:ext cx="7496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CB442640-D81E-BAAF-28A2-E99CBF0A8A7D}"/>
              </a:ext>
            </a:extLst>
          </p:cNvPr>
          <p:cNvSpPr txBox="1"/>
          <p:nvPr/>
        </p:nvSpPr>
        <p:spPr>
          <a:xfrm>
            <a:off x="6050780" y="4854390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1DC1C8C4-01B4-A9E4-222C-B944B0AFBF41}"/>
              </a:ext>
            </a:extLst>
          </p:cNvPr>
          <p:cNvSpPr txBox="1"/>
          <p:nvPr/>
        </p:nvSpPr>
        <p:spPr>
          <a:xfrm>
            <a:off x="5529723" y="4856575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0126B131-CAA2-CB5A-749F-0AE1F44CECD4}"/>
              </a:ext>
            </a:extLst>
          </p:cNvPr>
          <p:cNvCxnSpPr>
            <a:cxnSpLocks/>
          </p:cNvCxnSpPr>
          <p:nvPr/>
        </p:nvCxnSpPr>
        <p:spPr>
          <a:xfrm flipV="1">
            <a:off x="5942421" y="4700769"/>
            <a:ext cx="0" cy="1539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92FEBB95-E6C7-1A66-14CD-0BF8382472D2}"/>
              </a:ext>
            </a:extLst>
          </p:cNvPr>
          <p:cNvSpPr/>
          <p:nvPr/>
        </p:nvSpPr>
        <p:spPr>
          <a:xfrm>
            <a:off x="5600573" y="4312768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0.2</a:t>
            </a:r>
          </a:p>
        </p:txBody>
      </p:sp>
      <p:cxnSp>
        <p:nvCxnSpPr>
          <p:cNvPr id="71" name="直线连接符 70">
            <a:extLst>
              <a:ext uri="{FF2B5EF4-FFF2-40B4-BE49-F238E27FC236}">
                <a16:creationId xmlns:a16="http://schemas.microsoft.com/office/drawing/2014/main" id="{9AB754EE-370B-9C01-55DF-E7293D57B1E8}"/>
              </a:ext>
            </a:extLst>
          </p:cNvPr>
          <p:cNvCxnSpPr>
            <a:cxnSpLocks/>
          </p:cNvCxnSpPr>
          <p:nvPr/>
        </p:nvCxnSpPr>
        <p:spPr>
          <a:xfrm flipV="1">
            <a:off x="6770751" y="3130087"/>
            <a:ext cx="0" cy="3259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71">
            <a:extLst>
              <a:ext uri="{FF2B5EF4-FFF2-40B4-BE49-F238E27FC236}">
                <a16:creationId xmlns:a16="http://schemas.microsoft.com/office/drawing/2014/main" id="{4C9EAFEA-895B-E6C6-D438-B84BAFF213B1}"/>
              </a:ext>
            </a:extLst>
          </p:cNvPr>
          <p:cNvCxnSpPr>
            <a:cxnSpLocks/>
          </p:cNvCxnSpPr>
          <p:nvPr/>
        </p:nvCxnSpPr>
        <p:spPr>
          <a:xfrm flipV="1">
            <a:off x="4821071" y="3999199"/>
            <a:ext cx="0" cy="206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线连接符 73">
            <a:extLst>
              <a:ext uri="{FF2B5EF4-FFF2-40B4-BE49-F238E27FC236}">
                <a16:creationId xmlns:a16="http://schemas.microsoft.com/office/drawing/2014/main" id="{48013A2F-5780-A876-9D62-816EA45F2418}"/>
              </a:ext>
            </a:extLst>
          </p:cNvPr>
          <p:cNvCxnSpPr>
            <a:cxnSpLocks/>
          </p:cNvCxnSpPr>
          <p:nvPr/>
        </p:nvCxnSpPr>
        <p:spPr>
          <a:xfrm flipH="1">
            <a:off x="4821071" y="3999199"/>
            <a:ext cx="28632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FDC310CF-FFF2-5CB0-A8BF-798B89B7D2B3}"/>
              </a:ext>
            </a:extLst>
          </p:cNvPr>
          <p:cNvCxnSpPr>
            <a:cxnSpLocks/>
          </p:cNvCxnSpPr>
          <p:nvPr/>
        </p:nvCxnSpPr>
        <p:spPr>
          <a:xfrm flipV="1">
            <a:off x="5125339" y="2087758"/>
            <a:ext cx="0" cy="1539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0BE47C3E-5C87-9215-5628-C240D566F3D1}"/>
              </a:ext>
            </a:extLst>
          </p:cNvPr>
          <p:cNvSpPr txBox="1"/>
          <p:nvPr/>
        </p:nvSpPr>
        <p:spPr>
          <a:xfrm>
            <a:off x="4785844" y="3977495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3DE0E768-3B91-1371-BC64-234DA7117DEC}"/>
              </a:ext>
            </a:extLst>
          </p:cNvPr>
          <p:cNvSpPr txBox="1"/>
          <p:nvPr/>
        </p:nvSpPr>
        <p:spPr>
          <a:xfrm>
            <a:off x="7405327" y="3968165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D84B0B58-3DA6-D1F1-626B-393EE8B76EC9}"/>
              </a:ext>
            </a:extLst>
          </p:cNvPr>
          <p:cNvSpPr/>
          <p:nvPr/>
        </p:nvSpPr>
        <p:spPr>
          <a:xfrm>
            <a:off x="6445285" y="3456012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0.33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E14FFD3A-6D1C-7C80-EABB-A3AB7908F642}"/>
              </a:ext>
            </a:extLst>
          </p:cNvPr>
          <p:cNvSpPr/>
          <p:nvPr/>
        </p:nvSpPr>
        <p:spPr>
          <a:xfrm>
            <a:off x="3676644" y="6074875"/>
            <a:ext cx="68772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0.47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82" name="直线连接符 81">
            <a:extLst>
              <a:ext uri="{FF2B5EF4-FFF2-40B4-BE49-F238E27FC236}">
                <a16:creationId xmlns:a16="http://schemas.microsoft.com/office/drawing/2014/main" id="{8CD6C797-C737-35AF-0835-8E8B5299F42D}"/>
              </a:ext>
            </a:extLst>
          </p:cNvPr>
          <p:cNvCxnSpPr>
            <a:cxnSpLocks/>
          </p:cNvCxnSpPr>
          <p:nvPr/>
        </p:nvCxnSpPr>
        <p:spPr>
          <a:xfrm flipH="1">
            <a:off x="5942421" y="3143211"/>
            <a:ext cx="81941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FB958B8E-8750-8F9F-5FE9-17BBD265C68C}"/>
              </a:ext>
            </a:extLst>
          </p:cNvPr>
          <p:cNvCxnSpPr>
            <a:cxnSpLocks/>
          </p:cNvCxnSpPr>
          <p:nvPr/>
        </p:nvCxnSpPr>
        <p:spPr>
          <a:xfrm flipV="1">
            <a:off x="5942421" y="3130087"/>
            <a:ext cx="0" cy="118268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本框 88">
            <a:extLst>
              <a:ext uri="{FF2B5EF4-FFF2-40B4-BE49-F238E27FC236}">
                <a16:creationId xmlns:a16="http://schemas.microsoft.com/office/drawing/2014/main" id="{9EFEA7C2-48D3-E816-61B0-D1AD52F1DB1B}"/>
              </a:ext>
            </a:extLst>
          </p:cNvPr>
          <p:cNvSpPr txBox="1"/>
          <p:nvPr/>
        </p:nvSpPr>
        <p:spPr>
          <a:xfrm>
            <a:off x="6488698" y="3123135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2AEB81D0-99EE-9F51-298C-6F970207B705}"/>
              </a:ext>
            </a:extLst>
          </p:cNvPr>
          <p:cNvSpPr txBox="1"/>
          <p:nvPr/>
        </p:nvSpPr>
        <p:spPr>
          <a:xfrm>
            <a:off x="5882273" y="3156625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E4DC3977-1271-54A7-3707-203FA2FC3150}"/>
              </a:ext>
            </a:extLst>
          </p:cNvPr>
          <p:cNvSpPr/>
          <p:nvPr/>
        </p:nvSpPr>
        <p:spPr>
          <a:xfrm>
            <a:off x="6024854" y="2591087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0.53</a:t>
            </a:r>
          </a:p>
        </p:txBody>
      </p: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3B0E1C90-1C90-43EB-E398-77243ED836B9}"/>
              </a:ext>
            </a:extLst>
          </p:cNvPr>
          <p:cNvCxnSpPr>
            <a:cxnSpLocks/>
          </p:cNvCxnSpPr>
          <p:nvPr/>
        </p:nvCxnSpPr>
        <p:spPr>
          <a:xfrm flipV="1">
            <a:off x="4014958" y="2265162"/>
            <a:ext cx="0" cy="37980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7C568BEA-FA69-0E62-5253-1FDD91C270A6}"/>
              </a:ext>
            </a:extLst>
          </p:cNvPr>
          <p:cNvCxnSpPr>
            <a:cxnSpLocks/>
          </p:cNvCxnSpPr>
          <p:nvPr/>
        </p:nvCxnSpPr>
        <p:spPr>
          <a:xfrm flipV="1">
            <a:off x="6366838" y="2265162"/>
            <a:ext cx="0" cy="3259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7327B56E-607C-0AFE-C313-39DB1860D2C7}"/>
              </a:ext>
            </a:extLst>
          </p:cNvPr>
          <p:cNvSpPr txBox="1"/>
          <p:nvPr/>
        </p:nvSpPr>
        <p:spPr>
          <a:xfrm>
            <a:off x="219555" y="3654170"/>
            <a:ext cx="3444940" cy="1653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buFont typeface="Wingdings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从根节点开始为每一个节点的左右子节点分配码字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30000"/>
              </a:lnSpc>
              <a:buFont typeface="Wingdings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约定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概率大的子节点为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概率小的子节点为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01057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47" grpId="0"/>
      <p:bldP spid="55" grpId="0"/>
      <p:bldP spid="56" grpId="0"/>
      <p:bldP spid="57" grpId="0"/>
      <p:bldP spid="66" grpId="0"/>
      <p:bldP spid="67" grpId="0"/>
      <p:bldP spid="77" grpId="0"/>
      <p:bldP spid="78" grpId="0"/>
      <p:bldP spid="89" grpId="0"/>
      <p:bldP spid="9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AEA9A-DC8F-38C7-BEE9-3128AB9D5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23301F-F388-639B-B09D-C867D40A4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98012" y="6356350"/>
            <a:ext cx="755804" cy="365125"/>
          </a:xfrm>
        </p:spPr>
        <p:txBody>
          <a:bodyPr/>
          <a:lstStyle/>
          <a:p>
            <a:fld id="{E663D701-F6D3-45BB-89CD-EE32AA93FC3C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9BF70C1-E804-CEB2-AB35-45633DB05AA5}"/>
              </a:ext>
            </a:extLst>
          </p:cNvPr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F9B6B9B-2388-8607-8C04-F2341F9FA6E5}"/>
              </a:ext>
            </a:extLst>
          </p:cNvPr>
          <p:cNvSpPr txBox="1"/>
          <p:nvPr/>
        </p:nvSpPr>
        <p:spPr>
          <a:xfrm>
            <a:off x="272375" y="693208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霍夫曼编码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30B74F8-5AF9-A371-4349-B779E7180242}"/>
              </a:ext>
            </a:extLst>
          </p:cNvPr>
          <p:cNvSpPr txBox="1"/>
          <p:nvPr/>
        </p:nvSpPr>
        <p:spPr>
          <a:xfrm>
            <a:off x="194553" y="1397139"/>
            <a:ext cx="3314766" cy="279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统计概率</a:t>
            </a:r>
            <a:endParaRPr lang="en-US" altLang="zh-CN" sz="2400" b="1" dirty="0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排序</a:t>
            </a:r>
            <a:endParaRPr lang="en-US" altLang="zh-CN" sz="2400" b="1" dirty="0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构造霍夫曼树</a:t>
            </a:r>
            <a:endParaRPr lang="en-US" altLang="zh-CN" sz="24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分配码字</a:t>
            </a:r>
            <a:endParaRPr lang="en-US" altLang="zh-CN" sz="24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生成编码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C243420-D4BA-B49A-8DAC-F6EF49BDB438}"/>
              </a:ext>
            </a:extLst>
          </p:cNvPr>
          <p:cNvSpPr/>
          <p:nvPr/>
        </p:nvSpPr>
        <p:spPr>
          <a:xfrm>
            <a:off x="4477208" y="6074875"/>
            <a:ext cx="68772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0.18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660AA70-7EE4-EF6C-6E39-644883244E89}"/>
              </a:ext>
            </a:extLst>
          </p:cNvPr>
          <p:cNvSpPr/>
          <p:nvPr/>
        </p:nvSpPr>
        <p:spPr>
          <a:xfrm>
            <a:off x="5290061" y="6074875"/>
            <a:ext cx="61563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0.1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E80DEB4-A696-1564-A200-334F9E165C42}"/>
              </a:ext>
            </a:extLst>
          </p:cNvPr>
          <p:cNvSpPr/>
          <p:nvPr/>
        </p:nvSpPr>
        <p:spPr>
          <a:xfrm>
            <a:off x="6027628" y="6074875"/>
            <a:ext cx="61563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</a:p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0.1</a:t>
            </a:r>
            <a:endParaRPr kumimoji="1" lang="zh-CN" altLang="en-US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8417F63-712E-BD5A-13C3-12B9D7E2BFEE}"/>
              </a:ext>
            </a:extLst>
          </p:cNvPr>
          <p:cNvSpPr/>
          <p:nvPr/>
        </p:nvSpPr>
        <p:spPr>
          <a:xfrm>
            <a:off x="6761840" y="6074875"/>
            <a:ext cx="68772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0.06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B4951F6-F5FF-3946-5811-116D7E73E079}"/>
              </a:ext>
            </a:extLst>
          </p:cNvPr>
          <p:cNvSpPr/>
          <p:nvPr/>
        </p:nvSpPr>
        <p:spPr>
          <a:xfrm>
            <a:off x="7568142" y="6074875"/>
            <a:ext cx="68772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0.05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F23BFC2-2B7D-F4AC-44CA-136E0A6E1F60}"/>
              </a:ext>
            </a:extLst>
          </p:cNvPr>
          <p:cNvSpPr/>
          <p:nvPr/>
        </p:nvSpPr>
        <p:spPr>
          <a:xfrm>
            <a:off x="8374444" y="6074875"/>
            <a:ext cx="68772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0.04</a:t>
            </a:r>
          </a:p>
        </p:txBody>
      </p: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CE2E80A5-1A71-CD58-0C6E-73C1ADB455A8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7912005" y="5748950"/>
            <a:ext cx="0" cy="3259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EFF569DB-52D8-0266-4809-F3E3E98814CD}"/>
              </a:ext>
            </a:extLst>
          </p:cNvPr>
          <p:cNvCxnSpPr>
            <a:cxnSpLocks/>
          </p:cNvCxnSpPr>
          <p:nvPr/>
        </p:nvCxnSpPr>
        <p:spPr>
          <a:xfrm flipH="1">
            <a:off x="7912005" y="5748949"/>
            <a:ext cx="80630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193EC9B4-C344-0BC9-A698-FD6B4C388FA5}"/>
              </a:ext>
            </a:extLst>
          </p:cNvPr>
          <p:cNvCxnSpPr>
            <a:cxnSpLocks/>
          </p:cNvCxnSpPr>
          <p:nvPr/>
        </p:nvCxnSpPr>
        <p:spPr>
          <a:xfrm flipV="1">
            <a:off x="8718307" y="5748949"/>
            <a:ext cx="0" cy="3259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7915D4FC-B476-7D14-3E34-F4B849FE378F}"/>
              </a:ext>
            </a:extLst>
          </p:cNvPr>
          <p:cNvSpPr txBox="1"/>
          <p:nvPr/>
        </p:nvSpPr>
        <p:spPr>
          <a:xfrm>
            <a:off x="7858846" y="5752712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ABF6D1D-FC29-1E85-E083-0C329CC3FB0A}"/>
              </a:ext>
            </a:extLst>
          </p:cNvPr>
          <p:cNvSpPr txBox="1"/>
          <p:nvPr/>
        </p:nvSpPr>
        <p:spPr>
          <a:xfrm>
            <a:off x="4020898" y="2265162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9" name="直线连接符 38">
            <a:extLst>
              <a:ext uri="{FF2B5EF4-FFF2-40B4-BE49-F238E27FC236}">
                <a16:creationId xmlns:a16="http://schemas.microsoft.com/office/drawing/2014/main" id="{F18B38B4-EA81-0FA3-BCEB-566B9B701353}"/>
              </a:ext>
            </a:extLst>
          </p:cNvPr>
          <p:cNvCxnSpPr>
            <a:cxnSpLocks/>
          </p:cNvCxnSpPr>
          <p:nvPr/>
        </p:nvCxnSpPr>
        <p:spPr>
          <a:xfrm flipV="1">
            <a:off x="8315156" y="5595042"/>
            <a:ext cx="0" cy="1539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40B98337-ECB2-4E51-EE98-7AAB498A523A}"/>
              </a:ext>
            </a:extLst>
          </p:cNvPr>
          <p:cNvSpPr/>
          <p:nvPr/>
        </p:nvSpPr>
        <p:spPr>
          <a:xfrm>
            <a:off x="7968368" y="5202305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0.09</a:t>
            </a:r>
          </a:p>
        </p:txBody>
      </p:sp>
      <p:cxnSp>
        <p:nvCxnSpPr>
          <p:cNvPr id="43" name="直线连接符 42">
            <a:extLst>
              <a:ext uri="{FF2B5EF4-FFF2-40B4-BE49-F238E27FC236}">
                <a16:creationId xmlns:a16="http://schemas.microsoft.com/office/drawing/2014/main" id="{59F5D0DF-D061-9803-7D00-EE0B8A865DE4}"/>
              </a:ext>
            </a:extLst>
          </p:cNvPr>
          <p:cNvCxnSpPr>
            <a:cxnSpLocks/>
          </p:cNvCxnSpPr>
          <p:nvPr/>
        </p:nvCxnSpPr>
        <p:spPr>
          <a:xfrm flipH="1" flipV="1">
            <a:off x="7105703" y="4876380"/>
            <a:ext cx="7786" cy="11984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7BC57455-53C5-BF8C-7952-8CE84D4D36D0}"/>
              </a:ext>
            </a:extLst>
          </p:cNvPr>
          <p:cNvCxnSpPr>
            <a:cxnSpLocks/>
          </p:cNvCxnSpPr>
          <p:nvPr/>
        </p:nvCxnSpPr>
        <p:spPr>
          <a:xfrm flipV="1">
            <a:off x="6366838" y="2986867"/>
            <a:ext cx="0" cy="1539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2627397A-CD90-8389-E6B1-823FFEA6CED6}"/>
              </a:ext>
            </a:extLst>
          </p:cNvPr>
          <p:cNvCxnSpPr>
            <a:cxnSpLocks/>
          </p:cNvCxnSpPr>
          <p:nvPr/>
        </p:nvCxnSpPr>
        <p:spPr>
          <a:xfrm flipV="1">
            <a:off x="6784747" y="3845292"/>
            <a:ext cx="0" cy="1539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A4C30CFC-DE94-690F-3B85-B3F6CF6AD501}"/>
              </a:ext>
            </a:extLst>
          </p:cNvPr>
          <p:cNvCxnSpPr>
            <a:cxnSpLocks/>
          </p:cNvCxnSpPr>
          <p:nvPr/>
        </p:nvCxnSpPr>
        <p:spPr>
          <a:xfrm flipH="1">
            <a:off x="4014958" y="2265162"/>
            <a:ext cx="2351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452F1132-6D52-EECE-F39B-4C8AE964A36C}"/>
              </a:ext>
            </a:extLst>
          </p:cNvPr>
          <p:cNvSpPr txBox="1"/>
          <p:nvPr/>
        </p:nvSpPr>
        <p:spPr>
          <a:xfrm>
            <a:off x="8482273" y="5768365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8" name="直线连接符 47">
            <a:extLst>
              <a:ext uri="{FF2B5EF4-FFF2-40B4-BE49-F238E27FC236}">
                <a16:creationId xmlns:a16="http://schemas.microsoft.com/office/drawing/2014/main" id="{BB13E1E7-EE9E-058A-6FEB-98D7968A5065}"/>
              </a:ext>
            </a:extLst>
          </p:cNvPr>
          <p:cNvCxnSpPr>
            <a:cxnSpLocks/>
          </p:cNvCxnSpPr>
          <p:nvPr/>
        </p:nvCxnSpPr>
        <p:spPr>
          <a:xfrm flipV="1">
            <a:off x="8299134" y="4876380"/>
            <a:ext cx="0" cy="3259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AEFDD019-A735-FE4D-57AB-3A460AA5487B}"/>
              </a:ext>
            </a:extLst>
          </p:cNvPr>
          <p:cNvCxnSpPr>
            <a:cxnSpLocks/>
          </p:cNvCxnSpPr>
          <p:nvPr/>
        </p:nvCxnSpPr>
        <p:spPr>
          <a:xfrm flipV="1">
            <a:off x="7683252" y="3999199"/>
            <a:ext cx="0" cy="3259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4CAB52CE-0FF2-8D70-5576-2367895E882E}"/>
              </a:ext>
            </a:extLst>
          </p:cNvPr>
          <p:cNvCxnSpPr>
            <a:cxnSpLocks/>
          </p:cNvCxnSpPr>
          <p:nvPr/>
        </p:nvCxnSpPr>
        <p:spPr>
          <a:xfrm flipH="1">
            <a:off x="7105703" y="4876380"/>
            <a:ext cx="11934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5E00E8CA-5C82-E68F-10F3-141607204A73}"/>
              </a:ext>
            </a:extLst>
          </p:cNvPr>
          <p:cNvSpPr txBox="1"/>
          <p:nvPr/>
        </p:nvSpPr>
        <p:spPr>
          <a:xfrm>
            <a:off x="6034613" y="2258708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FA1783A-1CB4-5B60-ADB7-EF9523563CD0}"/>
              </a:ext>
            </a:extLst>
          </p:cNvPr>
          <p:cNvSpPr txBox="1"/>
          <p:nvPr/>
        </p:nvSpPr>
        <p:spPr>
          <a:xfrm>
            <a:off x="7052544" y="4871241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37307E71-FB20-BDA2-506E-3DC13EDE0E71}"/>
              </a:ext>
            </a:extLst>
          </p:cNvPr>
          <p:cNvSpPr txBox="1"/>
          <p:nvPr/>
        </p:nvSpPr>
        <p:spPr>
          <a:xfrm>
            <a:off x="8010344" y="4854677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7A651185-9FA8-6973-0F6B-9B230EAAD1CB}"/>
              </a:ext>
            </a:extLst>
          </p:cNvPr>
          <p:cNvCxnSpPr>
            <a:cxnSpLocks/>
          </p:cNvCxnSpPr>
          <p:nvPr/>
        </p:nvCxnSpPr>
        <p:spPr>
          <a:xfrm flipV="1">
            <a:off x="7683252" y="4713126"/>
            <a:ext cx="0" cy="1539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C34E7F8F-8120-6869-3CED-003BF14F3B1B}"/>
              </a:ext>
            </a:extLst>
          </p:cNvPr>
          <p:cNvSpPr/>
          <p:nvPr/>
        </p:nvSpPr>
        <p:spPr>
          <a:xfrm>
            <a:off x="4785844" y="1702130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101D733-AECF-4557-05ED-27FD0644D005}"/>
              </a:ext>
            </a:extLst>
          </p:cNvPr>
          <p:cNvSpPr/>
          <p:nvPr/>
        </p:nvSpPr>
        <p:spPr>
          <a:xfrm>
            <a:off x="7341926" y="4326635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0.15</a:t>
            </a:r>
          </a:p>
        </p:txBody>
      </p: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243C1694-59B5-D655-B833-7AEDA951CE32}"/>
              </a:ext>
            </a:extLst>
          </p:cNvPr>
          <p:cNvCxnSpPr>
            <a:cxnSpLocks/>
          </p:cNvCxnSpPr>
          <p:nvPr/>
        </p:nvCxnSpPr>
        <p:spPr>
          <a:xfrm flipH="1" flipV="1">
            <a:off x="5585832" y="4864706"/>
            <a:ext cx="5850" cy="11984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FEE5E06A-3F77-3486-E8BF-297596331F48}"/>
              </a:ext>
            </a:extLst>
          </p:cNvPr>
          <p:cNvCxnSpPr>
            <a:cxnSpLocks/>
          </p:cNvCxnSpPr>
          <p:nvPr/>
        </p:nvCxnSpPr>
        <p:spPr>
          <a:xfrm flipH="1" flipV="1">
            <a:off x="6325515" y="4865386"/>
            <a:ext cx="7786" cy="11984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D22209CA-6630-A564-402C-D38E9772AECF}"/>
              </a:ext>
            </a:extLst>
          </p:cNvPr>
          <p:cNvCxnSpPr>
            <a:cxnSpLocks/>
          </p:cNvCxnSpPr>
          <p:nvPr/>
        </p:nvCxnSpPr>
        <p:spPr>
          <a:xfrm flipH="1">
            <a:off x="5585832" y="4859208"/>
            <a:ext cx="7496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732579FF-6B7E-EEB1-F075-BD2C9095E32C}"/>
              </a:ext>
            </a:extLst>
          </p:cNvPr>
          <p:cNvSpPr txBox="1"/>
          <p:nvPr/>
        </p:nvSpPr>
        <p:spPr>
          <a:xfrm>
            <a:off x="6050780" y="4854390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7DA16227-B526-8C08-C7B1-BCDDB0D27377}"/>
              </a:ext>
            </a:extLst>
          </p:cNvPr>
          <p:cNvSpPr txBox="1"/>
          <p:nvPr/>
        </p:nvSpPr>
        <p:spPr>
          <a:xfrm>
            <a:off x="5529723" y="4856575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9EB11A51-7CD6-9E7D-5670-E3B462389CCB}"/>
              </a:ext>
            </a:extLst>
          </p:cNvPr>
          <p:cNvCxnSpPr>
            <a:cxnSpLocks/>
          </p:cNvCxnSpPr>
          <p:nvPr/>
        </p:nvCxnSpPr>
        <p:spPr>
          <a:xfrm flipV="1">
            <a:off x="5942421" y="4700769"/>
            <a:ext cx="0" cy="1539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0D0126A0-9C54-5223-04A3-1156C006EC69}"/>
              </a:ext>
            </a:extLst>
          </p:cNvPr>
          <p:cNvSpPr/>
          <p:nvPr/>
        </p:nvSpPr>
        <p:spPr>
          <a:xfrm>
            <a:off x="5600573" y="4312768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0.2</a:t>
            </a:r>
          </a:p>
        </p:txBody>
      </p:sp>
      <p:cxnSp>
        <p:nvCxnSpPr>
          <p:cNvPr id="71" name="直线连接符 70">
            <a:extLst>
              <a:ext uri="{FF2B5EF4-FFF2-40B4-BE49-F238E27FC236}">
                <a16:creationId xmlns:a16="http://schemas.microsoft.com/office/drawing/2014/main" id="{8EBD1979-AD0B-5399-077B-13A73A16A5E3}"/>
              </a:ext>
            </a:extLst>
          </p:cNvPr>
          <p:cNvCxnSpPr>
            <a:cxnSpLocks/>
          </p:cNvCxnSpPr>
          <p:nvPr/>
        </p:nvCxnSpPr>
        <p:spPr>
          <a:xfrm flipV="1">
            <a:off x="6770751" y="3130087"/>
            <a:ext cx="0" cy="3259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71">
            <a:extLst>
              <a:ext uri="{FF2B5EF4-FFF2-40B4-BE49-F238E27FC236}">
                <a16:creationId xmlns:a16="http://schemas.microsoft.com/office/drawing/2014/main" id="{F7970242-9AEE-CDC7-2BF6-0C35E2A2E54B}"/>
              </a:ext>
            </a:extLst>
          </p:cNvPr>
          <p:cNvCxnSpPr>
            <a:cxnSpLocks/>
          </p:cNvCxnSpPr>
          <p:nvPr/>
        </p:nvCxnSpPr>
        <p:spPr>
          <a:xfrm flipV="1">
            <a:off x="4821071" y="3999199"/>
            <a:ext cx="0" cy="206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线连接符 73">
            <a:extLst>
              <a:ext uri="{FF2B5EF4-FFF2-40B4-BE49-F238E27FC236}">
                <a16:creationId xmlns:a16="http://schemas.microsoft.com/office/drawing/2014/main" id="{17495E84-ED3C-D514-5B29-22EAF725F645}"/>
              </a:ext>
            </a:extLst>
          </p:cNvPr>
          <p:cNvCxnSpPr>
            <a:cxnSpLocks/>
          </p:cNvCxnSpPr>
          <p:nvPr/>
        </p:nvCxnSpPr>
        <p:spPr>
          <a:xfrm flipH="1">
            <a:off x="4821071" y="3999199"/>
            <a:ext cx="28632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12E1DA1B-65BC-33B4-6D74-43840EC0FD9B}"/>
              </a:ext>
            </a:extLst>
          </p:cNvPr>
          <p:cNvCxnSpPr>
            <a:cxnSpLocks/>
          </p:cNvCxnSpPr>
          <p:nvPr/>
        </p:nvCxnSpPr>
        <p:spPr>
          <a:xfrm flipV="1">
            <a:off x="5125339" y="2087758"/>
            <a:ext cx="0" cy="1539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2FC93AF1-CC36-B94E-AD31-24F87AE03512}"/>
              </a:ext>
            </a:extLst>
          </p:cNvPr>
          <p:cNvSpPr txBox="1"/>
          <p:nvPr/>
        </p:nvSpPr>
        <p:spPr>
          <a:xfrm>
            <a:off x="4785844" y="3977495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0788437C-AD3D-09B3-3A26-B894442607DA}"/>
              </a:ext>
            </a:extLst>
          </p:cNvPr>
          <p:cNvSpPr txBox="1"/>
          <p:nvPr/>
        </p:nvSpPr>
        <p:spPr>
          <a:xfrm>
            <a:off x="7405327" y="3968165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3E8B2A2D-74E0-4234-994C-09B36F44285E}"/>
              </a:ext>
            </a:extLst>
          </p:cNvPr>
          <p:cNvSpPr/>
          <p:nvPr/>
        </p:nvSpPr>
        <p:spPr>
          <a:xfrm>
            <a:off x="6445285" y="3456012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0.33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020F71C7-E826-4B65-8514-B8D82B9B09DB}"/>
              </a:ext>
            </a:extLst>
          </p:cNvPr>
          <p:cNvSpPr/>
          <p:nvPr/>
        </p:nvSpPr>
        <p:spPr>
          <a:xfrm>
            <a:off x="3676644" y="6074875"/>
            <a:ext cx="68772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0.47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82" name="直线连接符 81">
            <a:extLst>
              <a:ext uri="{FF2B5EF4-FFF2-40B4-BE49-F238E27FC236}">
                <a16:creationId xmlns:a16="http://schemas.microsoft.com/office/drawing/2014/main" id="{F461927C-FDA7-2670-0F4E-3720A4372E24}"/>
              </a:ext>
            </a:extLst>
          </p:cNvPr>
          <p:cNvCxnSpPr>
            <a:cxnSpLocks/>
          </p:cNvCxnSpPr>
          <p:nvPr/>
        </p:nvCxnSpPr>
        <p:spPr>
          <a:xfrm flipH="1">
            <a:off x="5942421" y="3143211"/>
            <a:ext cx="81941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1D80B08E-40ED-67B1-B70A-92D48E63432B}"/>
              </a:ext>
            </a:extLst>
          </p:cNvPr>
          <p:cNvCxnSpPr>
            <a:cxnSpLocks/>
          </p:cNvCxnSpPr>
          <p:nvPr/>
        </p:nvCxnSpPr>
        <p:spPr>
          <a:xfrm flipV="1">
            <a:off x="5942421" y="3130087"/>
            <a:ext cx="0" cy="118268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本框 88">
            <a:extLst>
              <a:ext uri="{FF2B5EF4-FFF2-40B4-BE49-F238E27FC236}">
                <a16:creationId xmlns:a16="http://schemas.microsoft.com/office/drawing/2014/main" id="{4A9C2FAE-A909-1C76-5FC1-4B64D2FDEBBA}"/>
              </a:ext>
            </a:extLst>
          </p:cNvPr>
          <p:cNvSpPr txBox="1"/>
          <p:nvPr/>
        </p:nvSpPr>
        <p:spPr>
          <a:xfrm>
            <a:off x="6488698" y="3123135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6968955-58F0-AB61-6B40-1320381B38F0}"/>
              </a:ext>
            </a:extLst>
          </p:cNvPr>
          <p:cNvSpPr txBox="1"/>
          <p:nvPr/>
        </p:nvSpPr>
        <p:spPr>
          <a:xfrm>
            <a:off x="5882273" y="3156625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35284B7D-3B3B-0828-9730-28553220CCF6}"/>
              </a:ext>
            </a:extLst>
          </p:cNvPr>
          <p:cNvSpPr/>
          <p:nvPr/>
        </p:nvSpPr>
        <p:spPr>
          <a:xfrm>
            <a:off x="6024854" y="2591087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0.53</a:t>
            </a:r>
          </a:p>
        </p:txBody>
      </p: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0FA4382D-8276-C81A-898A-90B094404958}"/>
              </a:ext>
            </a:extLst>
          </p:cNvPr>
          <p:cNvCxnSpPr>
            <a:cxnSpLocks/>
          </p:cNvCxnSpPr>
          <p:nvPr/>
        </p:nvCxnSpPr>
        <p:spPr>
          <a:xfrm flipV="1">
            <a:off x="4014958" y="2265162"/>
            <a:ext cx="0" cy="37980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794428F6-0EBB-231C-393A-C7004829EDFE}"/>
              </a:ext>
            </a:extLst>
          </p:cNvPr>
          <p:cNvCxnSpPr>
            <a:cxnSpLocks/>
          </p:cNvCxnSpPr>
          <p:nvPr/>
        </p:nvCxnSpPr>
        <p:spPr>
          <a:xfrm flipV="1">
            <a:off x="6366838" y="2265162"/>
            <a:ext cx="0" cy="3259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E484E615-5E9A-A715-4760-E5843D970A8F}"/>
              </a:ext>
            </a:extLst>
          </p:cNvPr>
          <p:cNvSpPr txBox="1"/>
          <p:nvPr/>
        </p:nvSpPr>
        <p:spPr>
          <a:xfrm>
            <a:off x="220052" y="4162161"/>
            <a:ext cx="3444940" cy="205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buFont typeface="Wingdings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根节点向叶子节点移动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，依次记录路径上分配的码字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30000"/>
              </a:lnSpc>
              <a:buFont typeface="Wingdings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将之记为对应符号的霍夫曼编码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010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F560B-27CC-C5DE-434D-E3C8732AA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428DC8-F966-7B99-00DB-9023B6B9B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98012" y="6356350"/>
            <a:ext cx="755804" cy="365125"/>
          </a:xfrm>
        </p:spPr>
        <p:txBody>
          <a:bodyPr/>
          <a:lstStyle/>
          <a:p>
            <a:fld id="{E663D701-F6D3-45BB-89CD-EE32AA93FC3C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8E8D69A-B771-A465-B0C5-1AAED61D08A9}"/>
              </a:ext>
            </a:extLst>
          </p:cNvPr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EE2748B-BE10-D12D-C475-063131B30336}"/>
              </a:ext>
            </a:extLst>
          </p:cNvPr>
          <p:cNvSpPr txBox="1"/>
          <p:nvPr/>
        </p:nvSpPr>
        <p:spPr>
          <a:xfrm>
            <a:off x="272375" y="693208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霍夫曼编码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9ED05CB-FFC6-AFE2-12CE-008883085B20}"/>
              </a:ext>
            </a:extLst>
          </p:cNvPr>
          <p:cNvSpPr txBox="1"/>
          <p:nvPr/>
        </p:nvSpPr>
        <p:spPr>
          <a:xfrm>
            <a:off x="194553" y="1397139"/>
            <a:ext cx="3314766" cy="279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统计概率</a:t>
            </a:r>
            <a:endParaRPr lang="en-US" altLang="zh-CN" sz="2400" b="1" dirty="0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排序</a:t>
            </a:r>
            <a:endParaRPr lang="en-US" altLang="zh-CN" sz="2400" b="1" dirty="0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构造霍夫曼树</a:t>
            </a:r>
            <a:endParaRPr lang="en-US" altLang="zh-CN" sz="24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分配码字</a:t>
            </a:r>
            <a:endParaRPr lang="en-US" altLang="zh-CN" sz="24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生成编码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189EF7A-DAF4-9F29-E8E0-AAA181382915}"/>
              </a:ext>
            </a:extLst>
          </p:cNvPr>
          <p:cNvSpPr/>
          <p:nvPr/>
        </p:nvSpPr>
        <p:spPr>
          <a:xfrm>
            <a:off x="4477208" y="6074875"/>
            <a:ext cx="68772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0.18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12C5040-24BC-F265-F4B0-8D9ED1C76AB1}"/>
              </a:ext>
            </a:extLst>
          </p:cNvPr>
          <p:cNvSpPr/>
          <p:nvPr/>
        </p:nvSpPr>
        <p:spPr>
          <a:xfrm>
            <a:off x="5290061" y="6074875"/>
            <a:ext cx="61563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0.1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3E6435B-1995-C25C-8376-AD8A5E869889}"/>
              </a:ext>
            </a:extLst>
          </p:cNvPr>
          <p:cNvSpPr/>
          <p:nvPr/>
        </p:nvSpPr>
        <p:spPr>
          <a:xfrm>
            <a:off x="6027628" y="6074875"/>
            <a:ext cx="61563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</a:p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0.1</a:t>
            </a:r>
            <a:endParaRPr kumimoji="1" lang="zh-CN" altLang="en-US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44A098B-7CBB-64DC-835D-F7FF9B29FECE}"/>
              </a:ext>
            </a:extLst>
          </p:cNvPr>
          <p:cNvSpPr/>
          <p:nvPr/>
        </p:nvSpPr>
        <p:spPr>
          <a:xfrm>
            <a:off x="6761840" y="6074875"/>
            <a:ext cx="68772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0.06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F19D864-2909-EB76-BEF5-CFF8B331F93A}"/>
              </a:ext>
            </a:extLst>
          </p:cNvPr>
          <p:cNvSpPr/>
          <p:nvPr/>
        </p:nvSpPr>
        <p:spPr>
          <a:xfrm>
            <a:off x="7568142" y="6074875"/>
            <a:ext cx="68772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0.05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128AE8A-F9EE-41BB-B310-C41822FC0FAA}"/>
              </a:ext>
            </a:extLst>
          </p:cNvPr>
          <p:cNvSpPr/>
          <p:nvPr/>
        </p:nvSpPr>
        <p:spPr>
          <a:xfrm>
            <a:off x="8374444" y="6074875"/>
            <a:ext cx="68772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0.04</a:t>
            </a:r>
          </a:p>
        </p:txBody>
      </p: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4C31150B-44A7-FF06-70B1-D64536468342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7912005" y="5748950"/>
            <a:ext cx="0" cy="3259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656054EC-0A7F-1A3F-2CA0-A3C386D11FEE}"/>
              </a:ext>
            </a:extLst>
          </p:cNvPr>
          <p:cNvCxnSpPr>
            <a:cxnSpLocks/>
          </p:cNvCxnSpPr>
          <p:nvPr/>
        </p:nvCxnSpPr>
        <p:spPr>
          <a:xfrm flipH="1">
            <a:off x="7912005" y="5748949"/>
            <a:ext cx="80630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4B54C6DA-4FE7-A32F-30B9-68B6A6F3EE61}"/>
              </a:ext>
            </a:extLst>
          </p:cNvPr>
          <p:cNvCxnSpPr>
            <a:cxnSpLocks/>
          </p:cNvCxnSpPr>
          <p:nvPr/>
        </p:nvCxnSpPr>
        <p:spPr>
          <a:xfrm flipV="1">
            <a:off x="8718307" y="5748949"/>
            <a:ext cx="0" cy="3259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4E361208-7007-8DDA-0B0F-054A5873A89A}"/>
              </a:ext>
            </a:extLst>
          </p:cNvPr>
          <p:cNvSpPr txBox="1"/>
          <p:nvPr/>
        </p:nvSpPr>
        <p:spPr>
          <a:xfrm>
            <a:off x="7858846" y="5752712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5076632-B9D2-3508-A578-D16FCAE0B839}"/>
              </a:ext>
            </a:extLst>
          </p:cNvPr>
          <p:cNvSpPr txBox="1"/>
          <p:nvPr/>
        </p:nvSpPr>
        <p:spPr>
          <a:xfrm>
            <a:off x="4020898" y="2265162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9" name="直线连接符 38">
            <a:extLst>
              <a:ext uri="{FF2B5EF4-FFF2-40B4-BE49-F238E27FC236}">
                <a16:creationId xmlns:a16="http://schemas.microsoft.com/office/drawing/2014/main" id="{1970FE83-BBF7-A1A2-0587-5BE2A42F143B}"/>
              </a:ext>
            </a:extLst>
          </p:cNvPr>
          <p:cNvCxnSpPr>
            <a:cxnSpLocks/>
          </p:cNvCxnSpPr>
          <p:nvPr/>
        </p:nvCxnSpPr>
        <p:spPr>
          <a:xfrm flipV="1">
            <a:off x="8315156" y="5595042"/>
            <a:ext cx="0" cy="1539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2C757EC6-F377-2822-BDD8-A0EA8006EEFC}"/>
              </a:ext>
            </a:extLst>
          </p:cNvPr>
          <p:cNvSpPr/>
          <p:nvPr/>
        </p:nvSpPr>
        <p:spPr>
          <a:xfrm>
            <a:off x="7968368" y="5202305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0.09</a:t>
            </a:r>
          </a:p>
        </p:txBody>
      </p:sp>
      <p:cxnSp>
        <p:nvCxnSpPr>
          <p:cNvPr id="43" name="直线连接符 42">
            <a:extLst>
              <a:ext uri="{FF2B5EF4-FFF2-40B4-BE49-F238E27FC236}">
                <a16:creationId xmlns:a16="http://schemas.microsoft.com/office/drawing/2014/main" id="{550B3E97-7DD0-4CEB-030C-E32D4807C843}"/>
              </a:ext>
            </a:extLst>
          </p:cNvPr>
          <p:cNvCxnSpPr>
            <a:cxnSpLocks/>
          </p:cNvCxnSpPr>
          <p:nvPr/>
        </p:nvCxnSpPr>
        <p:spPr>
          <a:xfrm flipH="1" flipV="1">
            <a:off x="7105703" y="4876380"/>
            <a:ext cx="7786" cy="11984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175B41CB-0D02-A9E6-090A-6C5D12452A2E}"/>
              </a:ext>
            </a:extLst>
          </p:cNvPr>
          <p:cNvCxnSpPr>
            <a:cxnSpLocks/>
          </p:cNvCxnSpPr>
          <p:nvPr/>
        </p:nvCxnSpPr>
        <p:spPr>
          <a:xfrm flipV="1">
            <a:off x="6366838" y="2986867"/>
            <a:ext cx="0" cy="1539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1E5F85F7-4DD2-EC26-F9EB-557E37F89673}"/>
              </a:ext>
            </a:extLst>
          </p:cNvPr>
          <p:cNvCxnSpPr>
            <a:cxnSpLocks/>
          </p:cNvCxnSpPr>
          <p:nvPr/>
        </p:nvCxnSpPr>
        <p:spPr>
          <a:xfrm flipV="1">
            <a:off x="6784747" y="3845292"/>
            <a:ext cx="0" cy="1539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B4B34C0C-3CAC-501A-C40D-6DB733FDD563}"/>
              </a:ext>
            </a:extLst>
          </p:cNvPr>
          <p:cNvCxnSpPr>
            <a:cxnSpLocks/>
          </p:cNvCxnSpPr>
          <p:nvPr/>
        </p:nvCxnSpPr>
        <p:spPr>
          <a:xfrm flipH="1">
            <a:off x="4014958" y="2265162"/>
            <a:ext cx="2351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674C234B-B24A-1E75-7C58-4826FA9EBB5D}"/>
              </a:ext>
            </a:extLst>
          </p:cNvPr>
          <p:cNvSpPr txBox="1"/>
          <p:nvPr/>
        </p:nvSpPr>
        <p:spPr>
          <a:xfrm>
            <a:off x="8463023" y="5768365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8" name="直线连接符 47">
            <a:extLst>
              <a:ext uri="{FF2B5EF4-FFF2-40B4-BE49-F238E27FC236}">
                <a16:creationId xmlns:a16="http://schemas.microsoft.com/office/drawing/2014/main" id="{FBD993C4-116B-18F9-3D50-42D3880755F8}"/>
              </a:ext>
            </a:extLst>
          </p:cNvPr>
          <p:cNvCxnSpPr>
            <a:cxnSpLocks/>
          </p:cNvCxnSpPr>
          <p:nvPr/>
        </p:nvCxnSpPr>
        <p:spPr>
          <a:xfrm flipV="1">
            <a:off x="8299134" y="4876380"/>
            <a:ext cx="0" cy="3259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327D1EF2-D67D-7AD9-93D4-3B1803D1F963}"/>
              </a:ext>
            </a:extLst>
          </p:cNvPr>
          <p:cNvCxnSpPr>
            <a:cxnSpLocks/>
          </p:cNvCxnSpPr>
          <p:nvPr/>
        </p:nvCxnSpPr>
        <p:spPr>
          <a:xfrm flipV="1">
            <a:off x="7683252" y="3999199"/>
            <a:ext cx="0" cy="3259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F3A00E91-255E-D3D9-EF62-561818CE7FE8}"/>
              </a:ext>
            </a:extLst>
          </p:cNvPr>
          <p:cNvCxnSpPr>
            <a:cxnSpLocks/>
          </p:cNvCxnSpPr>
          <p:nvPr/>
        </p:nvCxnSpPr>
        <p:spPr>
          <a:xfrm flipH="1">
            <a:off x="7105703" y="4876380"/>
            <a:ext cx="11934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4DA8FA46-34F4-F508-72E0-81D9E0CD0074}"/>
              </a:ext>
            </a:extLst>
          </p:cNvPr>
          <p:cNvSpPr txBox="1"/>
          <p:nvPr/>
        </p:nvSpPr>
        <p:spPr>
          <a:xfrm>
            <a:off x="6034613" y="2258708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6CB0B420-80EB-D661-14B3-7A70977FF4B7}"/>
              </a:ext>
            </a:extLst>
          </p:cNvPr>
          <p:cNvSpPr txBox="1"/>
          <p:nvPr/>
        </p:nvSpPr>
        <p:spPr>
          <a:xfrm>
            <a:off x="7052544" y="4871241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A9540764-2FC8-2525-E055-9A47158CFEAA}"/>
              </a:ext>
            </a:extLst>
          </p:cNvPr>
          <p:cNvSpPr txBox="1"/>
          <p:nvPr/>
        </p:nvSpPr>
        <p:spPr>
          <a:xfrm>
            <a:off x="8010344" y="4854677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F134CACA-372D-9017-6304-FA9074EE4B1D}"/>
              </a:ext>
            </a:extLst>
          </p:cNvPr>
          <p:cNvCxnSpPr>
            <a:cxnSpLocks/>
          </p:cNvCxnSpPr>
          <p:nvPr/>
        </p:nvCxnSpPr>
        <p:spPr>
          <a:xfrm flipV="1">
            <a:off x="7683252" y="4713126"/>
            <a:ext cx="0" cy="1539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D1E12799-A1CF-F54B-1B32-390294CCB10D}"/>
              </a:ext>
            </a:extLst>
          </p:cNvPr>
          <p:cNvSpPr/>
          <p:nvPr/>
        </p:nvSpPr>
        <p:spPr>
          <a:xfrm>
            <a:off x="4785844" y="1702130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9FAE6538-8091-9F62-31C5-766D3A96C723}"/>
              </a:ext>
            </a:extLst>
          </p:cNvPr>
          <p:cNvSpPr/>
          <p:nvPr/>
        </p:nvSpPr>
        <p:spPr>
          <a:xfrm>
            <a:off x="7341926" y="4326635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0.15</a:t>
            </a:r>
          </a:p>
        </p:txBody>
      </p: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BCE9F00-3588-E444-0DFA-E6FD1D2D3F40}"/>
              </a:ext>
            </a:extLst>
          </p:cNvPr>
          <p:cNvCxnSpPr>
            <a:cxnSpLocks/>
          </p:cNvCxnSpPr>
          <p:nvPr/>
        </p:nvCxnSpPr>
        <p:spPr>
          <a:xfrm flipH="1" flipV="1">
            <a:off x="5585832" y="4864706"/>
            <a:ext cx="5850" cy="11984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F647081C-E265-A5EB-C4FB-3720A5A4D8C6}"/>
              </a:ext>
            </a:extLst>
          </p:cNvPr>
          <p:cNvCxnSpPr>
            <a:cxnSpLocks/>
          </p:cNvCxnSpPr>
          <p:nvPr/>
        </p:nvCxnSpPr>
        <p:spPr>
          <a:xfrm flipH="1" flipV="1">
            <a:off x="6325515" y="4865386"/>
            <a:ext cx="7786" cy="11984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72B61548-9B5C-D91D-D7AD-F100354930BB}"/>
              </a:ext>
            </a:extLst>
          </p:cNvPr>
          <p:cNvCxnSpPr>
            <a:cxnSpLocks/>
          </p:cNvCxnSpPr>
          <p:nvPr/>
        </p:nvCxnSpPr>
        <p:spPr>
          <a:xfrm flipH="1">
            <a:off x="5585832" y="4859208"/>
            <a:ext cx="7496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7DFE67B0-C753-DAA6-F3F0-E0431DFC103E}"/>
              </a:ext>
            </a:extLst>
          </p:cNvPr>
          <p:cNvSpPr txBox="1"/>
          <p:nvPr/>
        </p:nvSpPr>
        <p:spPr>
          <a:xfrm>
            <a:off x="6050780" y="4854390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34E03319-6E61-4F73-B590-BE25C2BF552D}"/>
              </a:ext>
            </a:extLst>
          </p:cNvPr>
          <p:cNvSpPr txBox="1"/>
          <p:nvPr/>
        </p:nvSpPr>
        <p:spPr>
          <a:xfrm>
            <a:off x="5529723" y="4856575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3E4F99B1-8740-12CC-E651-7F2FDC022E0A}"/>
              </a:ext>
            </a:extLst>
          </p:cNvPr>
          <p:cNvCxnSpPr>
            <a:cxnSpLocks/>
          </p:cNvCxnSpPr>
          <p:nvPr/>
        </p:nvCxnSpPr>
        <p:spPr>
          <a:xfrm flipV="1">
            <a:off x="5942421" y="4700769"/>
            <a:ext cx="0" cy="1539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8554CFB8-7183-FE19-6413-FA55200BD414}"/>
              </a:ext>
            </a:extLst>
          </p:cNvPr>
          <p:cNvSpPr/>
          <p:nvPr/>
        </p:nvSpPr>
        <p:spPr>
          <a:xfrm>
            <a:off x="5600573" y="4312768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0.2</a:t>
            </a:r>
          </a:p>
        </p:txBody>
      </p:sp>
      <p:cxnSp>
        <p:nvCxnSpPr>
          <p:cNvPr id="71" name="直线连接符 70">
            <a:extLst>
              <a:ext uri="{FF2B5EF4-FFF2-40B4-BE49-F238E27FC236}">
                <a16:creationId xmlns:a16="http://schemas.microsoft.com/office/drawing/2014/main" id="{802A0790-933E-CD70-1B5D-113D70B026B8}"/>
              </a:ext>
            </a:extLst>
          </p:cNvPr>
          <p:cNvCxnSpPr>
            <a:cxnSpLocks/>
          </p:cNvCxnSpPr>
          <p:nvPr/>
        </p:nvCxnSpPr>
        <p:spPr>
          <a:xfrm flipV="1">
            <a:off x="6770751" y="3130087"/>
            <a:ext cx="0" cy="3259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71">
            <a:extLst>
              <a:ext uri="{FF2B5EF4-FFF2-40B4-BE49-F238E27FC236}">
                <a16:creationId xmlns:a16="http://schemas.microsoft.com/office/drawing/2014/main" id="{81C4C060-D95E-A3AF-84AE-F3A23DAFE17D}"/>
              </a:ext>
            </a:extLst>
          </p:cNvPr>
          <p:cNvCxnSpPr>
            <a:cxnSpLocks/>
          </p:cNvCxnSpPr>
          <p:nvPr/>
        </p:nvCxnSpPr>
        <p:spPr>
          <a:xfrm flipV="1">
            <a:off x="4821071" y="3999199"/>
            <a:ext cx="0" cy="206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线连接符 73">
            <a:extLst>
              <a:ext uri="{FF2B5EF4-FFF2-40B4-BE49-F238E27FC236}">
                <a16:creationId xmlns:a16="http://schemas.microsoft.com/office/drawing/2014/main" id="{E9166FDF-C939-D3C5-9270-A950D5E7788B}"/>
              </a:ext>
            </a:extLst>
          </p:cNvPr>
          <p:cNvCxnSpPr>
            <a:cxnSpLocks/>
          </p:cNvCxnSpPr>
          <p:nvPr/>
        </p:nvCxnSpPr>
        <p:spPr>
          <a:xfrm flipH="1">
            <a:off x="4821071" y="3999199"/>
            <a:ext cx="28632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35DE4180-64A1-5292-D963-093D80989C7C}"/>
              </a:ext>
            </a:extLst>
          </p:cNvPr>
          <p:cNvCxnSpPr>
            <a:cxnSpLocks/>
          </p:cNvCxnSpPr>
          <p:nvPr/>
        </p:nvCxnSpPr>
        <p:spPr>
          <a:xfrm flipV="1">
            <a:off x="5125339" y="2087758"/>
            <a:ext cx="0" cy="1539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675803E1-7C3F-95FF-9A28-FAD226309D9F}"/>
              </a:ext>
            </a:extLst>
          </p:cNvPr>
          <p:cNvSpPr txBox="1"/>
          <p:nvPr/>
        </p:nvSpPr>
        <p:spPr>
          <a:xfrm>
            <a:off x="4785844" y="3977495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846F9896-5C27-EEBA-9F7F-7724E868CBC6}"/>
              </a:ext>
            </a:extLst>
          </p:cNvPr>
          <p:cNvSpPr txBox="1"/>
          <p:nvPr/>
        </p:nvSpPr>
        <p:spPr>
          <a:xfrm>
            <a:off x="7405327" y="3968165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FC358B8-B920-0DA6-C3DF-8AED3A35274B}"/>
              </a:ext>
            </a:extLst>
          </p:cNvPr>
          <p:cNvSpPr/>
          <p:nvPr/>
        </p:nvSpPr>
        <p:spPr>
          <a:xfrm>
            <a:off x="6445285" y="3456012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0.33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969061AD-33F2-7358-1376-9F2D51BEEEAB}"/>
              </a:ext>
            </a:extLst>
          </p:cNvPr>
          <p:cNvSpPr/>
          <p:nvPr/>
        </p:nvSpPr>
        <p:spPr>
          <a:xfrm>
            <a:off x="3676644" y="6074875"/>
            <a:ext cx="68772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0.47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82" name="直线连接符 81">
            <a:extLst>
              <a:ext uri="{FF2B5EF4-FFF2-40B4-BE49-F238E27FC236}">
                <a16:creationId xmlns:a16="http://schemas.microsoft.com/office/drawing/2014/main" id="{0C53FEFE-5367-6C4F-A178-A622638BB90E}"/>
              </a:ext>
            </a:extLst>
          </p:cNvPr>
          <p:cNvCxnSpPr>
            <a:cxnSpLocks/>
          </p:cNvCxnSpPr>
          <p:nvPr/>
        </p:nvCxnSpPr>
        <p:spPr>
          <a:xfrm flipH="1">
            <a:off x="5942421" y="3143211"/>
            <a:ext cx="81941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6CD683C8-E768-81A1-21C6-CC64C90F971C}"/>
              </a:ext>
            </a:extLst>
          </p:cNvPr>
          <p:cNvCxnSpPr>
            <a:cxnSpLocks/>
          </p:cNvCxnSpPr>
          <p:nvPr/>
        </p:nvCxnSpPr>
        <p:spPr>
          <a:xfrm flipV="1">
            <a:off x="5942421" y="3130087"/>
            <a:ext cx="0" cy="118268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本框 88">
            <a:extLst>
              <a:ext uri="{FF2B5EF4-FFF2-40B4-BE49-F238E27FC236}">
                <a16:creationId xmlns:a16="http://schemas.microsoft.com/office/drawing/2014/main" id="{D1B1FCB9-2505-E7F7-C561-C3C264417816}"/>
              </a:ext>
            </a:extLst>
          </p:cNvPr>
          <p:cNvSpPr txBox="1"/>
          <p:nvPr/>
        </p:nvSpPr>
        <p:spPr>
          <a:xfrm>
            <a:off x="6488698" y="3123135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EFA372C1-50AE-ECDC-9F68-42ECE76351B3}"/>
              </a:ext>
            </a:extLst>
          </p:cNvPr>
          <p:cNvSpPr txBox="1"/>
          <p:nvPr/>
        </p:nvSpPr>
        <p:spPr>
          <a:xfrm>
            <a:off x="5882273" y="3156625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6CB700CC-3990-A0A0-5C24-0662112DD954}"/>
              </a:ext>
            </a:extLst>
          </p:cNvPr>
          <p:cNvSpPr/>
          <p:nvPr/>
        </p:nvSpPr>
        <p:spPr>
          <a:xfrm>
            <a:off x="6024854" y="2591087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0.53</a:t>
            </a:r>
          </a:p>
        </p:txBody>
      </p: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F16816F3-B04D-C5CD-92AD-F38E2707C90B}"/>
              </a:ext>
            </a:extLst>
          </p:cNvPr>
          <p:cNvCxnSpPr>
            <a:cxnSpLocks/>
          </p:cNvCxnSpPr>
          <p:nvPr/>
        </p:nvCxnSpPr>
        <p:spPr>
          <a:xfrm flipV="1">
            <a:off x="4014958" y="2265162"/>
            <a:ext cx="0" cy="37980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5F005D86-7E97-7BCC-A765-2824960B32E0}"/>
              </a:ext>
            </a:extLst>
          </p:cNvPr>
          <p:cNvCxnSpPr>
            <a:cxnSpLocks/>
          </p:cNvCxnSpPr>
          <p:nvPr/>
        </p:nvCxnSpPr>
        <p:spPr>
          <a:xfrm flipV="1">
            <a:off x="6366838" y="2265162"/>
            <a:ext cx="0" cy="3259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AFABC55-C431-CDC3-5BF9-FC2E76F8213C}"/>
                  </a:ext>
                </a:extLst>
              </p:cNvPr>
              <p:cNvSpPr txBox="1"/>
              <p:nvPr/>
            </p:nvSpPr>
            <p:spPr>
              <a:xfrm>
                <a:off x="220052" y="4162161"/>
                <a:ext cx="3444940" cy="430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 algn="just">
                  <a:lnSpc>
                    <a:spcPct val="120000"/>
                  </a:lnSpc>
                  <a:buFont typeface="Wingdings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𝑨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endPara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AFABC55-C431-CDC3-5BF9-FC2E76F82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052" y="4162161"/>
                <a:ext cx="3444940" cy="430311"/>
              </a:xfrm>
              <a:prstGeom prst="rect">
                <a:avLst/>
              </a:prstGeom>
              <a:blipFill>
                <a:blip r:embed="rId3"/>
                <a:stretch>
                  <a:fillRect l="-1471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A81F539-AB69-D422-4F39-C6A51F7573A7}"/>
                  </a:ext>
                </a:extLst>
              </p:cNvPr>
              <p:cNvSpPr txBox="1"/>
              <p:nvPr/>
            </p:nvSpPr>
            <p:spPr>
              <a:xfrm>
                <a:off x="1263039" y="4259854"/>
                <a:ext cx="538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1" i="1" smtClean="0">
                          <a:latin typeface="Cambria Math" panose="02040503050406030204" pitchFamily="18" charset="0"/>
                        </a:rPr>
                        <m:t>𝟎𝟏𝟏</m:t>
                      </m:r>
                    </m:oMath>
                  </m:oMathPara>
                </a14:m>
                <a:endParaRPr kumimoji="1" lang="zh-CN" altLang="en-US" sz="2000" b="1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A81F539-AB69-D422-4F39-C6A51F757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039" y="4259854"/>
                <a:ext cx="538609" cy="307777"/>
              </a:xfrm>
              <a:prstGeom prst="rect">
                <a:avLst/>
              </a:prstGeom>
              <a:blipFill>
                <a:blip r:embed="rId4"/>
                <a:stretch>
                  <a:fillRect l="-6818" r="-6818" b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1B8808E7-961C-C2B8-DAF1-C130373AA654}"/>
              </a:ext>
            </a:extLst>
          </p:cNvPr>
          <p:cNvCxnSpPr>
            <a:cxnSpLocks/>
          </p:cNvCxnSpPr>
          <p:nvPr/>
        </p:nvCxnSpPr>
        <p:spPr>
          <a:xfrm flipV="1">
            <a:off x="5124519" y="2096108"/>
            <a:ext cx="0" cy="153907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ED031A62-DA1A-B3BE-D881-B969CA6384C9}"/>
              </a:ext>
            </a:extLst>
          </p:cNvPr>
          <p:cNvCxnSpPr>
            <a:cxnSpLocks/>
          </p:cNvCxnSpPr>
          <p:nvPr/>
        </p:nvCxnSpPr>
        <p:spPr>
          <a:xfrm flipH="1">
            <a:off x="5118777" y="2265162"/>
            <a:ext cx="1259308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A8A1CC3E-7D02-35DC-A114-9AD221CD7F12}"/>
              </a:ext>
            </a:extLst>
          </p:cNvPr>
          <p:cNvCxnSpPr>
            <a:cxnSpLocks/>
          </p:cNvCxnSpPr>
          <p:nvPr/>
        </p:nvCxnSpPr>
        <p:spPr>
          <a:xfrm flipV="1">
            <a:off x="6366838" y="2274217"/>
            <a:ext cx="0" cy="866557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E3C19477-4119-3155-65F5-A50FE435D446}"/>
              </a:ext>
            </a:extLst>
          </p:cNvPr>
          <p:cNvCxnSpPr>
            <a:cxnSpLocks/>
          </p:cNvCxnSpPr>
          <p:nvPr/>
        </p:nvCxnSpPr>
        <p:spPr>
          <a:xfrm flipH="1" flipV="1">
            <a:off x="5942421" y="3140774"/>
            <a:ext cx="409709" cy="986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213531C0-BC65-3ED0-4423-6FDB71397020}"/>
              </a:ext>
            </a:extLst>
          </p:cNvPr>
          <p:cNvCxnSpPr>
            <a:cxnSpLocks/>
          </p:cNvCxnSpPr>
          <p:nvPr/>
        </p:nvCxnSpPr>
        <p:spPr>
          <a:xfrm flipH="1" flipV="1">
            <a:off x="5580158" y="4858528"/>
            <a:ext cx="367096" cy="1178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0628FCDE-E731-C80D-5436-89C983D10B08}"/>
              </a:ext>
            </a:extLst>
          </p:cNvPr>
          <p:cNvCxnSpPr>
            <a:cxnSpLocks/>
          </p:cNvCxnSpPr>
          <p:nvPr/>
        </p:nvCxnSpPr>
        <p:spPr>
          <a:xfrm flipV="1">
            <a:off x="5941933" y="3140774"/>
            <a:ext cx="488" cy="1712257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FA4F89F4-8B6B-60C1-A167-C31FB4689488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5581141" y="4851894"/>
            <a:ext cx="16738" cy="122298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4895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B04FA-1ED0-E6A7-9969-9211CE9B2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99D33F-DE0E-081C-B169-D887BA54C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98012" y="6356350"/>
            <a:ext cx="755804" cy="365125"/>
          </a:xfrm>
        </p:spPr>
        <p:txBody>
          <a:bodyPr/>
          <a:lstStyle/>
          <a:p>
            <a:fld id="{E663D701-F6D3-45BB-89CD-EE32AA93FC3C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078FB03-5137-6601-41EC-0CF80ADD8DF7}"/>
              </a:ext>
            </a:extLst>
          </p:cNvPr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6935C3D-24C6-7FF7-1654-3401AECF86BD}"/>
              </a:ext>
            </a:extLst>
          </p:cNvPr>
          <p:cNvSpPr txBox="1"/>
          <p:nvPr/>
        </p:nvSpPr>
        <p:spPr>
          <a:xfrm>
            <a:off x="272375" y="693208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霍夫曼编码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D198E86-F046-95FC-909B-6BA5E6258819}"/>
              </a:ext>
            </a:extLst>
          </p:cNvPr>
          <p:cNvSpPr txBox="1"/>
          <p:nvPr/>
        </p:nvSpPr>
        <p:spPr>
          <a:xfrm>
            <a:off x="194553" y="1397139"/>
            <a:ext cx="3314766" cy="279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统计概率</a:t>
            </a:r>
            <a:endParaRPr lang="en-US" altLang="zh-CN" sz="2400" b="1" dirty="0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排序</a:t>
            </a:r>
            <a:endParaRPr lang="en-US" altLang="zh-CN" sz="2400" b="1" dirty="0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构造霍夫曼树</a:t>
            </a:r>
            <a:endParaRPr lang="en-US" altLang="zh-CN" sz="24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分配码字</a:t>
            </a:r>
            <a:endParaRPr lang="en-US" altLang="zh-CN" sz="24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生成编码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9E540E2-ECA7-1317-9ECB-7647DF507577}"/>
              </a:ext>
            </a:extLst>
          </p:cNvPr>
          <p:cNvSpPr/>
          <p:nvPr/>
        </p:nvSpPr>
        <p:spPr>
          <a:xfrm>
            <a:off x="4477208" y="6074875"/>
            <a:ext cx="68772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0.18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DEF92BA-3795-7A1A-F22C-E154C0610940}"/>
              </a:ext>
            </a:extLst>
          </p:cNvPr>
          <p:cNvSpPr/>
          <p:nvPr/>
        </p:nvSpPr>
        <p:spPr>
          <a:xfrm>
            <a:off x="5290061" y="6074875"/>
            <a:ext cx="61563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0.1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D40EEF3-C267-F89E-50A4-EB1461D39CE9}"/>
              </a:ext>
            </a:extLst>
          </p:cNvPr>
          <p:cNvSpPr/>
          <p:nvPr/>
        </p:nvSpPr>
        <p:spPr>
          <a:xfrm>
            <a:off x="6027628" y="6074875"/>
            <a:ext cx="61563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</a:p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0.1</a:t>
            </a:r>
            <a:endParaRPr kumimoji="1" lang="zh-CN" altLang="en-US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F171C13-1569-F9EF-DCF8-3E4CD0E8B52A}"/>
              </a:ext>
            </a:extLst>
          </p:cNvPr>
          <p:cNvSpPr/>
          <p:nvPr/>
        </p:nvSpPr>
        <p:spPr>
          <a:xfrm>
            <a:off x="6761840" y="6074875"/>
            <a:ext cx="68772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0.06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E86CADF-F567-F31D-1185-7660BFBD6155}"/>
              </a:ext>
            </a:extLst>
          </p:cNvPr>
          <p:cNvSpPr/>
          <p:nvPr/>
        </p:nvSpPr>
        <p:spPr>
          <a:xfrm>
            <a:off x="7568142" y="6074875"/>
            <a:ext cx="68772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0.05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175F880-F144-7E22-D6FF-06ADBD165A82}"/>
              </a:ext>
            </a:extLst>
          </p:cNvPr>
          <p:cNvSpPr/>
          <p:nvPr/>
        </p:nvSpPr>
        <p:spPr>
          <a:xfrm>
            <a:off x="8374444" y="6074875"/>
            <a:ext cx="68772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0.04</a:t>
            </a:r>
          </a:p>
        </p:txBody>
      </p: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990E2A26-BEBD-26B8-98BE-C94DC93786A6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7912005" y="5748950"/>
            <a:ext cx="0" cy="3259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9819E093-1978-1BA8-DEBF-2A4B60AE16A0}"/>
              </a:ext>
            </a:extLst>
          </p:cNvPr>
          <p:cNvCxnSpPr>
            <a:cxnSpLocks/>
          </p:cNvCxnSpPr>
          <p:nvPr/>
        </p:nvCxnSpPr>
        <p:spPr>
          <a:xfrm flipH="1">
            <a:off x="7912005" y="5748949"/>
            <a:ext cx="80630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5E9A083C-58EA-3A40-D5AF-9B42C4EA008C}"/>
              </a:ext>
            </a:extLst>
          </p:cNvPr>
          <p:cNvCxnSpPr>
            <a:cxnSpLocks/>
          </p:cNvCxnSpPr>
          <p:nvPr/>
        </p:nvCxnSpPr>
        <p:spPr>
          <a:xfrm flipV="1">
            <a:off x="8718307" y="5748949"/>
            <a:ext cx="0" cy="3259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65441765-983A-7FC5-FC5E-3D66B96F1E43}"/>
              </a:ext>
            </a:extLst>
          </p:cNvPr>
          <p:cNvSpPr txBox="1"/>
          <p:nvPr/>
        </p:nvSpPr>
        <p:spPr>
          <a:xfrm>
            <a:off x="7858846" y="5752712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E407B1D-9178-1C2E-807C-332B61E28992}"/>
              </a:ext>
            </a:extLst>
          </p:cNvPr>
          <p:cNvSpPr txBox="1"/>
          <p:nvPr/>
        </p:nvSpPr>
        <p:spPr>
          <a:xfrm>
            <a:off x="4020898" y="2265162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9" name="直线连接符 38">
            <a:extLst>
              <a:ext uri="{FF2B5EF4-FFF2-40B4-BE49-F238E27FC236}">
                <a16:creationId xmlns:a16="http://schemas.microsoft.com/office/drawing/2014/main" id="{D30D0276-6A50-A1B0-1146-C860EE3805E4}"/>
              </a:ext>
            </a:extLst>
          </p:cNvPr>
          <p:cNvCxnSpPr>
            <a:cxnSpLocks/>
          </p:cNvCxnSpPr>
          <p:nvPr/>
        </p:nvCxnSpPr>
        <p:spPr>
          <a:xfrm flipV="1">
            <a:off x="8315156" y="5595042"/>
            <a:ext cx="0" cy="1539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A1065C79-5103-1074-58FD-532390D77DAE}"/>
              </a:ext>
            </a:extLst>
          </p:cNvPr>
          <p:cNvSpPr/>
          <p:nvPr/>
        </p:nvSpPr>
        <p:spPr>
          <a:xfrm>
            <a:off x="7968368" y="5202305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0.09</a:t>
            </a:r>
          </a:p>
        </p:txBody>
      </p:sp>
      <p:cxnSp>
        <p:nvCxnSpPr>
          <p:cNvPr id="43" name="直线连接符 42">
            <a:extLst>
              <a:ext uri="{FF2B5EF4-FFF2-40B4-BE49-F238E27FC236}">
                <a16:creationId xmlns:a16="http://schemas.microsoft.com/office/drawing/2014/main" id="{F231CD36-AD96-F51B-9655-601AF29F332C}"/>
              </a:ext>
            </a:extLst>
          </p:cNvPr>
          <p:cNvCxnSpPr>
            <a:cxnSpLocks/>
          </p:cNvCxnSpPr>
          <p:nvPr/>
        </p:nvCxnSpPr>
        <p:spPr>
          <a:xfrm flipH="1" flipV="1">
            <a:off x="7105703" y="4876380"/>
            <a:ext cx="7786" cy="11984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FEB5863A-D3F1-E78C-6A04-37044431219F}"/>
              </a:ext>
            </a:extLst>
          </p:cNvPr>
          <p:cNvCxnSpPr>
            <a:cxnSpLocks/>
          </p:cNvCxnSpPr>
          <p:nvPr/>
        </p:nvCxnSpPr>
        <p:spPr>
          <a:xfrm flipV="1">
            <a:off x="6366838" y="2986867"/>
            <a:ext cx="0" cy="1539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CFE1C49F-563E-CB39-BEE5-F88E1E0B0A43}"/>
              </a:ext>
            </a:extLst>
          </p:cNvPr>
          <p:cNvCxnSpPr>
            <a:cxnSpLocks/>
          </p:cNvCxnSpPr>
          <p:nvPr/>
        </p:nvCxnSpPr>
        <p:spPr>
          <a:xfrm flipV="1">
            <a:off x="6784747" y="3845292"/>
            <a:ext cx="0" cy="1539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0748D48F-A199-2CB6-A70F-C87942FC2B6E}"/>
              </a:ext>
            </a:extLst>
          </p:cNvPr>
          <p:cNvCxnSpPr>
            <a:cxnSpLocks/>
          </p:cNvCxnSpPr>
          <p:nvPr/>
        </p:nvCxnSpPr>
        <p:spPr>
          <a:xfrm flipH="1">
            <a:off x="4014958" y="2265162"/>
            <a:ext cx="2351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90A11223-CD3B-82BC-DE30-5493BBECADC8}"/>
              </a:ext>
            </a:extLst>
          </p:cNvPr>
          <p:cNvSpPr txBox="1"/>
          <p:nvPr/>
        </p:nvSpPr>
        <p:spPr>
          <a:xfrm>
            <a:off x="8472646" y="5768365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8" name="直线连接符 47">
            <a:extLst>
              <a:ext uri="{FF2B5EF4-FFF2-40B4-BE49-F238E27FC236}">
                <a16:creationId xmlns:a16="http://schemas.microsoft.com/office/drawing/2014/main" id="{13DA8850-B7B0-F8BC-AF4E-A1764988212E}"/>
              </a:ext>
            </a:extLst>
          </p:cNvPr>
          <p:cNvCxnSpPr>
            <a:cxnSpLocks/>
          </p:cNvCxnSpPr>
          <p:nvPr/>
        </p:nvCxnSpPr>
        <p:spPr>
          <a:xfrm flipV="1">
            <a:off x="8299134" y="4876380"/>
            <a:ext cx="0" cy="3259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EA80A027-7C74-7C0A-6BC4-12CE73DBCEA8}"/>
              </a:ext>
            </a:extLst>
          </p:cNvPr>
          <p:cNvCxnSpPr>
            <a:cxnSpLocks/>
          </p:cNvCxnSpPr>
          <p:nvPr/>
        </p:nvCxnSpPr>
        <p:spPr>
          <a:xfrm flipV="1">
            <a:off x="7683252" y="3999199"/>
            <a:ext cx="0" cy="3259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17493887-961F-9742-DF57-1CF9A3A77E4F}"/>
              </a:ext>
            </a:extLst>
          </p:cNvPr>
          <p:cNvCxnSpPr>
            <a:cxnSpLocks/>
          </p:cNvCxnSpPr>
          <p:nvPr/>
        </p:nvCxnSpPr>
        <p:spPr>
          <a:xfrm flipH="1">
            <a:off x="7105703" y="4876380"/>
            <a:ext cx="11934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D9CE5841-E1E3-FBAF-C612-B034269168BE}"/>
              </a:ext>
            </a:extLst>
          </p:cNvPr>
          <p:cNvSpPr txBox="1"/>
          <p:nvPr/>
        </p:nvSpPr>
        <p:spPr>
          <a:xfrm>
            <a:off x="6034613" y="2258708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F65A59EE-08D6-5151-EDE1-D85229EDE05F}"/>
              </a:ext>
            </a:extLst>
          </p:cNvPr>
          <p:cNvSpPr txBox="1"/>
          <p:nvPr/>
        </p:nvSpPr>
        <p:spPr>
          <a:xfrm>
            <a:off x="7052544" y="4871241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22DB6B98-4C9B-D98B-AAE2-57B9BFE5CB07}"/>
              </a:ext>
            </a:extLst>
          </p:cNvPr>
          <p:cNvSpPr txBox="1"/>
          <p:nvPr/>
        </p:nvSpPr>
        <p:spPr>
          <a:xfrm>
            <a:off x="8010344" y="4854677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F524EC60-8231-194C-C895-8A8D3ABD53C0}"/>
              </a:ext>
            </a:extLst>
          </p:cNvPr>
          <p:cNvCxnSpPr>
            <a:cxnSpLocks/>
          </p:cNvCxnSpPr>
          <p:nvPr/>
        </p:nvCxnSpPr>
        <p:spPr>
          <a:xfrm flipV="1">
            <a:off x="7683252" y="4713126"/>
            <a:ext cx="0" cy="1539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F4E1C9B6-D553-2936-E630-16D5E9673474}"/>
              </a:ext>
            </a:extLst>
          </p:cNvPr>
          <p:cNvSpPr/>
          <p:nvPr/>
        </p:nvSpPr>
        <p:spPr>
          <a:xfrm>
            <a:off x="4785844" y="1702130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2D2DED0-43D7-934F-E4CB-1FF21DCC8583}"/>
              </a:ext>
            </a:extLst>
          </p:cNvPr>
          <p:cNvSpPr/>
          <p:nvPr/>
        </p:nvSpPr>
        <p:spPr>
          <a:xfrm>
            <a:off x="7341926" y="4326635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0.15</a:t>
            </a:r>
          </a:p>
        </p:txBody>
      </p: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97CEE55F-259C-1B89-D19D-2C747537B517}"/>
              </a:ext>
            </a:extLst>
          </p:cNvPr>
          <p:cNvCxnSpPr>
            <a:cxnSpLocks/>
          </p:cNvCxnSpPr>
          <p:nvPr/>
        </p:nvCxnSpPr>
        <p:spPr>
          <a:xfrm flipH="1" flipV="1">
            <a:off x="5585832" y="4864706"/>
            <a:ext cx="5850" cy="11984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9ECC5EAE-DABB-F7A1-23C3-0DCCFE1FF7AB}"/>
              </a:ext>
            </a:extLst>
          </p:cNvPr>
          <p:cNvCxnSpPr>
            <a:cxnSpLocks/>
          </p:cNvCxnSpPr>
          <p:nvPr/>
        </p:nvCxnSpPr>
        <p:spPr>
          <a:xfrm flipH="1" flipV="1">
            <a:off x="6325515" y="4865386"/>
            <a:ext cx="7786" cy="11984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3C2E0019-E24C-3446-EC99-9C6B0C887F9D}"/>
              </a:ext>
            </a:extLst>
          </p:cNvPr>
          <p:cNvCxnSpPr>
            <a:cxnSpLocks/>
          </p:cNvCxnSpPr>
          <p:nvPr/>
        </p:nvCxnSpPr>
        <p:spPr>
          <a:xfrm flipH="1">
            <a:off x="5585832" y="4859208"/>
            <a:ext cx="7496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7F163EF5-9BAC-9F1E-3C75-DD26859A7E05}"/>
              </a:ext>
            </a:extLst>
          </p:cNvPr>
          <p:cNvSpPr txBox="1"/>
          <p:nvPr/>
        </p:nvSpPr>
        <p:spPr>
          <a:xfrm>
            <a:off x="6050780" y="4854390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CBA47F5-D0D4-D8A2-4AC8-BC4CE72C54F7}"/>
              </a:ext>
            </a:extLst>
          </p:cNvPr>
          <p:cNvSpPr txBox="1"/>
          <p:nvPr/>
        </p:nvSpPr>
        <p:spPr>
          <a:xfrm>
            <a:off x="5529723" y="4856575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4FF16CE8-95D0-B3B8-DAD1-234DA6C64426}"/>
              </a:ext>
            </a:extLst>
          </p:cNvPr>
          <p:cNvCxnSpPr>
            <a:cxnSpLocks/>
          </p:cNvCxnSpPr>
          <p:nvPr/>
        </p:nvCxnSpPr>
        <p:spPr>
          <a:xfrm flipV="1">
            <a:off x="5942421" y="4700769"/>
            <a:ext cx="0" cy="1539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057B58F0-C7A8-5CE1-D025-D8599E0E345E}"/>
              </a:ext>
            </a:extLst>
          </p:cNvPr>
          <p:cNvSpPr/>
          <p:nvPr/>
        </p:nvSpPr>
        <p:spPr>
          <a:xfrm>
            <a:off x="5600573" y="4312768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0.2</a:t>
            </a:r>
          </a:p>
        </p:txBody>
      </p:sp>
      <p:cxnSp>
        <p:nvCxnSpPr>
          <p:cNvPr id="71" name="直线连接符 70">
            <a:extLst>
              <a:ext uri="{FF2B5EF4-FFF2-40B4-BE49-F238E27FC236}">
                <a16:creationId xmlns:a16="http://schemas.microsoft.com/office/drawing/2014/main" id="{CB874052-44B9-C20C-6D40-BB4F884E4CE9}"/>
              </a:ext>
            </a:extLst>
          </p:cNvPr>
          <p:cNvCxnSpPr>
            <a:cxnSpLocks/>
          </p:cNvCxnSpPr>
          <p:nvPr/>
        </p:nvCxnSpPr>
        <p:spPr>
          <a:xfrm flipV="1">
            <a:off x="6770751" y="3130087"/>
            <a:ext cx="0" cy="3259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71">
            <a:extLst>
              <a:ext uri="{FF2B5EF4-FFF2-40B4-BE49-F238E27FC236}">
                <a16:creationId xmlns:a16="http://schemas.microsoft.com/office/drawing/2014/main" id="{2DB764BF-AE36-C733-3B42-6631A9F0A608}"/>
              </a:ext>
            </a:extLst>
          </p:cNvPr>
          <p:cNvCxnSpPr>
            <a:cxnSpLocks/>
          </p:cNvCxnSpPr>
          <p:nvPr/>
        </p:nvCxnSpPr>
        <p:spPr>
          <a:xfrm flipV="1">
            <a:off x="4821071" y="3999199"/>
            <a:ext cx="0" cy="206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线连接符 73">
            <a:extLst>
              <a:ext uri="{FF2B5EF4-FFF2-40B4-BE49-F238E27FC236}">
                <a16:creationId xmlns:a16="http://schemas.microsoft.com/office/drawing/2014/main" id="{E07AB3EB-9347-29C7-7D70-2536F54998D2}"/>
              </a:ext>
            </a:extLst>
          </p:cNvPr>
          <p:cNvCxnSpPr>
            <a:cxnSpLocks/>
          </p:cNvCxnSpPr>
          <p:nvPr/>
        </p:nvCxnSpPr>
        <p:spPr>
          <a:xfrm flipH="1">
            <a:off x="4821071" y="3999199"/>
            <a:ext cx="28632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945BC7DA-3EC6-EC32-69B0-D02202170296}"/>
              </a:ext>
            </a:extLst>
          </p:cNvPr>
          <p:cNvCxnSpPr>
            <a:cxnSpLocks/>
          </p:cNvCxnSpPr>
          <p:nvPr/>
        </p:nvCxnSpPr>
        <p:spPr>
          <a:xfrm flipV="1">
            <a:off x="5125339" y="2087758"/>
            <a:ext cx="0" cy="1539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50A6EB09-63FA-D6EE-41FE-30CBE395BD28}"/>
              </a:ext>
            </a:extLst>
          </p:cNvPr>
          <p:cNvSpPr txBox="1"/>
          <p:nvPr/>
        </p:nvSpPr>
        <p:spPr>
          <a:xfrm>
            <a:off x="4785844" y="3977495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3F3A6DBA-1B10-9CB1-CDFB-BDF37D450A13}"/>
              </a:ext>
            </a:extLst>
          </p:cNvPr>
          <p:cNvSpPr txBox="1"/>
          <p:nvPr/>
        </p:nvSpPr>
        <p:spPr>
          <a:xfrm>
            <a:off x="7405327" y="3968165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815801C5-440C-2A23-33DA-A32AEAA83FA8}"/>
              </a:ext>
            </a:extLst>
          </p:cNvPr>
          <p:cNvSpPr/>
          <p:nvPr/>
        </p:nvSpPr>
        <p:spPr>
          <a:xfrm>
            <a:off x="6445285" y="3456012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0.33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20D559B7-B4F3-12FC-B20E-B6C423B67675}"/>
              </a:ext>
            </a:extLst>
          </p:cNvPr>
          <p:cNvSpPr/>
          <p:nvPr/>
        </p:nvSpPr>
        <p:spPr>
          <a:xfrm>
            <a:off x="3676644" y="6074875"/>
            <a:ext cx="68772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0.47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82" name="直线连接符 81">
            <a:extLst>
              <a:ext uri="{FF2B5EF4-FFF2-40B4-BE49-F238E27FC236}">
                <a16:creationId xmlns:a16="http://schemas.microsoft.com/office/drawing/2014/main" id="{74350E89-6556-4D60-80A1-9EC8B06434AF}"/>
              </a:ext>
            </a:extLst>
          </p:cNvPr>
          <p:cNvCxnSpPr>
            <a:cxnSpLocks/>
          </p:cNvCxnSpPr>
          <p:nvPr/>
        </p:nvCxnSpPr>
        <p:spPr>
          <a:xfrm flipH="1">
            <a:off x="5942421" y="3143211"/>
            <a:ext cx="81941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48B7712A-50D1-67C2-B1D4-725F39EAF3D7}"/>
              </a:ext>
            </a:extLst>
          </p:cNvPr>
          <p:cNvCxnSpPr>
            <a:cxnSpLocks/>
          </p:cNvCxnSpPr>
          <p:nvPr/>
        </p:nvCxnSpPr>
        <p:spPr>
          <a:xfrm flipV="1">
            <a:off x="5942421" y="3130087"/>
            <a:ext cx="0" cy="118268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本框 88">
            <a:extLst>
              <a:ext uri="{FF2B5EF4-FFF2-40B4-BE49-F238E27FC236}">
                <a16:creationId xmlns:a16="http://schemas.microsoft.com/office/drawing/2014/main" id="{2B3B20CC-4B93-1C2B-68A7-DEF02B4AAC97}"/>
              </a:ext>
            </a:extLst>
          </p:cNvPr>
          <p:cNvSpPr txBox="1"/>
          <p:nvPr/>
        </p:nvSpPr>
        <p:spPr>
          <a:xfrm>
            <a:off x="6488698" y="3123135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9996147B-CA94-E77E-7FA0-CEF51FDFB21E}"/>
              </a:ext>
            </a:extLst>
          </p:cNvPr>
          <p:cNvSpPr txBox="1"/>
          <p:nvPr/>
        </p:nvSpPr>
        <p:spPr>
          <a:xfrm>
            <a:off x="5882273" y="3156625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E4F0DED1-45EF-8203-EB27-F557A09DE8A0}"/>
              </a:ext>
            </a:extLst>
          </p:cNvPr>
          <p:cNvSpPr/>
          <p:nvPr/>
        </p:nvSpPr>
        <p:spPr>
          <a:xfrm>
            <a:off x="6024854" y="2591087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0.53</a:t>
            </a:r>
          </a:p>
        </p:txBody>
      </p: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29210340-43E6-84BD-42B2-7E6018AD16AC}"/>
              </a:ext>
            </a:extLst>
          </p:cNvPr>
          <p:cNvCxnSpPr>
            <a:cxnSpLocks/>
          </p:cNvCxnSpPr>
          <p:nvPr/>
        </p:nvCxnSpPr>
        <p:spPr>
          <a:xfrm flipV="1">
            <a:off x="4014958" y="2265162"/>
            <a:ext cx="0" cy="37980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8D997647-BDD1-D7F8-F591-438BFCAD87E5}"/>
              </a:ext>
            </a:extLst>
          </p:cNvPr>
          <p:cNvCxnSpPr>
            <a:cxnSpLocks/>
          </p:cNvCxnSpPr>
          <p:nvPr/>
        </p:nvCxnSpPr>
        <p:spPr>
          <a:xfrm flipV="1">
            <a:off x="6366838" y="2265162"/>
            <a:ext cx="0" cy="3259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898A385-2C2F-4802-6BF9-087FD32B1DB7}"/>
                  </a:ext>
                </a:extLst>
              </p:cNvPr>
              <p:cNvSpPr txBox="1"/>
              <p:nvPr/>
            </p:nvSpPr>
            <p:spPr>
              <a:xfrm>
                <a:off x="231704" y="4194187"/>
                <a:ext cx="3444940" cy="26463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 algn="just">
                  <a:lnSpc>
                    <a:spcPct val="120000"/>
                  </a:lnSpc>
                  <a:buFont typeface="Wingdings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𝑨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endPara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457200" indent="-457200" algn="just">
                  <a:lnSpc>
                    <a:spcPct val="120000"/>
                  </a:lnSpc>
                  <a:buFont typeface="Wingdings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𝑩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𝟎𝟎𝟎</m:t>
                    </m:r>
                  </m:oMath>
                </a14:m>
                <a:endPara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457200" indent="-457200" algn="just">
                  <a:lnSpc>
                    <a:spcPct val="120000"/>
                  </a:lnSpc>
                  <a:buFont typeface="Wingdings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𝑪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endPara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457200" indent="-457200" algn="just">
                  <a:lnSpc>
                    <a:spcPct val="120000"/>
                  </a:lnSpc>
                  <a:buFont typeface="Wingdings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𝑫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𝟎𝟎𝟏𝟎𝟎</m:t>
                    </m:r>
                  </m:oMath>
                </a14:m>
                <a:endPara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457200" indent="-457200" algn="just">
                  <a:lnSpc>
                    <a:spcPct val="120000"/>
                  </a:lnSpc>
                  <a:buFont typeface="Wingdings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𝑬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𝟎𝟎𝟏𝟏</m:t>
                    </m:r>
                  </m:oMath>
                </a14:m>
                <a:endPara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457200" indent="-457200" algn="just">
                  <a:lnSpc>
                    <a:spcPct val="120000"/>
                  </a:lnSpc>
                  <a:buFont typeface="Wingdings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𝑭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𝟎𝟏𝟎</m:t>
                    </m:r>
                  </m:oMath>
                </a14:m>
                <a:endPara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457200" indent="-457200" algn="just">
                  <a:lnSpc>
                    <a:spcPct val="120000"/>
                  </a:lnSpc>
                  <a:buFont typeface="Wingdings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𝟎𝟎𝟏𝟎𝟏</m:t>
                    </m:r>
                  </m:oMath>
                </a14:m>
                <a:endPara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898A385-2C2F-4802-6BF9-087FD32B1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704" y="4194187"/>
                <a:ext cx="3444940" cy="2646302"/>
              </a:xfrm>
              <a:prstGeom prst="rect">
                <a:avLst/>
              </a:prstGeom>
              <a:blipFill>
                <a:blip r:embed="rId3"/>
                <a:stretch>
                  <a:fillRect l="-1593" b="-2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2444AEC-091D-5DDB-9F21-2CB0DB233AC2}"/>
                  </a:ext>
                </a:extLst>
              </p:cNvPr>
              <p:cNvSpPr txBox="1"/>
              <p:nvPr/>
            </p:nvSpPr>
            <p:spPr>
              <a:xfrm>
                <a:off x="1263039" y="4259854"/>
                <a:ext cx="538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1" i="1" smtClean="0">
                          <a:latin typeface="Cambria Math" panose="02040503050406030204" pitchFamily="18" charset="0"/>
                        </a:rPr>
                        <m:t>𝟎𝟏𝟏</m:t>
                      </m:r>
                    </m:oMath>
                  </m:oMathPara>
                </a14:m>
                <a:endParaRPr kumimoji="1" lang="zh-CN" altLang="en-US" sz="2000" b="1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2444AEC-091D-5DDB-9F21-2CB0DB233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039" y="4259854"/>
                <a:ext cx="538609" cy="307777"/>
              </a:xfrm>
              <a:prstGeom prst="rect">
                <a:avLst/>
              </a:prstGeom>
              <a:blipFill>
                <a:blip r:embed="rId4"/>
                <a:stretch>
                  <a:fillRect l="-6818" r="-6818" b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146FA22F-0637-FC78-D945-DF63372A091C}"/>
              </a:ext>
            </a:extLst>
          </p:cNvPr>
          <p:cNvCxnSpPr>
            <a:cxnSpLocks/>
          </p:cNvCxnSpPr>
          <p:nvPr/>
        </p:nvCxnSpPr>
        <p:spPr>
          <a:xfrm flipV="1">
            <a:off x="5123508" y="2087758"/>
            <a:ext cx="0" cy="15390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15751CC9-8FA0-591F-30C6-ED09EBB4AF45}"/>
              </a:ext>
            </a:extLst>
          </p:cNvPr>
          <p:cNvCxnSpPr>
            <a:cxnSpLocks/>
          </p:cNvCxnSpPr>
          <p:nvPr/>
        </p:nvCxnSpPr>
        <p:spPr>
          <a:xfrm flipH="1">
            <a:off x="5123508" y="2265162"/>
            <a:ext cx="124333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1050EA73-9455-A159-E205-74C8DF72ED4A}"/>
              </a:ext>
            </a:extLst>
          </p:cNvPr>
          <p:cNvCxnSpPr>
            <a:cxnSpLocks/>
          </p:cNvCxnSpPr>
          <p:nvPr/>
        </p:nvCxnSpPr>
        <p:spPr>
          <a:xfrm flipV="1">
            <a:off x="6366838" y="2265162"/>
            <a:ext cx="1264" cy="87561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D5547155-B572-7B38-E8C0-E0FD147E60FA}"/>
              </a:ext>
            </a:extLst>
          </p:cNvPr>
          <p:cNvCxnSpPr>
            <a:cxnSpLocks/>
          </p:cNvCxnSpPr>
          <p:nvPr/>
        </p:nvCxnSpPr>
        <p:spPr>
          <a:xfrm flipV="1">
            <a:off x="6780625" y="3140774"/>
            <a:ext cx="0" cy="8584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3E21FF74-4FE4-7AC2-A354-E76277401E08}"/>
              </a:ext>
            </a:extLst>
          </p:cNvPr>
          <p:cNvCxnSpPr>
            <a:cxnSpLocks/>
          </p:cNvCxnSpPr>
          <p:nvPr/>
        </p:nvCxnSpPr>
        <p:spPr>
          <a:xfrm flipH="1">
            <a:off x="4821071" y="4005180"/>
            <a:ext cx="195955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9EE98499-4ED9-B8E2-1AD8-1816CE5798EE}"/>
              </a:ext>
            </a:extLst>
          </p:cNvPr>
          <p:cNvCxnSpPr>
            <a:cxnSpLocks/>
          </p:cNvCxnSpPr>
          <p:nvPr/>
        </p:nvCxnSpPr>
        <p:spPr>
          <a:xfrm flipH="1">
            <a:off x="6366838" y="3140774"/>
            <a:ext cx="41378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EA46AC14-DB0B-0E8A-F63C-954D44539176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4821071" y="4008254"/>
            <a:ext cx="0" cy="206662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881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4E3F9-E090-BC4D-2C08-BC4EBF3E0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244C74-4565-D2B5-ED48-F5A502355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32164" y="6356350"/>
            <a:ext cx="755804" cy="365125"/>
          </a:xfrm>
        </p:spPr>
        <p:txBody>
          <a:bodyPr/>
          <a:lstStyle/>
          <a:p>
            <a:fld id="{E663D701-F6D3-45BB-89CD-EE32AA93FC3C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6DB63A5-AE4F-6058-59AE-D9FEB0E26101}"/>
              </a:ext>
            </a:extLst>
          </p:cNvPr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5A18179-9C07-E015-A71B-588823959FBF}"/>
              </a:ext>
            </a:extLst>
          </p:cNvPr>
          <p:cNvSpPr txBox="1"/>
          <p:nvPr/>
        </p:nvSpPr>
        <p:spPr>
          <a:xfrm>
            <a:off x="272375" y="693208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霍夫曼编码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F76565D-76B4-8061-ADC1-94FA23ABFB6B}"/>
              </a:ext>
            </a:extLst>
          </p:cNvPr>
          <p:cNvSpPr txBox="1"/>
          <p:nvPr/>
        </p:nvSpPr>
        <p:spPr>
          <a:xfrm>
            <a:off x="321931" y="1351726"/>
            <a:ext cx="8607669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信源符号出现的概率分别为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2">
                <a:extLst>
                  <a:ext uri="{FF2B5EF4-FFF2-40B4-BE49-F238E27FC236}">
                    <a16:creationId xmlns:a16="http://schemas.microsoft.com/office/drawing/2014/main" id="{E18C08BA-9A1C-3F8D-483B-D9A09888311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395663" y="2065421"/>
              <a:ext cx="6163200" cy="79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0400">
                      <a:extLst>
                        <a:ext uri="{9D8B030D-6E8A-4147-A177-3AD203B41FA5}">
                          <a16:colId xmlns:a16="http://schemas.microsoft.com/office/drawing/2014/main" val="3975285592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3797660512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2331439811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1678502517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2858334118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1325358335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2201152896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23918888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B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C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D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E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F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G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43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0.1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0.18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0.47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0.05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0.06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0.1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0.04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827315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2">
                <a:extLst>
                  <a:ext uri="{FF2B5EF4-FFF2-40B4-BE49-F238E27FC236}">
                    <a16:creationId xmlns:a16="http://schemas.microsoft.com/office/drawing/2014/main" id="{E18C08BA-9A1C-3F8D-483B-D9A0988831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6175290"/>
                  </p:ext>
                </p:extLst>
              </p:nvPr>
            </p:nvGraphicFramePr>
            <p:xfrm>
              <a:off x="1395663" y="2065421"/>
              <a:ext cx="6163200" cy="79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0400">
                      <a:extLst>
                        <a:ext uri="{9D8B030D-6E8A-4147-A177-3AD203B41FA5}">
                          <a16:colId xmlns:a16="http://schemas.microsoft.com/office/drawing/2014/main" val="3975285592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3797660512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2331439811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1678502517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2858334118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1325358335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2201152896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2391888887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B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C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D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E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F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G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439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87" t="-109231" r="-700787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0.1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0.18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0.47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0.05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0.06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0.1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0.04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8273155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BBA627B0-E4F9-86D6-C06D-FDCF59E1A6D3}"/>
              </a:ext>
            </a:extLst>
          </p:cNvPr>
          <p:cNvSpPr txBox="1"/>
          <p:nvPr/>
        </p:nvSpPr>
        <p:spPr>
          <a:xfrm>
            <a:off x="383426" y="3004505"/>
            <a:ext cx="3004351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请问如何编码？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DAC593D-7C71-BB99-8549-CFA8038FF044}"/>
                  </a:ext>
                </a:extLst>
              </p:cNvPr>
              <p:cNvSpPr txBox="1"/>
              <p:nvPr/>
            </p:nvSpPr>
            <p:spPr>
              <a:xfrm>
                <a:off x="383426" y="3564329"/>
                <a:ext cx="3444940" cy="31571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 algn="just">
                  <a:lnSpc>
                    <a:spcPct val="120000"/>
                  </a:lnSpc>
                  <a:buFont typeface="Wingdings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𝑨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𝟎𝟏𝟏</m:t>
                    </m:r>
                  </m:oMath>
                </a14:m>
                <a:endPara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457200" indent="-457200" algn="just">
                  <a:lnSpc>
                    <a:spcPct val="120000"/>
                  </a:lnSpc>
                  <a:buFont typeface="Wingdings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𝑩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𝟎𝟎𝟎</m:t>
                    </m:r>
                  </m:oMath>
                </a14:m>
                <a:endPara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457200" indent="-457200" algn="just">
                  <a:lnSpc>
                    <a:spcPct val="120000"/>
                  </a:lnSpc>
                  <a:buFont typeface="Wingdings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𝑪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endPara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457200" indent="-457200" algn="just">
                  <a:lnSpc>
                    <a:spcPct val="120000"/>
                  </a:lnSpc>
                  <a:buFont typeface="Wingdings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𝑫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𝟎𝟎𝟏𝟎𝟎</m:t>
                    </m:r>
                  </m:oMath>
                </a14:m>
                <a:endPara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457200" indent="-457200" algn="just">
                  <a:lnSpc>
                    <a:spcPct val="120000"/>
                  </a:lnSpc>
                  <a:buFont typeface="Wingdings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𝑬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𝟎𝟎𝟏𝟏</m:t>
                    </m:r>
                  </m:oMath>
                </a14:m>
                <a:endPara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457200" indent="-457200" algn="just">
                  <a:lnSpc>
                    <a:spcPct val="120000"/>
                  </a:lnSpc>
                  <a:buFont typeface="Wingdings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𝑭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𝟎𝟏𝟎</m:t>
                    </m:r>
                  </m:oMath>
                </a14:m>
                <a:endPara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457200" indent="-457200" algn="just">
                  <a:lnSpc>
                    <a:spcPct val="120000"/>
                  </a:lnSpc>
                  <a:buFont typeface="Wingdings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𝟎𝟎𝟏𝟎𝟏</m:t>
                    </m:r>
                  </m:oMath>
                </a14:m>
                <a:endPara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DAC593D-7C71-BB99-8549-CFA8038FF0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426" y="3564329"/>
                <a:ext cx="3444940" cy="3157146"/>
              </a:xfrm>
              <a:prstGeom prst="rect">
                <a:avLst/>
              </a:prstGeom>
              <a:blipFill>
                <a:blip r:embed="rId4"/>
                <a:stretch>
                  <a:fillRect l="-2478" b="-28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482945D-E4EA-4539-9D52-C2A000A6A65A}"/>
                  </a:ext>
                </a:extLst>
              </p:cNvPr>
              <p:cNvSpPr txBox="1"/>
              <p:nvPr/>
            </p:nvSpPr>
            <p:spPr>
              <a:xfrm>
                <a:off x="2991427" y="3575111"/>
                <a:ext cx="2115451" cy="10456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sup>
                        <m:e>
                          <m: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  <m: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  <m: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zh-CN" sz="24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zh-CN" altLang="en-US" sz="2400" b="1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482945D-E4EA-4539-9D52-C2A000A6A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1427" y="3575111"/>
                <a:ext cx="2115451" cy="10456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EE52F42-6FE4-DDE9-BA7C-3DDF61E185E0}"/>
                  </a:ext>
                </a:extLst>
              </p:cNvPr>
              <p:cNvSpPr txBox="1"/>
              <p:nvPr/>
            </p:nvSpPr>
            <p:spPr>
              <a:xfrm>
                <a:off x="3033711" y="4654949"/>
                <a:ext cx="560313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𝟒𝟕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𝟎𝟓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kumimoji="1" lang="en-US" altLang="zh-CN" sz="2400" b="1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EE52F42-6FE4-DDE9-BA7C-3DDF61E18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711" y="4654949"/>
                <a:ext cx="5603137" cy="369332"/>
              </a:xfrm>
              <a:prstGeom prst="rect">
                <a:avLst/>
              </a:prstGeom>
              <a:blipFill>
                <a:blip r:embed="rId6"/>
                <a:stretch>
                  <a:fillRect l="-1197" r="-9032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ACF0B37-65BB-07F4-F0CD-271D3B02238B}"/>
                  </a:ext>
                </a:extLst>
              </p:cNvPr>
              <p:cNvSpPr txBox="1"/>
              <p:nvPr/>
            </p:nvSpPr>
            <p:spPr>
              <a:xfrm>
                <a:off x="3351350" y="5075995"/>
                <a:ext cx="40807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+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𝟎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.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𝟎𝟔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×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𝟒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+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𝟎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.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𝟏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×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𝟑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+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𝟎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.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𝟎𝟕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×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𝟓</m:t>
                      </m:r>
                    </m:oMath>
                  </m:oMathPara>
                </a14:m>
                <a:endParaRPr kumimoji="1" lang="en-US" altLang="zh-CN" sz="2400" b="1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ACF0B37-65BB-07F4-F0CD-271D3B022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1350" y="5075995"/>
                <a:ext cx="4080797" cy="369332"/>
              </a:xfrm>
              <a:prstGeom prst="rect">
                <a:avLst/>
              </a:prstGeom>
              <a:blipFill>
                <a:blip r:embed="rId7"/>
                <a:stretch>
                  <a:fillRect l="-2392" r="-9567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40982B91-786B-5010-D8C1-126A42449548}"/>
                  </a:ext>
                </a:extLst>
              </p:cNvPr>
              <p:cNvSpPr txBox="1"/>
              <p:nvPr/>
            </p:nvSpPr>
            <p:spPr>
              <a:xfrm>
                <a:off x="3000888" y="5506401"/>
                <a:ext cx="165904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</a:rPr>
                        <m:t>𝟒𝟓</m:t>
                      </m:r>
                      <m:r>
                        <a:rPr kumimoji="1"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kumimoji="1"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kumimoji="1" lang="en-US" altLang="zh-CN" sz="2400" b="1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40982B91-786B-5010-D8C1-126A42449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888" y="5506401"/>
                <a:ext cx="1659044" cy="369332"/>
              </a:xfrm>
              <a:prstGeom prst="rect">
                <a:avLst/>
              </a:prstGeom>
              <a:blipFill>
                <a:blip r:embed="rId8"/>
                <a:stretch>
                  <a:fillRect l="-735" r="-3309" b="-9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本框 21">
            <a:extLst>
              <a:ext uri="{FF2B5EF4-FFF2-40B4-BE49-F238E27FC236}">
                <a16:creationId xmlns:a16="http://schemas.microsoft.com/office/drawing/2014/main" id="{F0469C99-FC6F-BBD2-8421-6A4C7A644279}"/>
              </a:ext>
            </a:extLst>
          </p:cNvPr>
          <p:cNvSpPr txBox="1"/>
          <p:nvPr/>
        </p:nvSpPr>
        <p:spPr>
          <a:xfrm>
            <a:off x="3373106" y="3022010"/>
            <a:ext cx="3004351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平均码长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思想气泡: 云 14">
            <a:extLst>
              <a:ext uri="{FF2B5EF4-FFF2-40B4-BE49-F238E27FC236}">
                <a16:creationId xmlns:a16="http://schemas.microsoft.com/office/drawing/2014/main" id="{9ABFE7EB-D67F-46EC-9106-1A15ED485607}"/>
              </a:ext>
            </a:extLst>
          </p:cNvPr>
          <p:cNvSpPr/>
          <p:nvPr/>
        </p:nvSpPr>
        <p:spPr>
          <a:xfrm>
            <a:off x="4744450" y="3092991"/>
            <a:ext cx="2181657" cy="706428"/>
          </a:xfrm>
          <a:prstGeom prst="cloudCallout">
            <a:avLst>
              <a:gd name="adj1" fmla="val -65967"/>
              <a:gd name="adj2" fmla="val 6537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</a:t>
            </a:r>
            <a:r>
              <a:rPr lang="en-US" altLang="zh-CN" sz="20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出现的概率</a:t>
            </a:r>
          </a:p>
        </p:txBody>
      </p:sp>
      <p:sp>
        <p:nvSpPr>
          <p:cNvPr id="16" name="思想气泡: 云 15">
            <a:extLst>
              <a:ext uri="{FF2B5EF4-FFF2-40B4-BE49-F238E27FC236}">
                <a16:creationId xmlns:a16="http://schemas.microsoft.com/office/drawing/2014/main" id="{5C18772F-2C2C-4D8D-B8B0-337AAE81521F}"/>
              </a:ext>
            </a:extLst>
          </p:cNvPr>
          <p:cNvSpPr/>
          <p:nvPr/>
        </p:nvSpPr>
        <p:spPr>
          <a:xfrm>
            <a:off x="5628953" y="3887487"/>
            <a:ext cx="2029258" cy="678984"/>
          </a:xfrm>
          <a:prstGeom prst="cloudCallout">
            <a:avLst>
              <a:gd name="adj1" fmla="val -79144"/>
              <a:gd name="adj2" fmla="val 34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</a:t>
            </a:r>
            <a:r>
              <a:rPr lang="en-US" altLang="zh-CN" sz="20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编码长度</a:t>
            </a:r>
          </a:p>
        </p:txBody>
      </p:sp>
    </p:spTree>
    <p:extLst>
      <p:ext uri="{BB962C8B-B14F-4D97-AF65-F5344CB8AC3E}">
        <p14:creationId xmlns:p14="http://schemas.microsoft.com/office/powerpoint/2010/main" val="999126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  <p:bldP spid="19" grpId="0"/>
      <p:bldP spid="20" grpId="0"/>
      <p:bldP spid="21" grpId="0"/>
      <p:bldP spid="22" grpId="0"/>
      <p:bldP spid="15" grpId="0" animBg="1"/>
      <p:bldP spid="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C2B55BB-4B95-43BC-BE25-84C139A94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F57B767-1E52-4823-A9FB-082674EB3E4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56603" y="1065134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信源符号出现的概率如下，请进行霍夫曼编码。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9ADDE2B-5300-435B-AE77-B21E27420EB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表格 2">
                <a:extLst>
                  <a:ext uri="{FF2B5EF4-FFF2-40B4-BE49-F238E27FC236}">
                    <a16:creationId xmlns:a16="http://schemas.microsoft.com/office/drawing/2014/main" id="{8D3DCC2E-AF74-4E1A-987D-80A9CDF4E7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7444971"/>
                  </p:ext>
                </p:extLst>
              </p:nvPr>
            </p:nvGraphicFramePr>
            <p:xfrm>
              <a:off x="1742666" y="2335200"/>
              <a:ext cx="5392800" cy="79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0400">
                      <a:extLst>
                        <a:ext uri="{9D8B030D-6E8A-4147-A177-3AD203B41FA5}">
                          <a16:colId xmlns:a16="http://schemas.microsoft.com/office/drawing/2014/main" val="3975285592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3797660512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2331439811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1678502517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2858334118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1325358335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220115289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B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C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D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E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F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43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0.1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0.3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0.1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0.4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0.04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0.06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827315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表格 2">
                <a:extLst>
                  <a:ext uri="{FF2B5EF4-FFF2-40B4-BE49-F238E27FC236}">
                    <a16:creationId xmlns:a16="http://schemas.microsoft.com/office/drawing/2014/main" id="{8D3DCC2E-AF74-4E1A-987D-80A9CDF4E7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7444971"/>
                  </p:ext>
                </p:extLst>
              </p:nvPr>
            </p:nvGraphicFramePr>
            <p:xfrm>
              <a:off x="1742666" y="2335200"/>
              <a:ext cx="5392800" cy="79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0400">
                      <a:extLst>
                        <a:ext uri="{9D8B030D-6E8A-4147-A177-3AD203B41FA5}">
                          <a16:colId xmlns:a16="http://schemas.microsoft.com/office/drawing/2014/main" val="3975285592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3797660512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2331439811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1678502517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2858334118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1325358335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2201152896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B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C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D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E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F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439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1"/>
                          <a:stretch>
                            <a:fillRect l="-787" t="-109231" r="-600787" b="-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0.1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0.3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0.1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0.4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0.04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0.06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82731558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1" name="组合 10">
            <a:extLst>
              <a:ext uri="{FF2B5EF4-FFF2-40B4-BE49-F238E27FC236}">
                <a16:creationId xmlns:a16="http://schemas.microsoft.com/office/drawing/2014/main" id="{34ADB7E3-1A89-46F8-9256-9894D3F73300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97F92C95-3DAA-4A1A-BC6F-742F52A9E882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E1B1EA30-5ADB-4D2D-A04F-2AA75053E647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083C59F8-3AE1-4DAC-8B0C-563E79D1195D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AEA3195E-49D4-4646-BA67-A9FC7383127B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2BCECF7E-8D90-4EC5-93B6-367EF09BF6C6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339660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5517A-294E-F6FF-BD8A-56F298C48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B37330-2A50-5DEB-A218-108D87469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8BB98E3-AC84-F6CC-1DC0-4F85B09A5F78}"/>
              </a:ext>
            </a:extLst>
          </p:cNvPr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C474C8-D760-2E57-909C-E9D0F0E5F0A5}"/>
              </a:ext>
            </a:extLst>
          </p:cNvPr>
          <p:cNvSpPr txBox="1"/>
          <p:nvPr/>
        </p:nvSpPr>
        <p:spPr>
          <a:xfrm>
            <a:off x="272375" y="693208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霍夫曼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(Huffman)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编码总结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35C1B3D-72B7-77AF-4E9B-71F743782397}"/>
              </a:ext>
            </a:extLst>
          </p:cNvPr>
          <p:cNvSpPr txBox="1"/>
          <p:nvPr/>
        </p:nvSpPr>
        <p:spPr>
          <a:xfrm>
            <a:off x="321931" y="1999071"/>
            <a:ext cx="2515054" cy="597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过程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8F6E3EF-AFCA-E902-F683-CC3C847A895B}"/>
              </a:ext>
            </a:extLst>
          </p:cNvPr>
          <p:cNvSpPr txBox="1"/>
          <p:nvPr/>
        </p:nvSpPr>
        <p:spPr>
          <a:xfrm>
            <a:off x="321931" y="2835116"/>
            <a:ext cx="3314766" cy="279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统计概率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排序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构造霍夫曼树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分配码字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生成编码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C67A0E1-D079-4472-9B0B-BFFDF588F9FD}"/>
              </a:ext>
            </a:extLst>
          </p:cNvPr>
          <p:cNvGrpSpPr/>
          <p:nvPr/>
        </p:nvGrpSpPr>
        <p:grpSpPr>
          <a:xfrm>
            <a:off x="3671955" y="1337005"/>
            <a:ext cx="5385526" cy="5019345"/>
            <a:chOff x="3671955" y="1337005"/>
            <a:chExt cx="5385526" cy="5019345"/>
          </a:xfrm>
        </p:grpSpPr>
        <p:sp>
          <p:nvSpPr>
            <p:cNvPr id="9" name="灯片编号占位符 3">
              <a:extLst>
                <a:ext uri="{FF2B5EF4-FFF2-40B4-BE49-F238E27FC236}">
                  <a16:creationId xmlns:a16="http://schemas.microsoft.com/office/drawing/2014/main" id="{F37CEB85-1C58-4085-9F46-C29016AF2695}"/>
                </a:ext>
              </a:extLst>
            </p:cNvPr>
            <p:cNvSpPr txBox="1">
              <a:spLocks/>
            </p:cNvSpPr>
            <p:nvPr/>
          </p:nvSpPr>
          <p:spPr>
            <a:xfrm>
              <a:off x="7593323" y="5991225"/>
              <a:ext cx="755804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r" defTabSz="4572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E663D701-F6D3-45BB-89CD-EE32AA93FC3C}" type="slidenum">
                <a:rPr lang="zh-CN" altLang="en-US" smtClean="0"/>
                <a:pPr/>
                <a:t>31</a:t>
              </a:fld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5D6EEF1E-C4EC-4DD7-9CD4-03C2479F93C7}"/>
                </a:ext>
              </a:extLst>
            </p:cNvPr>
            <p:cNvSpPr/>
            <p:nvPr/>
          </p:nvSpPr>
          <p:spPr>
            <a:xfrm>
              <a:off x="4472519" y="5709750"/>
              <a:ext cx="687726" cy="5522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B</a:t>
              </a:r>
            </a:p>
            <a:p>
              <a:pPr algn="ctr"/>
              <a:r>
                <a:rPr kumimoji="1" lang="en-US" altLang="zh-CN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0.18</a:t>
              </a:r>
              <a:endPara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1E64C9E-343B-4597-9F04-FA7147A23C26}"/>
                </a:ext>
              </a:extLst>
            </p:cNvPr>
            <p:cNvSpPr/>
            <p:nvPr/>
          </p:nvSpPr>
          <p:spPr>
            <a:xfrm>
              <a:off x="5285372" y="5709750"/>
              <a:ext cx="615636" cy="5522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A</a:t>
              </a:r>
            </a:p>
            <a:p>
              <a:pPr algn="ctr"/>
              <a:r>
                <a:rPr kumimoji="1" lang="en-US" altLang="zh-CN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0.1</a:t>
              </a:r>
              <a:endPara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B2F2049-F0DA-4D6F-B19D-B4F1531BF528}"/>
                </a:ext>
              </a:extLst>
            </p:cNvPr>
            <p:cNvSpPr/>
            <p:nvPr/>
          </p:nvSpPr>
          <p:spPr>
            <a:xfrm>
              <a:off x="6022939" y="5709750"/>
              <a:ext cx="615636" cy="5522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F</a:t>
              </a:r>
            </a:p>
            <a:p>
              <a:pPr algn="ctr"/>
              <a:r>
                <a:rPr kumimoji="1" lang="en-US" altLang="zh-CN" sz="20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0.1</a:t>
              </a:r>
              <a:endPara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E484330-862F-4273-818D-D6715A2BD066}"/>
                </a:ext>
              </a:extLst>
            </p:cNvPr>
            <p:cNvSpPr/>
            <p:nvPr/>
          </p:nvSpPr>
          <p:spPr>
            <a:xfrm>
              <a:off x="6757151" y="5709750"/>
              <a:ext cx="687726" cy="5522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E</a:t>
              </a:r>
            </a:p>
            <a:p>
              <a:pPr algn="ctr"/>
              <a:r>
                <a:rPr kumimoji="1" lang="en-US" altLang="zh-CN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0.06</a:t>
              </a:r>
              <a:endPara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17EAE084-14CD-49A1-8229-42E888932231}"/>
                </a:ext>
              </a:extLst>
            </p:cNvPr>
            <p:cNvSpPr/>
            <p:nvPr/>
          </p:nvSpPr>
          <p:spPr>
            <a:xfrm>
              <a:off x="7563453" y="5709750"/>
              <a:ext cx="687726" cy="5522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D</a:t>
              </a:r>
            </a:p>
            <a:p>
              <a:pPr algn="ctr"/>
              <a:r>
                <a:rPr kumimoji="1" lang="en-US" altLang="zh-CN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0.05</a:t>
              </a:r>
              <a:endPara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ADFD9B2-C9A3-4D80-8560-87F1F77FF551}"/>
                </a:ext>
              </a:extLst>
            </p:cNvPr>
            <p:cNvSpPr/>
            <p:nvPr/>
          </p:nvSpPr>
          <p:spPr>
            <a:xfrm>
              <a:off x="8369755" y="5709750"/>
              <a:ext cx="687726" cy="5522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G</a:t>
              </a:r>
            </a:p>
            <a:p>
              <a:pPr algn="ctr"/>
              <a:r>
                <a:rPr kumimoji="1" lang="en-US" altLang="zh-CN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0.04</a:t>
              </a:r>
            </a:p>
          </p:txBody>
        </p:sp>
        <p:cxnSp>
          <p:nvCxnSpPr>
            <p:cNvPr id="17" name="直线连接符 29">
              <a:extLst>
                <a:ext uri="{FF2B5EF4-FFF2-40B4-BE49-F238E27FC236}">
                  <a16:creationId xmlns:a16="http://schemas.microsoft.com/office/drawing/2014/main" id="{1E92E3E7-CE3F-4E61-B42A-4861D7A83987}"/>
                </a:ext>
              </a:extLst>
            </p:cNvPr>
            <p:cNvCxnSpPr>
              <a:cxnSpLocks/>
              <a:stCxn id="15" idx="0"/>
            </p:cNvCxnSpPr>
            <p:nvPr/>
          </p:nvCxnSpPr>
          <p:spPr>
            <a:xfrm flipV="1">
              <a:off x="7907316" y="5383825"/>
              <a:ext cx="0" cy="3259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30">
              <a:extLst>
                <a:ext uri="{FF2B5EF4-FFF2-40B4-BE49-F238E27FC236}">
                  <a16:creationId xmlns:a16="http://schemas.microsoft.com/office/drawing/2014/main" id="{F9C4B76D-95FA-483E-BBD3-677D4322B0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7316" y="5383824"/>
              <a:ext cx="80630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线连接符 33">
              <a:extLst>
                <a:ext uri="{FF2B5EF4-FFF2-40B4-BE49-F238E27FC236}">
                  <a16:creationId xmlns:a16="http://schemas.microsoft.com/office/drawing/2014/main" id="{B65B54F7-39D1-4F93-B2F0-6274201EBB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3618" y="5383824"/>
              <a:ext cx="0" cy="3259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61D77D3-66FF-4C37-9DF5-1E16C98DD309}"/>
                </a:ext>
              </a:extLst>
            </p:cNvPr>
            <p:cNvSpPr txBox="1"/>
            <p:nvPr/>
          </p:nvSpPr>
          <p:spPr>
            <a:xfrm>
              <a:off x="7854157" y="5387587"/>
              <a:ext cx="3434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</a:t>
              </a:r>
              <a:endPara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A36F44ED-E492-4C21-8998-417CF32AB4B8}"/>
                </a:ext>
              </a:extLst>
            </p:cNvPr>
            <p:cNvSpPr txBox="1"/>
            <p:nvPr/>
          </p:nvSpPr>
          <p:spPr>
            <a:xfrm>
              <a:off x="4016209" y="1900037"/>
              <a:ext cx="3434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</a:t>
              </a:r>
              <a:endPara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cxnSp>
          <p:nvCxnSpPr>
            <p:cNvPr id="22" name="直线连接符 38">
              <a:extLst>
                <a:ext uri="{FF2B5EF4-FFF2-40B4-BE49-F238E27FC236}">
                  <a16:creationId xmlns:a16="http://schemas.microsoft.com/office/drawing/2014/main" id="{9BE0677A-C943-4045-8A17-89788B3011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10467" y="5229917"/>
              <a:ext cx="0" cy="1539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A89DA279-4667-419C-8DCE-0430B893E420}"/>
                </a:ext>
              </a:extLst>
            </p:cNvPr>
            <p:cNvSpPr/>
            <p:nvPr/>
          </p:nvSpPr>
          <p:spPr>
            <a:xfrm>
              <a:off x="7963679" y="4837180"/>
              <a:ext cx="687726" cy="38932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0.09</a:t>
              </a:r>
            </a:p>
          </p:txBody>
        </p:sp>
        <p:cxnSp>
          <p:nvCxnSpPr>
            <p:cNvPr id="24" name="直线连接符 42">
              <a:extLst>
                <a:ext uri="{FF2B5EF4-FFF2-40B4-BE49-F238E27FC236}">
                  <a16:creationId xmlns:a16="http://schemas.microsoft.com/office/drawing/2014/main" id="{39FDEAB3-276A-4DC7-B69C-13409FD6C7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01014" y="4511255"/>
              <a:ext cx="7786" cy="119849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43">
              <a:extLst>
                <a:ext uri="{FF2B5EF4-FFF2-40B4-BE49-F238E27FC236}">
                  <a16:creationId xmlns:a16="http://schemas.microsoft.com/office/drawing/2014/main" id="{3180CA7E-9B84-488B-8749-C3A8BC4497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2149" y="2621742"/>
              <a:ext cx="0" cy="1539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44">
              <a:extLst>
                <a:ext uri="{FF2B5EF4-FFF2-40B4-BE49-F238E27FC236}">
                  <a16:creationId xmlns:a16="http://schemas.microsoft.com/office/drawing/2014/main" id="{97E73C2B-05FD-4030-A1A1-DFE66E88A6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80058" y="3480167"/>
              <a:ext cx="0" cy="1539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线连接符 45">
              <a:extLst>
                <a:ext uri="{FF2B5EF4-FFF2-40B4-BE49-F238E27FC236}">
                  <a16:creationId xmlns:a16="http://schemas.microsoft.com/office/drawing/2014/main" id="{D8F0C6E7-A3C9-4140-BB97-73E6C8CF74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10269" y="1900037"/>
              <a:ext cx="235188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AE116C14-A869-4D16-9E14-2C4C24BAD878}"/>
                </a:ext>
              </a:extLst>
            </p:cNvPr>
            <p:cNvSpPr txBox="1"/>
            <p:nvPr/>
          </p:nvSpPr>
          <p:spPr>
            <a:xfrm>
              <a:off x="8467957" y="5403240"/>
              <a:ext cx="3434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</a:t>
              </a:r>
              <a:endPara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cxnSp>
          <p:nvCxnSpPr>
            <p:cNvPr id="29" name="直线连接符 47">
              <a:extLst>
                <a:ext uri="{FF2B5EF4-FFF2-40B4-BE49-F238E27FC236}">
                  <a16:creationId xmlns:a16="http://schemas.microsoft.com/office/drawing/2014/main" id="{77575DF8-BD24-47EF-B93A-E05D8F115E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4445" y="4511255"/>
              <a:ext cx="0" cy="3259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线连接符 48">
              <a:extLst>
                <a:ext uri="{FF2B5EF4-FFF2-40B4-BE49-F238E27FC236}">
                  <a16:creationId xmlns:a16="http://schemas.microsoft.com/office/drawing/2014/main" id="{6B195EEF-1D72-4318-8DB9-0AE333B1BB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8563" y="3634074"/>
              <a:ext cx="0" cy="3259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线连接符 49">
              <a:extLst>
                <a:ext uri="{FF2B5EF4-FFF2-40B4-BE49-F238E27FC236}">
                  <a16:creationId xmlns:a16="http://schemas.microsoft.com/office/drawing/2014/main" id="{B75F4F8F-DAF1-41FF-AA69-1A3A8751FB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01014" y="4511255"/>
              <a:ext cx="11934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FC0AC4F5-4603-4507-910B-5C632FFBC821}"/>
                </a:ext>
              </a:extLst>
            </p:cNvPr>
            <p:cNvSpPr txBox="1"/>
            <p:nvPr/>
          </p:nvSpPr>
          <p:spPr>
            <a:xfrm>
              <a:off x="6029924" y="1893583"/>
              <a:ext cx="3434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</a:t>
              </a:r>
              <a:endPara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F8FE1CEE-4D90-4FB7-AE3D-D004E40117F5}"/>
                </a:ext>
              </a:extLst>
            </p:cNvPr>
            <p:cNvSpPr txBox="1"/>
            <p:nvPr/>
          </p:nvSpPr>
          <p:spPr>
            <a:xfrm>
              <a:off x="7047855" y="4506116"/>
              <a:ext cx="3434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</a:t>
              </a:r>
              <a:endPara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4F962C6D-9CFD-4859-9CC3-A07E7E456BD3}"/>
                </a:ext>
              </a:extLst>
            </p:cNvPr>
            <p:cNvSpPr txBox="1"/>
            <p:nvPr/>
          </p:nvSpPr>
          <p:spPr>
            <a:xfrm>
              <a:off x="8005655" y="4489552"/>
              <a:ext cx="3434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</a:t>
              </a:r>
              <a:endPara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cxnSp>
          <p:nvCxnSpPr>
            <p:cNvPr id="35" name="直线连接符 57">
              <a:extLst>
                <a:ext uri="{FF2B5EF4-FFF2-40B4-BE49-F238E27FC236}">
                  <a16:creationId xmlns:a16="http://schemas.microsoft.com/office/drawing/2014/main" id="{BFDE1CE1-5233-44A0-B917-C650BD71A9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8563" y="4348001"/>
              <a:ext cx="0" cy="1539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B49165F6-531A-43C5-9A5C-10E182952BA8}"/>
                </a:ext>
              </a:extLst>
            </p:cNvPr>
            <p:cNvSpPr/>
            <p:nvPr/>
          </p:nvSpPr>
          <p:spPr>
            <a:xfrm>
              <a:off x="4781155" y="1337005"/>
              <a:ext cx="687726" cy="38932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</a:t>
              </a: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7D9EA5C5-6349-49FA-B71A-50CE27D582DC}"/>
                </a:ext>
              </a:extLst>
            </p:cNvPr>
            <p:cNvSpPr/>
            <p:nvPr/>
          </p:nvSpPr>
          <p:spPr>
            <a:xfrm>
              <a:off x="7337237" y="3961510"/>
              <a:ext cx="687726" cy="38932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0.15</a:t>
              </a:r>
            </a:p>
          </p:txBody>
        </p:sp>
        <p:cxnSp>
          <p:nvCxnSpPr>
            <p:cNvPr id="38" name="直线连接符 61">
              <a:extLst>
                <a:ext uri="{FF2B5EF4-FFF2-40B4-BE49-F238E27FC236}">
                  <a16:creationId xmlns:a16="http://schemas.microsoft.com/office/drawing/2014/main" id="{D0DE2492-8845-4F35-8AC8-93ADF07A1D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81143" y="4499581"/>
              <a:ext cx="5850" cy="119849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线连接符 62">
              <a:extLst>
                <a:ext uri="{FF2B5EF4-FFF2-40B4-BE49-F238E27FC236}">
                  <a16:creationId xmlns:a16="http://schemas.microsoft.com/office/drawing/2014/main" id="{9C75F682-F019-44FF-B9BB-D83E9C3110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20826" y="4500261"/>
              <a:ext cx="7786" cy="119849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线连接符 63">
              <a:extLst>
                <a:ext uri="{FF2B5EF4-FFF2-40B4-BE49-F238E27FC236}">
                  <a16:creationId xmlns:a16="http://schemas.microsoft.com/office/drawing/2014/main" id="{2862AAD8-1339-43E0-ACC4-38024C7075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81143" y="4494083"/>
              <a:ext cx="74961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34E59FB9-C934-455C-8C9C-B56B2F187B2E}"/>
                </a:ext>
              </a:extLst>
            </p:cNvPr>
            <p:cNvSpPr txBox="1"/>
            <p:nvPr/>
          </p:nvSpPr>
          <p:spPr>
            <a:xfrm>
              <a:off x="6046091" y="4489265"/>
              <a:ext cx="3434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</a:t>
              </a:r>
              <a:endPara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530BB869-CA2B-4F47-8DC6-9C38790836D2}"/>
                </a:ext>
              </a:extLst>
            </p:cNvPr>
            <p:cNvSpPr txBox="1"/>
            <p:nvPr/>
          </p:nvSpPr>
          <p:spPr>
            <a:xfrm>
              <a:off x="5525034" y="4491450"/>
              <a:ext cx="3434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</a:t>
              </a:r>
              <a:endPara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cxnSp>
          <p:nvCxnSpPr>
            <p:cNvPr id="43" name="直线连接符 67">
              <a:extLst>
                <a:ext uri="{FF2B5EF4-FFF2-40B4-BE49-F238E27FC236}">
                  <a16:creationId xmlns:a16="http://schemas.microsoft.com/office/drawing/2014/main" id="{81D55134-3407-4307-A38B-9479B10960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37732" y="4335644"/>
              <a:ext cx="0" cy="1539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572C9CA9-0CD4-4564-B304-129AA6F75AB7}"/>
                </a:ext>
              </a:extLst>
            </p:cNvPr>
            <p:cNvSpPr/>
            <p:nvPr/>
          </p:nvSpPr>
          <p:spPr>
            <a:xfrm>
              <a:off x="5595884" y="3947643"/>
              <a:ext cx="687726" cy="38932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0.2</a:t>
              </a:r>
            </a:p>
          </p:txBody>
        </p:sp>
        <p:cxnSp>
          <p:nvCxnSpPr>
            <p:cNvPr id="45" name="直线连接符 70">
              <a:extLst>
                <a:ext uri="{FF2B5EF4-FFF2-40B4-BE49-F238E27FC236}">
                  <a16:creationId xmlns:a16="http://schemas.microsoft.com/office/drawing/2014/main" id="{EC658904-D818-489A-9FA9-7D1BE7FAAC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66062" y="2764962"/>
              <a:ext cx="0" cy="3259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线连接符 71">
              <a:extLst>
                <a:ext uri="{FF2B5EF4-FFF2-40B4-BE49-F238E27FC236}">
                  <a16:creationId xmlns:a16="http://schemas.microsoft.com/office/drawing/2014/main" id="{5FE13C47-9499-4FEE-A8D0-AE4C92F5BE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16382" y="3634074"/>
              <a:ext cx="0" cy="2064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线连接符 73">
              <a:extLst>
                <a:ext uri="{FF2B5EF4-FFF2-40B4-BE49-F238E27FC236}">
                  <a16:creationId xmlns:a16="http://schemas.microsoft.com/office/drawing/2014/main" id="{42E0E088-22D0-4FA6-9B3C-C655C11954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16382" y="3634074"/>
              <a:ext cx="286321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线连接符 75">
              <a:extLst>
                <a:ext uri="{FF2B5EF4-FFF2-40B4-BE49-F238E27FC236}">
                  <a16:creationId xmlns:a16="http://schemas.microsoft.com/office/drawing/2014/main" id="{CDC7637A-8ECD-402E-AD1C-86B6E3D91E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20650" y="1722633"/>
              <a:ext cx="0" cy="1539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914C378F-5EA9-44C9-8BF8-AC974BA89B65}"/>
                </a:ext>
              </a:extLst>
            </p:cNvPr>
            <p:cNvSpPr txBox="1"/>
            <p:nvPr/>
          </p:nvSpPr>
          <p:spPr>
            <a:xfrm>
              <a:off x="4781155" y="3612370"/>
              <a:ext cx="3434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</a:t>
              </a:r>
              <a:endPara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FCAF08D3-6B2D-4723-A445-5ACB20C31DBF}"/>
                </a:ext>
              </a:extLst>
            </p:cNvPr>
            <p:cNvSpPr txBox="1"/>
            <p:nvPr/>
          </p:nvSpPr>
          <p:spPr>
            <a:xfrm>
              <a:off x="7400638" y="3603040"/>
              <a:ext cx="3434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</a:t>
              </a:r>
              <a:endPara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5318082F-B3A7-4E4A-863D-10CB09E9A7DB}"/>
                </a:ext>
              </a:extLst>
            </p:cNvPr>
            <p:cNvSpPr/>
            <p:nvPr/>
          </p:nvSpPr>
          <p:spPr>
            <a:xfrm>
              <a:off x="6440596" y="3090887"/>
              <a:ext cx="687726" cy="38932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0.33</a:t>
              </a: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A34932E2-E6FA-4DEE-89B4-A5AC5917395D}"/>
                </a:ext>
              </a:extLst>
            </p:cNvPr>
            <p:cNvSpPr/>
            <p:nvPr/>
          </p:nvSpPr>
          <p:spPr>
            <a:xfrm>
              <a:off x="3671955" y="5709750"/>
              <a:ext cx="687726" cy="5522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C</a:t>
              </a:r>
            </a:p>
            <a:p>
              <a:pPr algn="ctr"/>
              <a:r>
                <a:rPr kumimoji="1" lang="en-US" altLang="zh-CN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0.47</a:t>
              </a:r>
              <a:endPara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cxnSp>
          <p:nvCxnSpPr>
            <p:cNvPr id="53" name="直线连接符 81">
              <a:extLst>
                <a:ext uri="{FF2B5EF4-FFF2-40B4-BE49-F238E27FC236}">
                  <a16:creationId xmlns:a16="http://schemas.microsoft.com/office/drawing/2014/main" id="{12763FFF-59F4-41D7-93AA-923A96F3DF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37732" y="2778086"/>
              <a:ext cx="81941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线连接符 82">
              <a:extLst>
                <a:ext uri="{FF2B5EF4-FFF2-40B4-BE49-F238E27FC236}">
                  <a16:creationId xmlns:a16="http://schemas.microsoft.com/office/drawing/2014/main" id="{8EDFEB1B-E7AA-42C6-94B2-D3FBC94C42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37732" y="2764962"/>
              <a:ext cx="0" cy="118268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44F5CFEB-8DB3-4540-8A57-591D8E1CF60B}"/>
                </a:ext>
              </a:extLst>
            </p:cNvPr>
            <p:cNvSpPr txBox="1"/>
            <p:nvPr/>
          </p:nvSpPr>
          <p:spPr>
            <a:xfrm>
              <a:off x="6484009" y="2758010"/>
              <a:ext cx="3434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</a:t>
              </a:r>
              <a:endPara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2F52A221-3619-44D3-A833-B6F59C24A396}"/>
                </a:ext>
              </a:extLst>
            </p:cNvPr>
            <p:cNvSpPr txBox="1"/>
            <p:nvPr/>
          </p:nvSpPr>
          <p:spPr>
            <a:xfrm>
              <a:off x="5877584" y="2791500"/>
              <a:ext cx="3434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</a:t>
              </a:r>
              <a:endParaRPr kumimoji="1"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1CCB107A-9FE5-4469-9463-E755789075FE}"/>
                </a:ext>
              </a:extLst>
            </p:cNvPr>
            <p:cNvSpPr/>
            <p:nvPr/>
          </p:nvSpPr>
          <p:spPr>
            <a:xfrm>
              <a:off x="6020165" y="2225962"/>
              <a:ext cx="687726" cy="38932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0.53</a:t>
              </a:r>
            </a:p>
          </p:txBody>
        </p:sp>
        <p:cxnSp>
          <p:nvCxnSpPr>
            <p:cNvPr id="58" name="直线连接符 93">
              <a:extLst>
                <a:ext uri="{FF2B5EF4-FFF2-40B4-BE49-F238E27FC236}">
                  <a16:creationId xmlns:a16="http://schemas.microsoft.com/office/drawing/2014/main" id="{86B7A77F-DDDF-40F1-97C0-D4C573F9B7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0269" y="1900037"/>
              <a:ext cx="0" cy="37980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线连接符 94">
              <a:extLst>
                <a:ext uri="{FF2B5EF4-FFF2-40B4-BE49-F238E27FC236}">
                  <a16:creationId xmlns:a16="http://schemas.microsoft.com/office/drawing/2014/main" id="{A0DB4B78-9B81-4496-8067-ED2D5578CC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2149" y="1900037"/>
              <a:ext cx="0" cy="3259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84165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3F89683-78CD-4A9C-8DC1-CE471BA80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E0BF909-D95A-4BE8-8F89-4FEED619A3E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信源编码的目的不包括</a:t>
            </a:r>
            <a:r>
              <a:rPr lang="en-US" altLang="zh-CN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____________?</a:t>
            </a:r>
            <a:endParaRPr lang="zh-CN" altLang="en-US" sz="26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D3D585-6192-4708-B4AD-F27C184B1A7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压缩数据量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84AE129-C1B9-4320-A06A-F37C6E1C074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剔除信源冗余信息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C54B2D4-54E2-4B0E-B96F-15514276445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提高数据传输可靠性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E1C4A2D-8B36-4433-A689-DAF598A628F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提高数据传输有效性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A0BC7EC-1C7F-4A2D-939D-12CC8139E67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86D38E2-F663-4195-9704-ECA3F26DB19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F84E618-9896-4128-8598-FEAA5278DD81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BBE26F4-3BDC-4ECD-877A-925FCF2AA5CB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C395689-E569-4C51-8980-541D7A19D1DD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3BC9287-E569-4286-B1DC-CAD9B2A07359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A4D4BE59-F791-4BC3-BC88-D19C335CE609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EA61BA08-54BE-45E4-A547-4C6656DC2A8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1D68B9A6-D77C-46A4-8120-7A81A2C3D1FB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9908D6C9-B163-49F5-AA27-E4C730BC555D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E7970BCA-F7CB-4ED4-9075-1337165E1206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341620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175CA7B-45AC-4048-A18A-249B32DF3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688DFC-166C-4831-9F2C-D182250264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963" y="635000"/>
            <a:ext cx="8145193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信源符号集包括如下</a:t>
            </a:r>
            <a:r>
              <a:rPr lang="en-US" altLang="zh-CN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</a:t>
            </a: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个符号，根据霍夫曼编码的第二步，以下对各符号进行正确排序的是</a:t>
            </a:r>
            <a:r>
              <a:rPr lang="en-US" altLang="zh-CN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_______</a:t>
            </a: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DFB1E09-5DEE-4A2E-B0AA-3F7CD60C39A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3706234"/>
            <a:ext cx="6400800" cy="584489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C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D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E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F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G</a:t>
            </a:r>
            <a:endParaRPr lang="zh-CN" altLang="en-US" sz="2600" dirty="0">
              <a:solidFill>
                <a:srgbClr val="000000"/>
              </a:solidFill>
              <a:latin typeface="+mn-ea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5AD771-B850-43E3-B2F2-D51E704D22D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4291513"/>
            <a:ext cx="6400800" cy="584489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C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F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E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D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G</a:t>
            </a:r>
            <a:endParaRPr lang="zh-CN" altLang="en-US" sz="2600" dirty="0">
              <a:solidFill>
                <a:srgbClr val="000000"/>
              </a:solidFill>
              <a:latin typeface="+mn-ea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4CB829-F2BC-4253-A82D-534E1782508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909612"/>
            <a:ext cx="6400800" cy="584489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C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D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E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F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G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A</a:t>
            </a:r>
            <a:endParaRPr lang="zh-CN" altLang="en-US" sz="2600" dirty="0">
              <a:solidFill>
                <a:srgbClr val="000000"/>
              </a:solidFill>
              <a:latin typeface="+mn-ea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4EEEB6B-75F8-4A02-B59D-1E090D3BB25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508124"/>
            <a:ext cx="6400800" cy="584489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C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D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G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F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E</a:t>
            </a:r>
            <a:endParaRPr lang="zh-CN" altLang="en-US" sz="2600" dirty="0">
              <a:solidFill>
                <a:srgbClr val="000000"/>
              </a:solidFill>
              <a:latin typeface="+mn-ea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EBF3A2EC-9BFB-4424-A775-D0770DD90D7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37805" y="3764682"/>
            <a:ext cx="467591" cy="467591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6E4310E-E6B1-4951-9452-BC7FE15FC6C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37805" y="4349961"/>
            <a:ext cx="467591" cy="467591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7B717A2-FAEA-4CB4-AAC9-96097EA0C5C1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37805" y="4968060"/>
            <a:ext cx="467591" cy="467591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A7D301C-5BDC-43A9-BC7E-18FA4487FAB7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37805" y="5581472"/>
            <a:ext cx="467591" cy="467591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7A645D4-960F-47E9-BB43-66950C5FFACA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表格 2">
                <a:extLst>
                  <a:ext uri="{FF2B5EF4-FFF2-40B4-BE49-F238E27FC236}">
                    <a16:creationId xmlns:a16="http://schemas.microsoft.com/office/drawing/2014/main" id="{C071ED10-FAC7-41B5-A431-5EC0738CC7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498250"/>
                  </p:ext>
                </p:extLst>
              </p:nvPr>
            </p:nvGraphicFramePr>
            <p:xfrm>
              <a:off x="1371600" y="2285689"/>
              <a:ext cx="6163200" cy="79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0400">
                      <a:extLst>
                        <a:ext uri="{9D8B030D-6E8A-4147-A177-3AD203B41FA5}">
                          <a16:colId xmlns:a16="http://schemas.microsoft.com/office/drawing/2014/main" val="3975285592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3797660512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2331439811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1678502517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2858334118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1325358335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2201152896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23918888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B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C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D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E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F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G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43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0.1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0.18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0.47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0.05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0.06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0.1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0.04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827315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表格 2">
                <a:extLst>
                  <a:ext uri="{FF2B5EF4-FFF2-40B4-BE49-F238E27FC236}">
                    <a16:creationId xmlns:a16="http://schemas.microsoft.com/office/drawing/2014/main" id="{C071ED10-FAC7-41B5-A431-5EC0738CC7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498250"/>
                  </p:ext>
                </p:extLst>
              </p:nvPr>
            </p:nvGraphicFramePr>
            <p:xfrm>
              <a:off x="1371600" y="2285689"/>
              <a:ext cx="6163200" cy="79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0400">
                      <a:extLst>
                        <a:ext uri="{9D8B030D-6E8A-4147-A177-3AD203B41FA5}">
                          <a16:colId xmlns:a16="http://schemas.microsoft.com/office/drawing/2014/main" val="3975285592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3797660512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2331439811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1678502517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2858334118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1325358335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2201152896"/>
                        </a:ext>
                      </a:extLst>
                    </a:gridCol>
                    <a:gridCol w="770400">
                      <a:extLst>
                        <a:ext uri="{9D8B030D-6E8A-4147-A177-3AD203B41FA5}">
                          <a16:colId xmlns:a16="http://schemas.microsoft.com/office/drawing/2014/main" val="2391888887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B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C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D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E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F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G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439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9"/>
                          <a:stretch>
                            <a:fillRect l="-1575" t="-109231" r="-700000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0.1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0.18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0.47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0.05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0.06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0.1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0.04</a:t>
                          </a:r>
                          <a:endPara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82731558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9" name="组合 18">
            <a:extLst>
              <a:ext uri="{FF2B5EF4-FFF2-40B4-BE49-F238E27FC236}">
                <a16:creationId xmlns:a16="http://schemas.microsoft.com/office/drawing/2014/main" id="{56491D03-7138-4C88-BD74-96924A9A4B76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>
              <a:extLst>
                <a:ext uri="{FF2B5EF4-FFF2-40B4-BE49-F238E27FC236}">
                  <a16:creationId xmlns:a16="http://schemas.microsoft.com/office/drawing/2014/main" id="{AE0BB956-70BA-4EF4-A6CE-9AE77BEF3210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>
              <a:extLst>
                <a:ext uri="{FF2B5EF4-FFF2-40B4-BE49-F238E27FC236}">
                  <a16:creationId xmlns:a16="http://schemas.microsoft.com/office/drawing/2014/main" id="{AAEA3392-E78B-445E-A8C4-A749F32A48D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>
              <a:extLst>
                <a:ext uri="{FF2B5EF4-FFF2-40B4-BE49-F238E27FC236}">
                  <a16:creationId xmlns:a16="http://schemas.microsoft.com/office/drawing/2014/main" id="{74CB7B0D-2C15-4D73-8A12-EF8F12F0E1B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>
              <a:extLst>
                <a:ext uri="{FF2B5EF4-FFF2-40B4-BE49-F238E27FC236}">
                  <a16:creationId xmlns:a16="http://schemas.microsoft.com/office/drawing/2014/main" id="{4A8FFD84-C538-4CDB-A019-903D99E5196D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4B93A5DA-920F-413F-AF9E-376C43693A54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58979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6BC6381-89BD-42A8-8773-5B907C0E2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475B176-C82C-4E32-BD3C-7B31DB454DB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4000" y="635000"/>
            <a:ext cx="8633968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霍夫曼编码过程的第三步构造霍夫曼树中，选取</a:t>
            </a:r>
            <a:r>
              <a:rPr lang="en-US" altLang="zh-CN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________</a:t>
            </a: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的两个叶子节点采用</a:t>
            </a:r>
            <a:r>
              <a:rPr lang="en-US" altLang="zh-CN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________</a:t>
            </a: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的办法进行合并。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122E2CF-3A5E-4494-BBB2-39D748B9487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概率最大、求和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9433C0F-1A56-49F7-9483-A281222BAD2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概率最大、求平均值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D06F94A-CAB7-4A00-B375-BEA16035C18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概率最小、求和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4C0F575-AE30-49D2-B1FF-3B842BDB1D8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概率最小、求平均值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DEDA404-88AB-43BE-BB1F-62D76C854320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851EC37-4F42-44CB-8ED1-78D38D38D4C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7CD6102-6428-424C-974E-E1CA0C720302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7EDDBA51-09F1-47F8-A666-59D8E3A885F6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1F0D5D5-B46B-40E3-AD91-94F67C64410D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FF2C5636-FAEA-43D9-B91B-BFD7261886B1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>
              <a:extLst>
                <a:ext uri="{FF2B5EF4-FFF2-40B4-BE49-F238E27FC236}">
                  <a16:creationId xmlns:a16="http://schemas.microsoft.com/office/drawing/2014/main" id="{6E3248F3-F7F8-494D-B6FB-439A55CE53A2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>
              <a:extLst>
                <a:ext uri="{FF2B5EF4-FFF2-40B4-BE49-F238E27FC236}">
                  <a16:creationId xmlns:a16="http://schemas.microsoft.com/office/drawing/2014/main" id="{A2CA24C5-4347-43C4-8078-3B41FA3C562E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>
              <a:extLst>
                <a:ext uri="{FF2B5EF4-FFF2-40B4-BE49-F238E27FC236}">
                  <a16:creationId xmlns:a16="http://schemas.microsoft.com/office/drawing/2014/main" id="{54AF1CDD-1FBE-4060-A434-51CF1C7A79BA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>
              <a:extLst>
                <a:ext uri="{FF2B5EF4-FFF2-40B4-BE49-F238E27FC236}">
                  <a16:creationId xmlns:a16="http://schemas.microsoft.com/office/drawing/2014/main" id="{74A8C10E-C414-490D-A044-CC4E28FAE300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E42C5707-D019-4484-8213-0BC2CCFA6B9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828056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FA6F3DF-C461-41D2-9BEA-9EF159E7A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8A3F72-E83C-4C86-AF35-067D1C0C2A8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955803"/>
            <a:ext cx="7315200" cy="1816637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霍夫曼编码的第四步码字分配中，应从</a:t>
            </a:r>
            <a:r>
              <a:rPr lang="en-US" altLang="zh-CN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______</a:t>
            </a: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节点开始到</a:t>
            </a:r>
            <a:r>
              <a:rPr lang="en-US" altLang="zh-CN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_____</a:t>
            </a: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节点结束，分叉处约定概率值大为</a:t>
            </a:r>
            <a:r>
              <a:rPr lang="en-US" altLang="zh-CN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，概率值小为</a:t>
            </a:r>
            <a:r>
              <a:rPr lang="en-US" altLang="zh-CN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1.</a:t>
            </a:r>
            <a:endParaRPr lang="zh-CN" altLang="en-US" sz="26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95ED02-79A0-4F0A-BE62-68492111319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根，根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5F1BF04-3E6A-4056-840D-EECDE4421CE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根，叶子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4F36928-6913-480D-970F-35B8A791D28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叶子，叶子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CB3161-BEFB-456F-958D-54D667FCEC2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叶子，根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F70D345-CCDB-486A-800D-4A85F01489A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502A81D-12D0-4B77-BA62-38F326C87AA4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1828B0E-DBE4-453C-9273-D794FD878652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5B67B15-06B6-482D-99A8-BF28F0D61269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74DFE6F-E29F-43A5-87B5-582127378DB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E7B8443-F27F-4FBC-A46B-9628303343DF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>
              <a:extLst>
                <a:ext uri="{FF2B5EF4-FFF2-40B4-BE49-F238E27FC236}">
                  <a16:creationId xmlns:a16="http://schemas.microsoft.com/office/drawing/2014/main" id="{9356F595-42B7-4998-9019-129B75A1B00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>
              <a:extLst>
                <a:ext uri="{FF2B5EF4-FFF2-40B4-BE49-F238E27FC236}">
                  <a16:creationId xmlns:a16="http://schemas.microsoft.com/office/drawing/2014/main" id="{083ADB95-99D9-4121-81D5-A1AAAF2EAE19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>
              <a:extLst>
                <a:ext uri="{FF2B5EF4-FFF2-40B4-BE49-F238E27FC236}">
                  <a16:creationId xmlns:a16="http://schemas.microsoft.com/office/drawing/2014/main" id="{6DC231C1-584F-4EAA-8D71-E4DA9B1FB37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>
              <a:extLst>
                <a:ext uri="{FF2B5EF4-FFF2-40B4-BE49-F238E27FC236}">
                  <a16:creationId xmlns:a16="http://schemas.microsoft.com/office/drawing/2014/main" id="{21219812-98CB-4D14-9DFA-B44BF292440A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EE7901E1-5CCC-423C-8F98-37BF99167928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771088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F095663-9506-4E1A-94CA-48E0567F6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0568" y="6179899"/>
            <a:ext cx="2057400" cy="365125"/>
          </a:xfrm>
        </p:spPr>
        <p:txBody>
          <a:bodyPr/>
          <a:lstStyle/>
          <a:p>
            <a:fld id="{E663D701-F6D3-45BB-89CD-EE32AA93FC3C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2063537-01DC-4383-9476-F6F2844F297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3999" y="574573"/>
            <a:ext cx="3670887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右图霍夫曼树中，码长最短的是符号</a:t>
            </a:r>
            <a:r>
              <a:rPr lang="en-US" altLang="zh-CN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______</a:t>
            </a: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，最长码长为</a:t>
            </a:r>
            <a:r>
              <a:rPr lang="en-US" altLang="zh-CN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________</a:t>
            </a: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位。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83A4AA-73AB-4F2F-944B-A57BCEBE024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026945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4</a:t>
            </a:r>
            <a:endParaRPr lang="zh-CN" altLang="en-US" sz="2600" dirty="0">
              <a:solidFill>
                <a:srgbClr val="000000"/>
              </a:solidFill>
              <a:latin typeface="+mn-ea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F0B38-BC85-4D6D-9D09-C4D1E9DAFB8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026945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C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5</a:t>
            </a:r>
            <a:endParaRPr lang="zh-CN" altLang="en-US" sz="2600" dirty="0">
              <a:solidFill>
                <a:srgbClr val="000000"/>
              </a:solidFill>
              <a:latin typeface="+mn-ea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90CE966-61BA-4ED9-9AB7-ED7B222055E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026945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5</a:t>
            </a:r>
            <a:endParaRPr lang="zh-CN" altLang="en-US" sz="2600" dirty="0">
              <a:solidFill>
                <a:srgbClr val="000000"/>
              </a:solidFill>
              <a:latin typeface="+mn-ea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1B93D86-75DC-483D-A870-7E360D6FD52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026945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C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4</a:t>
            </a:r>
            <a:endParaRPr lang="zh-CN" altLang="en-US" sz="2600" dirty="0">
              <a:solidFill>
                <a:srgbClr val="000000"/>
              </a:solidFill>
              <a:latin typeface="+mn-ea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E2B0D623-B82D-4E06-B7F4-6C0E50EADEF6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312570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11880E7-261E-4564-B02C-D6A9698C3B3F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312570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FA29AED-B942-48FA-A39E-58E6E026BA1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312570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09FCE05-F971-4078-9E16-A693E05E6B37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312570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C7630B9-7057-4AC2-A74C-DBBDF956F26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190500" y="6223000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78" name="灯片编号占位符 3">
            <a:extLst>
              <a:ext uri="{FF2B5EF4-FFF2-40B4-BE49-F238E27FC236}">
                <a16:creationId xmlns:a16="http://schemas.microsoft.com/office/drawing/2014/main" id="{65119DBF-AC71-4749-962F-DE5B97E905A8}"/>
              </a:ext>
            </a:extLst>
          </p:cNvPr>
          <p:cNvSpPr txBox="1">
            <a:spLocks/>
          </p:cNvSpPr>
          <p:nvPr/>
        </p:nvSpPr>
        <p:spPr>
          <a:xfrm>
            <a:off x="7598012" y="6196915"/>
            <a:ext cx="755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63D701-F6D3-45BB-89CD-EE32AA93FC3C}" type="slidenum">
              <a:rPr lang="zh-CN" altLang="en-US" smtClean="0"/>
              <a:pPr/>
              <a:t>36</a:t>
            </a:fld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56D5B434-0E45-4980-B303-88138D394074}"/>
              </a:ext>
            </a:extLst>
          </p:cNvPr>
          <p:cNvSpPr/>
          <p:nvPr/>
        </p:nvSpPr>
        <p:spPr>
          <a:xfrm>
            <a:off x="4477208" y="5915440"/>
            <a:ext cx="68772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0.18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EFEBA990-04B7-41D8-8BEB-ECA486B2927A}"/>
              </a:ext>
            </a:extLst>
          </p:cNvPr>
          <p:cNvSpPr/>
          <p:nvPr/>
        </p:nvSpPr>
        <p:spPr>
          <a:xfrm>
            <a:off x="5290061" y="5915440"/>
            <a:ext cx="61563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0.1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5F6CA75E-8AB4-4FF2-9A6B-4196AA5C4794}"/>
              </a:ext>
            </a:extLst>
          </p:cNvPr>
          <p:cNvSpPr/>
          <p:nvPr/>
        </p:nvSpPr>
        <p:spPr>
          <a:xfrm>
            <a:off x="6027628" y="5915440"/>
            <a:ext cx="61563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</a:p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0.1</a:t>
            </a:r>
            <a:endParaRPr kumimoji="1" lang="zh-CN" altLang="en-US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470E7210-8363-4919-A4F5-89114C154F2F}"/>
              </a:ext>
            </a:extLst>
          </p:cNvPr>
          <p:cNvSpPr/>
          <p:nvPr/>
        </p:nvSpPr>
        <p:spPr>
          <a:xfrm>
            <a:off x="6761840" y="5915440"/>
            <a:ext cx="68772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0.06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16D91E81-B224-499A-BBA9-CE4D2ED80E6F}"/>
              </a:ext>
            </a:extLst>
          </p:cNvPr>
          <p:cNvSpPr/>
          <p:nvPr/>
        </p:nvSpPr>
        <p:spPr>
          <a:xfrm>
            <a:off x="7568142" y="5915440"/>
            <a:ext cx="68772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0.05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CA2C59BB-3F85-479F-932F-804150739A83}"/>
              </a:ext>
            </a:extLst>
          </p:cNvPr>
          <p:cNvSpPr/>
          <p:nvPr/>
        </p:nvSpPr>
        <p:spPr>
          <a:xfrm>
            <a:off x="8374444" y="5915440"/>
            <a:ext cx="68772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0.04</a:t>
            </a:r>
          </a:p>
        </p:txBody>
      </p:sp>
      <p:cxnSp>
        <p:nvCxnSpPr>
          <p:cNvPr id="85" name="直线连接符 29">
            <a:extLst>
              <a:ext uri="{FF2B5EF4-FFF2-40B4-BE49-F238E27FC236}">
                <a16:creationId xmlns:a16="http://schemas.microsoft.com/office/drawing/2014/main" id="{8A3C174C-BF54-4092-B474-B1B37F889ECE}"/>
              </a:ext>
            </a:extLst>
          </p:cNvPr>
          <p:cNvCxnSpPr>
            <a:cxnSpLocks/>
            <a:stCxn id="83" idx="0"/>
          </p:cNvCxnSpPr>
          <p:nvPr/>
        </p:nvCxnSpPr>
        <p:spPr>
          <a:xfrm flipV="1">
            <a:off x="7912005" y="5589515"/>
            <a:ext cx="0" cy="3259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线连接符 30">
            <a:extLst>
              <a:ext uri="{FF2B5EF4-FFF2-40B4-BE49-F238E27FC236}">
                <a16:creationId xmlns:a16="http://schemas.microsoft.com/office/drawing/2014/main" id="{5D0637C1-342D-4729-81D8-1CDBBAFF1129}"/>
              </a:ext>
            </a:extLst>
          </p:cNvPr>
          <p:cNvCxnSpPr>
            <a:cxnSpLocks/>
          </p:cNvCxnSpPr>
          <p:nvPr/>
        </p:nvCxnSpPr>
        <p:spPr>
          <a:xfrm flipH="1">
            <a:off x="7912005" y="5589514"/>
            <a:ext cx="80630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线连接符 33">
            <a:extLst>
              <a:ext uri="{FF2B5EF4-FFF2-40B4-BE49-F238E27FC236}">
                <a16:creationId xmlns:a16="http://schemas.microsoft.com/office/drawing/2014/main" id="{23070E9E-20A9-4E6A-BEE9-502F808F6C23}"/>
              </a:ext>
            </a:extLst>
          </p:cNvPr>
          <p:cNvCxnSpPr>
            <a:cxnSpLocks/>
          </p:cNvCxnSpPr>
          <p:nvPr/>
        </p:nvCxnSpPr>
        <p:spPr>
          <a:xfrm flipV="1">
            <a:off x="8718307" y="5589514"/>
            <a:ext cx="0" cy="3259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E2977735-F0D0-4113-8F41-F7D63418AC04}"/>
              </a:ext>
            </a:extLst>
          </p:cNvPr>
          <p:cNvSpPr txBox="1"/>
          <p:nvPr/>
        </p:nvSpPr>
        <p:spPr>
          <a:xfrm>
            <a:off x="7858846" y="5593277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8BE0E64A-C8C0-4055-9717-893BFFA14CEB}"/>
              </a:ext>
            </a:extLst>
          </p:cNvPr>
          <p:cNvSpPr txBox="1"/>
          <p:nvPr/>
        </p:nvSpPr>
        <p:spPr>
          <a:xfrm>
            <a:off x="4020898" y="2105727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90" name="直线连接符 38">
            <a:extLst>
              <a:ext uri="{FF2B5EF4-FFF2-40B4-BE49-F238E27FC236}">
                <a16:creationId xmlns:a16="http://schemas.microsoft.com/office/drawing/2014/main" id="{105CC66E-E89E-4849-86BE-E4152D3EBB68}"/>
              </a:ext>
            </a:extLst>
          </p:cNvPr>
          <p:cNvCxnSpPr>
            <a:cxnSpLocks/>
          </p:cNvCxnSpPr>
          <p:nvPr/>
        </p:nvCxnSpPr>
        <p:spPr>
          <a:xfrm flipV="1">
            <a:off x="8315156" y="5435607"/>
            <a:ext cx="0" cy="1539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矩形 90">
            <a:extLst>
              <a:ext uri="{FF2B5EF4-FFF2-40B4-BE49-F238E27FC236}">
                <a16:creationId xmlns:a16="http://schemas.microsoft.com/office/drawing/2014/main" id="{5BA37073-00D1-42FA-8718-2204D6F5CFF7}"/>
              </a:ext>
            </a:extLst>
          </p:cNvPr>
          <p:cNvSpPr/>
          <p:nvPr/>
        </p:nvSpPr>
        <p:spPr>
          <a:xfrm>
            <a:off x="7968368" y="5042870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0.09</a:t>
            </a:r>
          </a:p>
        </p:txBody>
      </p:sp>
      <p:cxnSp>
        <p:nvCxnSpPr>
          <p:cNvPr id="92" name="直线连接符 42">
            <a:extLst>
              <a:ext uri="{FF2B5EF4-FFF2-40B4-BE49-F238E27FC236}">
                <a16:creationId xmlns:a16="http://schemas.microsoft.com/office/drawing/2014/main" id="{28E46812-2D68-4DD0-952C-ED6654E54E44}"/>
              </a:ext>
            </a:extLst>
          </p:cNvPr>
          <p:cNvCxnSpPr>
            <a:cxnSpLocks/>
          </p:cNvCxnSpPr>
          <p:nvPr/>
        </p:nvCxnSpPr>
        <p:spPr>
          <a:xfrm flipH="1" flipV="1">
            <a:off x="7105703" y="4716945"/>
            <a:ext cx="7786" cy="11984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线连接符 43">
            <a:extLst>
              <a:ext uri="{FF2B5EF4-FFF2-40B4-BE49-F238E27FC236}">
                <a16:creationId xmlns:a16="http://schemas.microsoft.com/office/drawing/2014/main" id="{24EC6782-3605-406C-8185-C34769499DFE}"/>
              </a:ext>
            </a:extLst>
          </p:cNvPr>
          <p:cNvCxnSpPr>
            <a:cxnSpLocks/>
          </p:cNvCxnSpPr>
          <p:nvPr/>
        </p:nvCxnSpPr>
        <p:spPr>
          <a:xfrm flipV="1">
            <a:off x="6366838" y="2827432"/>
            <a:ext cx="0" cy="1539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线连接符 44">
            <a:extLst>
              <a:ext uri="{FF2B5EF4-FFF2-40B4-BE49-F238E27FC236}">
                <a16:creationId xmlns:a16="http://schemas.microsoft.com/office/drawing/2014/main" id="{729F49BC-0145-4F4C-8757-7D9C9F6BA0B5}"/>
              </a:ext>
            </a:extLst>
          </p:cNvPr>
          <p:cNvCxnSpPr>
            <a:cxnSpLocks/>
          </p:cNvCxnSpPr>
          <p:nvPr/>
        </p:nvCxnSpPr>
        <p:spPr>
          <a:xfrm flipV="1">
            <a:off x="6784747" y="3685857"/>
            <a:ext cx="0" cy="1539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线连接符 45">
            <a:extLst>
              <a:ext uri="{FF2B5EF4-FFF2-40B4-BE49-F238E27FC236}">
                <a16:creationId xmlns:a16="http://schemas.microsoft.com/office/drawing/2014/main" id="{6033FD2D-0830-4721-85E4-A0ECEDDF4FB3}"/>
              </a:ext>
            </a:extLst>
          </p:cNvPr>
          <p:cNvCxnSpPr>
            <a:cxnSpLocks/>
          </p:cNvCxnSpPr>
          <p:nvPr/>
        </p:nvCxnSpPr>
        <p:spPr>
          <a:xfrm flipH="1">
            <a:off x="4014958" y="2105727"/>
            <a:ext cx="2351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文本框 95">
            <a:extLst>
              <a:ext uri="{FF2B5EF4-FFF2-40B4-BE49-F238E27FC236}">
                <a16:creationId xmlns:a16="http://schemas.microsoft.com/office/drawing/2014/main" id="{B16510AC-D34D-4501-B0A3-E68BEC0F297B}"/>
              </a:ext>
            </a:extLst>
          </p:cNvPr>
          <p:cNvSpPr txBox="1"/>
          <p:nvPr/>
        </p:nvSpPr>
        <p:spPr>
          <a:xfrm>
            <a:off x="8472646" y="5608930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97" name="直线连接符 47">
            <a:extLst>
              <a:ext uri="{FF2B5EF4-FFF2-40B4-BE49-F238E27FC236}">
                <a16:creationId xmlns:a16="http://schemas.microsoft.com/office/drawing/2014/main" id="{2CF82423-215F-4AA0-9A8B-52C596345C1F}"/>
              </a:ext>
            </a:extLst>
          </p:cNvPr>
          <p:cNvCxnSpPr>
            <a:cxnSpLocks/>
          </p:cNvCxnSpPr>
          <p:nvPr/>
        </p:nvCxnSpPr>
        <p:spPr>
          <a:xfrm flipV="1">
            <a:off x="8299134" y="4716945"/>
            <a:ext cx="0" cy="3259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连接符 48">
            <a:extLst>
              <a:ext uri="{FF2B5EF4-FFF2-40B4-BE49-F238E27FC236}">
                <a16:creationId xmlns:a16="http://schemas.microsoft.com/office/drawing/2014/main" id="{683D9C32-2674-445B-B581-F9D1797014AB}"/>
              </a:ext>
            </a:extLst>
          </p:cNvPr>
          <p:cNvCxnSpPr>
            <a:cxnSpLocks/>
          </p:cNvCxnSpPr>
          <p:nvPr/>
        </p:nvCxnSpPr>
        <p:spPr>
          <a:xfrm flipV="1">
            <a:off x="7683252" y="3839764"/>
            <a:ext cx="0" cy="3259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49">
            <a:extLst>
              <a:ext uri="{FF2B5EF4-FFF2-40B4-BE49-F238E27FC236}">
                <a16:creationId xmlns:a16="http://schemas.microsoft.com/office/drawing/2014/main" id="{DA4DA39A-6112-4562-9972-55C8D8C6A43A}"/>
              </a:ext>
            </a:extLst>
          </p:cNvPr>
          <p:cNvCxnSpPr>
            <a:cxnSpLocks/>
          </p:cNvCxnSpPr>
          <p:nvPr/>
        </p:nvCxnSpPr>
        <p:spPr>
          <a:xfrm flipH="1">
            <a:off x="7105703" y="4716945"/>
            <a:ext cx="11934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>
            <a:extLst>
              <a:ext uri="{FF2B5EF4-FFF2-40B4-BE49-F238E27FC236}">
                <a16:creationId xmlns:a16="http://schemas.microsoft.com/office/drawing/2014/main" id="{BA92E08E-7D47-44AF-9C69-6D09F3C95AE4}"/>
              </a:ext>
            </a:extLst>
          </p:cNvPr>
          <p:cNvSpPr txBox="1"/>
          <p:nvPr/>
        </p:nvSpPr>
        <p:spPr>
          <a:xfrm>
            <a:off x="6034613" y="2099273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C5DAA080-99D8-45E2-B611-1B8B3BEA473A}"/>
              </a:ext>
            </a:extLst>
          </p:cNvPr>
          <p:cNvSpPr txBox="1"/>
          <p:nvPr/>
        </p:nvSpPr>
        <p:spPr>
          <a:xfrm>
            <a:off x="7052544" y="4711806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B382BF08-A2B7-4242-9883-413DB06993B8}"/>
              </a:ext>
            </a:extLst>
          </p:cNvPr>
          <p:cNvSpPr txBox="1"/>
          <p:nvPr/>
        </p:nvSpPr>
        <p:spPr>
          <a:xfrm>
            <a:off x="8010344" y="4695242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03" name="直线连接符 57">
            <a:extLst>
              <a:ext uri="{FF2B5EF4-FFF2-40B4-BE49-F238E27FC236}">
                <a16:creationId xmlns:a16="http://schemas.microsoft.com/office/drawing/2014/main" id="{A262CCB4-1123-423C-9E8C-F7DE1AC5B862}"/>
              </a:ext>
            </a:extLst>
          </p:cNvPr>
          <p:cNvCxnSpPr>
            <a:cxnSpLocks/>
          </p:cNvCxnSpPr>
          <p:nvPr/>
        </p:nvCxnSpPr>
        <p:spPr>
          <a:xfrm flipV="1">
            <a:off x="7683252" y="4553691"/>
            <a:ext cx="0" cy="1539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矩形 103">
            <a:extLst>
              <a:ext uri="{FF2B5EF4-FFF2-40B4-BE49-F238E27FC236}">
                <a16:creationId xmlns:a16="http://schemas.microsoft.com/office/drawing/2014/main" id="{E24DE131-1051-433D-9BC6-3C27CB9119CD}"/>
              </a:ext>
            </a:extLst>
          </p:cNvPr>
          <p:cNvSpPr/>
          <p:nvPr/>
        </p:nvSpPr>
        <p:spPr>
          <a:xfrm>
            <a:off x="4785844" y="1542695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0714874E-8884-4EB3-95DB-43F670E84D30}"/>
              </a:ext>
            </a:extLst>
          </p:cNvPr>
          <p:cNvSpPr/>
          <p:nvPr/>
        </p:nvSpPr>
        <p:spPr>
          <a:xfrm>
            <a:off x="7341926" y="4167200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0.15</a:t>
            </a:r>
          </a:p>
        </p:txBody>
      </p:sp>
      <p:cxnSp>
        <p:nvCxnSpPr>
          <p:cNvPr id="106" name="直线连接符 61">
            <a:extLst>
              <a:ext uri="{FF2B5EF4-FFF2-40B4-BE49-F238E27FC236}">
                <a16:creationId xmlns:a16="http://schemas.microsoft.com/office/drawing/2014/main" id="{462D63E4-01BE-4299-9DE5-76C75EB82A10}"/>
              </a:ext>
            </a:extLst>
          </p:cNvPr>
          <p:cNvCxnSpPr>
            <a:cxnSpLocks/>
          </p:cNvCxnSpPr>
          <p:nvPr/>
        </p:nvCxnSpPr>
        <p:spPr>
          <a:xfrm flipH="1" flipV="1">
            <a:off x="5585832" y="4705271"/>
            <a:ext cx="5850" cy="11984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线连接符 62">
            <a:extLst>
              <a:ext uri="{FF2B5EF4-FFF2-40B4-BE49-F238E27FC236}">
                <a16:creationId xmlns:a16="http://schemas.microsoft.com/office/drawing/2014/main" id="{D05603FC-805E-44C8-A62B-D04DD3A87EF3}"/>
              </a:ext>
            </a:extLst>
          </p:cNvPr>
          <p:cNvCxnSpPr>
            <a:cxnSpLocks/>
          </p:cNvCxnSpPr>
          <p:nvPr/>
        </p:nvCxnSpPr>
        <p:spPr>
          <a:xfrm flipH="1" flipV="1">
            <a:off x="6325515" y="4705951"/>
            <a:ext cx="7786" cy="11984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线连接符 63">
            <a:extLst>
              <a:ext uri="{FF2B5EF4-FFF2-40B4-BE49-F238E27FC236}">
                <a16:creationId xmlns:a16="http://schemas.microsoft.com/office/drawing/2014/main" id="{46C69CD1-02F5-49E9-BAEC-45BD97EFD047}"/>
              </a:ext>
            </a:extLst>
          </p:cNvPr>
          <p:cNvCxnSpPr>
            <a:cxnSpLocks/>
          </p:cNvCxnSpPr>
          <p:nvPr/>
        </p:nvCxnSpPr>
        <p:spPr>
          <a:xfrm flipH="1">
            <a:off x="5585832" y="4699773"/>
            <a:ext cx="7496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文本框 108">
            <a:extLst>
              <a:ext uri="{FF2B5EF4-FFF2-40B4-BE49-F238E27FC236}">
                <a16:creationId xmlns:a16="http://schemas.microsoft.com/office/drawing/2014/main" id="{8989A044-717B-4046-8631-CF3286E7D917}"/>
              </a:ext>
            </a:extLst>
          </p:cNvPr>
          <p:cNvSpPr txBox="1"/>
          <p:nvPr/>
        </p:nvSpPr>
        <p:spPr>
          <a:xfrm>
            <a:off x="6050780" y="4694955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36A96E22-65F1-4E4F-95E3-16F52F9DBA59}"/>
              </a:ext>
            </a:extLst>
          </p:cNvPr>
          <p:cNvSpPr txBox="1"/>
          <p:nvPr/>
        </p:nvSpPr>
        <p:spPr>
          <a:xfrm>
            <a:off x="5529723" y="4697140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11" name="直线连接符 67">
            <a:extLst>
              <a:ext uri="{FF2B5EF4-FFF2-40B4-BE49-F238E27FC236}">
                <a16:creationId xmlns:a16="http://schemas.microsoft.com/office/drawing/2014/main" id="{FCC613A8-1DFD-4BDD-94B4-8F2050CB8916}"/>
              </a:ext>
            </a:extLst>
          </p:cNvPr>
          <p:cNvCxnSpPr>
            <a:cxnSpLocks/>
          </p:cNvCxnSpPr>
          <p:nvPr/>
        </p:nvCxnSpPr>
        <p:spPr>
          <a:xfrm flipV="1">
            <a:off x="5942421" y="4541334"/>
            <a:ext cx="0" cy="1539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矩形 111">
            <a:extLst>
              <a:ext uri="{FF2B5EF4-FFF2-40B4-BE49-F238E27FC236}">
                <a16:creationId xmlns:a16="http://schemas.microsoft.com/office/drawing/2014/main" id="{590E8F60-05A7-4A05-91F7-FE2191F30625}"/>
              </a:ext>
            </a:extLst>
          </p:cNvPr>
          <p:cNvSpPr/>
          <p:nvPr/>
        </p:nvSpPr>
        <p:spPr>
          <a:xfrm>
            <a:off x="5600573" y="4153333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0.2</a:t>
            </a:r>
          </a:p>
        </p:txBody>
      </p:sp>
      <p:cxnSp>
        <p:nvCxnSpPr>
          <p:cNvPr id="113" name="直线连接符 70">
            <a:extLst>
              <a:ext uri="{FF2B5EF4-FFF2-40B4-BE49-F238E27FC236}">
                <a16:creationId xmlns:a16="http://schemas.microsoft.com/office/drawing/2014/main" id="{4F0F7230-F5AE-4804-A89C-074243BC98CA}"/>
              </a:ext>
            </a:extLst>
          </p:cNvPr>
          <p:cNvCxnSpPr>
            <a:cxnSpLocks/>
          </p:cNvCxnSpPr>
          <p:nvPr/>
        </p:nvCxnSpPr>
        <p:spPr>
          <a:xfrm flipV="1">
            <a:off x="6770751" y="2970652"/>
            <a:ext cx="0" cy="3259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线连接符 71">
            <a:extLst>
              <a:ext uri="{FF2B5EF4-FFF2-40B4-BE49-F238E27FC236}">
                <a16:creationId xmlns:a16="http://schemas.microsoft.com/office/drawing/2014/main" id="{D556A615-9095-4B77-8296-9D6491EB925E}"/>
              </a:ext>
            </a:extLst>
          </p:cNvPr>
          <p:cNvCxnSpPr>
            <a:cxnSpLocks/>
          </p:cNvCxnSpPr>
          <p:nvPr/>
        </p:nvCxnSpPr>
        <p:spPr>
          <a:xfrm flipV="1">
            <a:off x="4821071" y="3839764"/>
            <a:ext cx="0" cy="206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连接符 73">
            <a:extLst>
              <a:ext uri="{FF2B5EF4-FFF2-40B4-BE49-F238E27FC236}">
                <a16:creationId xmlns:a16="http://schemas.microsoft.com/office/drawing/2014/main" id="{BE552989-12D2-4E2B-A163-136038BB814C}"/>
              </a:ext>
            </a:extLst>
          </p:cNvPr>
          <p:cNvCxnSpPr>
            <a:cxnSpLocks/>
          </p:cNvCxnSpPr>
          <p:nvPr/>
        </p:nvCxnSpPr>
        <p:spPr>
          <a:xfrm flipH="1">
            <a:off x="4821071" y="3839764"/>
            <a:ext cx="28632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线连接符 75">
            <a:extLst>
              <a:ext uri="{FF2B5EF4-FFF2-40B4-BE49-F238E27FC236}">
                <a16:creationId xmlns:a16="http://schemas.microsoft.com/office/drawing/2014/main" id="{7F0B040C-C3AC-4826-A1CA-27C85BB8497D}"/>
              </a:ext>
            </a:extLst>
          </p:cNvPr>
          <p:cNvCxnSpPr>
            <a:cxnSpLocks/>
          </p:cNvCxnSpPr>
          <p:nvPr/>
        </p:nvCxnSpPr>
        <p:spPr>
          <a:xfrm flipV="1">
            <a:off x="5125339" y="1928323"/>
            <a:ext cx="0" cy="1539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627E9E99-A9BE-42FB-B28C-D63453D0FA41}"/>
              </a:ext>
            </a:extLst>
          </p:cNvPr>
          <p:cNvSpPr txBox="1"/>
          <p:nvPr/>
        </p:nvSpPr>
        <p:spPr>
          <a:xfrm>
            <a:off x="4785844" y="3818060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6D844630-9723-49BC-BF68-87B8D43BA731}"/>
              </a:ext>
            </a:extLst>
          </p:cNvPr>
          <p:cNvSpPr txBox="1"/>
          <p:nvPr/>
        </p:nvSpPr>
        <p:spPr>
          <a:xfrm>
            <a:off x="7405327" y="3808730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1AB7514F-F9E7-4D77-8F9B-2343509D92FC}"/>
              </a:ext>
            </a:extLst>
          </p:cNvPr>
          <p:cNvSpPr/>
          <p:nvPr/>
        </p:nvSpPr>
        <p:spPr>
          <a:xfrm>
            <a:off x="6445285" y="3296577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0.33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4C43A1AD-A2CC-45E5-9E8A-4DE0D2F7054F}"/>
              </a:ext>
            </a:extLst>
          </p:cNvPr>
          <p:cNvSpPr/>
          <p:nvPr/>
        </p:nvSpPr>
        <p:spPr>
          <a:xfrm>
            <a:off x="3676644" y="5915440"/>
            <a:ext cx="687726" cy="552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</a:p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0.47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21" name="直线连接符 81">
            <a:extLst>
              <a:ext uri="{FF2B5EF4-FFF2-40B4-BE49-F238E27FC236}">
                <a16:creationId xmlns:a16="http://schemas.microsoft.com/office/drawing/2014/main" id="{5D886992-A3AA-4441-8D12-7C735E187AAD}"/>
              </a:ext>
            </a:extLst>
          </p:cNvPr>
          <p:cNvCxnSpPr>
            <a:cxnSpLocks/>
          </p:cNvCxnSpPr>
          <p:nvPr/>
        </p:nvCxnSpPr>
        <p:spPr>
          <a:xfrm flipH="1">
            <a:off x="5942421" y="2983776"/>
            <a:ext cx="81941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线连接符 82">
            <a:extLst>
              <a:ext uri="{FF2B5EF4-FFF2-40B4-BE49-F238E27FC236}">
                <a16:creationId xmlns:a16="http://schemas.microsoft.com/office/drawing/2014/main" id="{57804E72-C4CC-4330-BF21-E8F6AD8FFCF3}"/>
              </a:ext>
            </a:extLst>
          </p:cNvPr>
          <p:cNvCxnSpPr>
            <a:cxnSpLocks/>
          </p:cNvCxnSpPr>
          <p:nvPr/>
        </p:nvCxnSpPr>
        <p:spPr>
          <a:xfrm flipV="1">
            <a:off x="5942421" y="2970652"/>
            <a:ext cx="0" cy="118268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文本框 122">
            <a:extLst>
              <a:ext uri="{FF2B5EF4-FFF2-40B4-BE49-F238E27FC236}">
                <a16:creationId xmlns:a16="http://schemas.microsoft.com/office/drawing/2014/main" id="{267D3BA1-A4C5-4DB6-BF71-6C74AE58BE29}"/>
              </a:ext>
            </a:extLst>
          </p:cNvPr>
          <p:cNvSpPr txBox="1"/>
          <p:nvPr/>
        </p:nvSpPr>
        <p:spPr>
          <a:xfrm>
            <a:off x="6488698" y="2963700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E7081AA0-DFC3-4148-9F72-82CA66CF3584}"/>
              </a:ext>
            </a:extLst>
          </p:cNvPr>
          <p:cNvSpPr txBox="1"/>
          <p:nvPr/>
        </p:nvSpPr>
        <p:spPr>
          <a:xfrm>
            <a:off x="5882273" y="2997190"/>
            <a:ext cx="34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88419484-C257-4322-9397-ABAF7164C4C2}"/>
              </a:ext>
            </a:extLst>
          </p:cNvPr>
          <p:cNvSpPr/>
          <p:nvPr/>
        </p:nvSpPr>
        <p:spPr>
          <a:xfrm>
            <a:off x="6024854" y="2431652"/>
            <a:ext cx="687726" cy="38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0.53</a:t>
            </a:r>
          </a:p>
        </p:txBody>
      </p:sp>
      <p:cxnSp>
        <p:nvCxnSpPr>
          <p:cNvPr id="126" name="直线连接符 93">
            <a:extLst>
              <a:ext uri="{FF2B5EF4-FFF2-40B4-BE49-F238E27FC236}">
                <a16:creationId xmlns:a16="http://schemas.microsoft.com/office/drawing/2014/main" id="{E77A92AB-9974-42C3-9EE7-5F4D68FFF1CF}"/>
              </a:ext>
            </a:extLst>
          </p:cNvPr>
          <p:cNvCxnSpPr>
            <a:cxnSpLocks/>
          </p:cNvCxnSpPr>
          <p:nvPr/>
        </p:nvCxnSpPr>
        <p:spPr>
          <a:xfrm flipV="1">
            <a:off x="4014958" y="2105727"/>
            <a:ext cx="0" cy="37980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线连接符 94">
            <a:extLst>
              <a:ext uri="{FF2B5EF4-FFF2-40B4-BE49-F238E27FC236}">
                <a16:creationId xmlns:a16="http://schemas.microsoft.com/office/drawing/2014/main" id="{7CAA072B-D9DF-4BE2-9122-E83641C04200}"/>
              </a:ext>
            </a:extLst>
          </p:cNvPr>
          <p:cNvCxnSpPr>
            <a:cxnSpLocks/>
          </p:cNvCxnSpPr>
          <p:nvPr/>
        </p:nvCxnSpPr>
        <p:spPr>
          <a:xfrm flipV="1">
            <a:off x="6366838" y="2105727"/>
            <a:ext cx="0" cy="3259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E513C6B4-91C9-4058-82B4-6760808783DD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>
              <a:extLst>
                <a:ext uri="{FF2B5EF4-FFF2-40B4-BE49-F238E27FC236}">
                  <a16:creationId xmlns:a16="http://schemas.microsoft.com/office/drawing/2014/main" id="{B3C2B140-359E-415F-B73A-D0F7F8299C7A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>
              <a:extLst>
                <a:ext uri="{FF2B5EF4-FFF2-40B4-BE49-F238E27FC236}">
                  <a16:creationId xmlns:a16="http://schemas.microsoft.com/office/drawing/2014/main" id="{2D1C1063-5EB8-470E-A375-DCB8566C28AE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>
              <a:extLst>
                <a:ext uri="{FF2B5EF4-FFF2-40B4-BE49-F238E27FC236}">
                  <a16:creationId xmlns:a16="http://schemas.microsoft.com/office/drawing/2014/main" id="{3657F7F5-AA3A-48F4-B2C3-26217131B689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>
              <a:extLst>
                <a:ext uri="{FF2B5EF4-FFF2-40B4-BE49-F238E27FC236}">
                  <a16:creationId xmlns:a16="http://schemas.microsoft.com/office/drawing/2014/main" id="{6104C570-ECEA-4A7B-B2CC-C3C4DACB6E60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A7243CCA-43A9-4DC5-97ED-E9303A748981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776417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2375" y="693208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典型的通信传输系统结构图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28A6FD4-F112-408C-860C-853191163BE7}"/>
              </a:ext>
            </a:extLst>
          </p:cNvPr>
          <p:cNvSpPr/>
          <p:nvPr/>
        </p:nvSpPr>
        <p:spPr>
          <a:xfrm>
            <a:off x="2104031" y="2038065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信源</a:t>
            </a:r>
            <a:endParaRPr lang="en-US" altLang="zh-CN" sz="2400" b="1" dirty="0">
              <a:solidFill>
                <a:schemeClr val="accent3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F0AB13-C34F-4922-8AC6-C69E01F85D2B}"/>
              </a:ext>
            </a:extLst>
          </p:cNvPr>
          <p:cNvSpPr/>
          <p:nvPr/>
        </p:nvSpPr>
        <p:spPr>
          <a:xfrm>
            <a:off x="395786" y="2038064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信源</a:t>
            </a:r>
            <a:endParaRPr lang="en-US" altLang="zh-CN" sz="2400" b="1" dirty="0">
              <a:solidFill>
                <a:schemeClr val="accent3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A3AE77-A275-4E4D-86BF-94126D7127A2}"/>
              </a:ext>
            </a:extLst>
          </p:cNvPr>
          <p:cNvSpPr/>
          <p:nvPr/>
        </p:nvSpPr>
        <p:spPr>
          <a:xfrm>
            <a:off x="3812276" y="2038064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信道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BA2BF23-401A-44F0-A844-9BA78B30044B}"/>
              </a:ext>
            </a:extLst>
          </p:cNvPr>
          <p:cNvSpPr/>
          <p:nvPr/>
        </p:nvSpPr>
        <p:spPr>
          <a:xfrm>
            <a:off x="5520521" y="2038064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载波</a:t>
            </a:r>
            <a:endParaRPr lang="en-US" altLang="zh-CN" sz="2400" b="1" dirty="0">
              <a:solidFill>
                <a:schemeClr val="accent3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7C791ED-AF98-4321-BA53-6E60F9A03931}"/>
              </a:ext>
            </a:extLst>
          </p:cNvPr>
          <p:cNvSpPr/>
          <p:nvPr/>
        </p:nvSpPr>
        <p:spPr>
          <a:xfrm>
            <a:off x="7237863" y="2038063"/>
            <a:ext cx="1110018" cy="353477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</a:t>
            </a:r>
            <a:endParaRPr lang="en-US" altLang="zh-CN" sz="2400" b="1" dirty="0">
              <a:solidFill>
                <a:schemeClr val="accent3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道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E3F287-E471-426A-86A9-E1542635274B}"/>
              </a:ext>
            </a:extLst>
          </p:cNvPr>
          <p:cNvSpPr/>
          <p:nvPr/>
        </p:nvSpPr>
        <p:spPr>
          <a:xfrm>
            <a:off x="5520521" y="4760793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</a:t>
            </a:r>
            <a:endParaRPr lang="en-US" altLang="zh-CN" sz="2400" b="1" dirty="0">
              <a:solidFill>
                <a:schemeClr val="accent3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解调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F63C648-2AD9-4407-B5F8-F5422BD275C4}"/>
              </a:ext>
            </a:extLst>
          </p:cNvPr>
          <p:cNvSpPr/>
          <p:nvPr/>
        </p:nvSpPr>
        <p:spPr>
          <a:xfrm>
            <a:off x="3812276" y="4760793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信道</a:t>
            </a:r>
            <a:endParaRPr lang="en-US" altLang="zh-CN" sz="2400" b="1" dirty="0">
              <a:solidFill>
                <a:schemeClr val="accent3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44F40C-CECE-4C0F-9234-91EAFFF0614F}"/>
              </a:ext>
            </a:extLst>
          </p:cNvPr>
          <p:cNvSpPr/>
          <p:nvPr/>
        </p:nvSpPr>
        <p:spPr>
          <a:xfrm>
            <a:off x="2104031" y="4760792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信源</a:t>
            </a:r>
            <a:endParaRPr lang="en-US" altLang="zh-CN" sz="2400" b="1" dirty="0">
              <a:solidFill>
                <a:schemeClr val="accent3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1C95CFC-FC08-4653-9DE4-5CCAA9CD6CF6}"/>
              </a:ext>
            </a:extLst>
          </p:cNvPr>
          <p:cNvSpPr/>
          <p:nvPr/>
        </p:nvSpPr>
        <p:spPr>
          <a:xfrm>
            <a:off x="395786" y="4760791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信宿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1169D86-8086-479B-BE04-3FA2AADE9486}"/>
              </a:ext>
            </a:extLst>
          </p:cNvPr>
          <p:cNvCxnSpPr>
            <a:stCxn id="11" idx="3"/>
            <a:endCxn id="9" idx="1"/>
          </p:cNvCxnSpPr>
          <p:nvPr/>
        </p:nvCxnSpPr>
        <p:spPr>
          <a:xfrm>
            <a:off x="1505804" y="2433850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EB9BBF5B-7D4D-46BC-AFD2-9EE8E5C77E0A}"/>
              </a:ext>
            </a:extLst>
          </p:cNvPr>
          <p:cNvCxnSpPr/>
          <p:nvPr/>
        </p:nvCxnSpPr>
        <p:spPr>
          <a:xfrm>
            <a:off x="3214049" y="2440672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7C82511E-12F9-46F5-9166-D351CAF726D9}"/>
              </a:ext>
            </a:extLst>
          </p:cNvPr>
          <p:cNvCxnSpPr/>
          <p:nvPr/>
        </p:nvCxnSpPr>
        <p:spPr>
          <a:xfrm>
            <a:off x="4922294" y="2440672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C673E60-F595-4038-A53D-462AE6C09937}"/>
              </a:ext>
            </a:extLst>
          </p:cNvPr>
          <p:cNvCxnSpPr/>
          <p:nvPr/>
        </p:nvCxnSpPr>
        <p:spPr>
          <a:xfrm>
            <a:off x="6630539" y="2433848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DC5B870-E7FD-4753-9273-E61FF1923CEB}"/>
              </a:ext>
            </a:extLst>
          </p:cNvPr>
          <p:cNvCxnSpPr/>
          <p:nvPr/>
        </p:nvCxnSpPr>
        <p:spPr>
          <a:xfrm>
            <a:off x="6639636" y="5156575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ABA59447-BA2B-482A-8B38-BED2223A5C7A}"/>
              </a:ext>
            </a:extLst>
          </p:cNvPr>
          <p:cNvCxnSpPr/>
          <p:nvPr/>
        </p:nvCxnSpPr>
        <p:spPr>
          <a:xfrm>
            <a:off x="4913197" y="5156574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49E30702-7E9E-4B20-ACF4-F35D15CE2AD7}"/>
              </a:ext>
            </a:extLst>
          </p:cNvPr>
          <p:cNvCxnSpPr/>
          <p:nvPr/>
        </p:nvCxnSpPr>
        <p:spPr>
          <a:xfrm>
            <a:off x="3223146" y="5156573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9E60412B-C5DE-4BB5-8464-AAA3A0284445}"/>
              </a:ext>
            </a:extLst>
          </p:cNvPr>
          <p:cNvCxnSpPr/>
          <p:nvPr/>
        </p:nvCxnSpPr>
        <p:spPr>
          <a:xfrm>
            <a:off x="1494430" y="5156572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91534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2376" y="693208"/>
            <a:ext cx="3818362" cy="670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二、信源编码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C12E65-0C92-49E3-BC69-A7644720B417}"/>
              </a:ext>
            </a:extLst>
          </p:cNvPr>
          <p:cNvSpPr txBox="1"/>
          <p:nvPr/>
        </p:nvSpPr>
        <p:spPr>
          <a:xfrm>
            <a:off x="4371474" y="1504125"/>
            <a:ext cx="4772526" cy="4846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增加信息冗余度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提高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信号传输的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可靠性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并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增强抗干扰能力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常用的编码方法包括：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奇偶校验码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循环冗余检验码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(CRC)</a:t>
            </a: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卷积码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低密度奇偶校验码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(LDPC)</a:t>
            </a: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Turbo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码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Polar(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极化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码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F0A7D2-2B3A-45BE-9BB9-704D91DB6E47}"/>
              </a:ext>
            </a:extLst>
          </p:cNvPr>
          <p:cNvCxnSpPr>
            <a:cxnSpLocks/>
          </p:cNvCxnSpPr>
          <p:nvPr/>
        </p:nvCxnSpPr>
        <p:spPr>
          <a:xfrm>
            <a:off x="4299284" y="647032"/>
            <a:ext cx="1" cy="570931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BC300E7C-ADD3-401C-8BA5-8B0B881CC541}"/>
              </a:ext>
            </a:extLst>
          </p:cNvPr>
          <p:cNvSpPr txBox="1"/>
          <p:nvPr/>
        </p:nvSpPr>
        <p:spPr>
          <a:xfrm>
            <a:off x="4507831" y="693208"/>
            <a:ext cx="3818362" cy="670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三、信道编码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BE728F2-0BE5-4052-812E-8D7B06C2D322}"/>
              </a:ext>
            </a:extLst>
          </p:cNvPr>
          <p:cNvSpPr txBox="1"/>
          <p:nvPr/>
        </p:nvSpPr>
        <p:spPr>
          <a:xfrm>
            <a:off x="301527" y="1504125"/>
            <a:ext cx="3897142" cy="196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目的是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减少或消除信源冗余度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压缩数据量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，提高信道传输的有效性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594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2376" y="693208"/>
            <a:ext cx="3818362" cy="670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二、信源编码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C12E65-0C92-49E3-BC69-A7644720B417}"/>
              </a:ext>
            </a:extLst>
          </p:cNvPr>
          <p:cNvSpPr txBox="1"/>
          <p:nvPr/>
        </p:nvSpPr>
        <p:spPr>
          <a:xfrm>
            <a:off x="4371474" y="1504125"/>
            <a:ext cx="4772526" cy="4846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增加信息冗余度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提高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信号传输的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可靠性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并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增强抗干扰能力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常用的编码方法包括：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奇偶校验码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循环冗余检验码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(CRC)</a:t>
            </a: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卷积码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低密度奇偶校验码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(LDPC)</a:t>
            </a: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Turbo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码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Polar(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极化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码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F0A7D2-2B3A-45BE-9BB9-704D91DB6E47}"/>
              </a:ext>
            </a:extLst>
          </p:cNvPr>
          <p:cNvCxnSpPr>
            <a:cxnSpLocks/>
          </p:cNvCxnSpPr>
          <p:nvPr/>
        </p:nvCxnSpPr>
        <p:spPr>
          <a:xfrm>
            <a:off x="4299284" y="647032"/>
            <a:ext cx="1" cy="570931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BC300E7C-ADD3-401C-8BA5-8B0B881CC541}"/>
              </a:ext>
            </a:extLst>
          </p:cNvPr>
          <p:cNvSpPr txBox="1"/>
          <p:nvPr/>
        </p:nvSpPr>
        <p:spPr>
          <a:xfrm>
            <a:off x="4507831" y="693208"/>
            <a:ext cx="3818362" cy="670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三、信道编码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BE728F2-0BE5-4052-812E-8D7B06C2D322}"/>
              </a:ext>
            </a:extLst>
          </p:cNvPr>
          <p:cNvSpPr txBox="1"/>
          <p:nvPr/>
        </p:nvSpPr>
        <p:spPr>
          <a:xfrm>
            <a:off x="301527" y="1504125"/>
            <a:ext cx="3897142" cy="196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目的是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减少或消除信源冗余度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压缩数据量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，提高信道传输的有效性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7977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2375" y="540997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奇偶校验码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C12E65-0C92-49E3-BC69-A7644720B417}"/>
              </a:ext>
            </a:extLst>
          </p:cNvPr>
          <p:cNvSpPr txBox="1"/>
          <p:nvPr/>
        </p:nvSpPr>
        <p:spPr>
          <a:xfrm>
            <a:off x="321931" y="1698165"/>
            <a:ext cx="8607669" cy="1005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在待发送的二进制序列的前面或后面加一位“奇”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“偶”校验位，满足整体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的个数为“奇”或者“偶”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4">
            <a:extLst>
              <a:ext uri="{FF2B5EF4-FFF2-40B4-BE49-F238E27FC236}">
                <a16:creationId xmlns:a16="http://schemas.microsoft.com/office/drawing/2014/main" id="{84E200FB-19BE-40DE-A16A-A6959C9309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618660"/>
              </p:ext>
            </p:extLst>
          </p:nvPr>
        </p:nvGraphicFramePr>
        <p:xfrm>
          <a:off x="1578591" y="3028670"/>
          <a:ext cx="37485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500">
                  <a:extLst>
                    <a:ext uri="{9D8B030D-6E8A-4147-A177-3AD203B41FA5}">
                      <a16:colId xmlns:a16="http://schemas.microsoft.com/office/drawing/2014/main" val="1040803316"/>
                    </a:ext>
                  </a:extLst>
                </a:gridCol>
                <a:gridCol w="535500">
                  <a:extLst>
                    <a:ext uri="{9D8B030D-6E8A-4147-A177-3AD203B41FA5}">
                      <a16:colId xmlns:a16="http://schemas.microsoft.com/office/drawing/2014/main" val="363105093"/>
                    </a:ext>
                  </a:extLst>
                </a:gridCol>
                <a:gridCol w="535500">
                  <a:extLst>
                    <a:ext uri="{9D8B030D-6E8A-4147-A177-3AD203B41FA5}">
                      <a16:colId xmlns:a16="http://schemas.microsoft.com/office/drawing/2014/main" val="322875105"/>
                    </a:ext>
                  </a:extLst>
                </a:gridCol>
                <a:gridCol w="535500">
                  <a:extLst>
                    <a:ext uri="{9D8B030D-6E8A-4147-A177-3AD203B41FA5}">
                      <a16:colId xmlns:a16="http://schemas.microsoft.com/office/drawing/2014/main" val="971141537"/>
                    </a:ext>
                  </a:extLst>
                </a:gridCol>
                <a:gridCol w="535500">
                  <a:extLst>
                    <a:ext uri="{9D8B030D-6E8A-4147-A177-3AD203B41FA5}">
                      <a16:colId xmlns:a16="http://schemas.microsoft.com/office/drawing/2014/main" val="1439525156"/>
                    </a:ext>
                  </a:extLst>
                </a:gridCol>
                <a:gridCol w="535500">
                  <a:extLst>
                    <a:ext uri="{9D8B030D-6E8A-4147-A177-3AD203B41FA5}">
                      <a16:colId xmlns:a16="http://schemas.microsoft.com/office/drawing/2014/main" val="1099341583"/>
                    </a:ext>
                  </a:extLst>
                </a:gridCol>
                <a:gridCol w="535500">
                  <a:extLst>
                    <a:ext uri="{9D8B030D-6E8A-4147-A177-3AD203B41FA5}">
                      <a16:colId xmlns:a16="http://schemas.microsoft.com/office/drawing/2014/main" val="8400243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9045904"/>
                  </a:ext>
                </a:extLst>
              </a:tr>
            </a:tbl>
          </a:graphicData>
        </a:graphic>
      </p:graphicFrame>
      <p:graphicFrame>
        <p:nvGraphicFramePr>
          <p:cNvPr id="6" name="表格 11">
            <a:extLst>
              <a:ext uri="{FF2B5EF4-FFF2-40B4-BE49-F238E27FC236}">
                <a16:creationId xmlns:a16="http://schemas.microsoft.com/office/drawing/2014/main" id="{FD65C0CD-9227-41FC-83DE-435EFD692E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348610"/>
              </p:ext>
            </p:extLst>
          </p:nvPr>
        </p:nvGraphicFramePr>
        <p:xfrm>
          <a:off x="5372669" y="3028670"/>
          <a:ext cx="532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800">
                  <a:extLst>
                    <a:ext uri="{9D8B030D-6E8A-4147-A177-3AD203B41FA5}">
                      <a16:colId xmlns:a16="http://schemas.microsoft.com/office/drawing/2014/main" val="36540294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852446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8C4BB3E3-2FB0-4E28-80FB-EB4EFD1380B6}"/>
              </a:ext>
            </a:extLst>
          </p:cNvPr>
          <p:cNvSpPr txBox="1"/>
          <p:nvPr/>
        </p:nvSpPr>
        <p:spPr>
          <a:xfrm>
            <a:off x="5803040" y="2899253"/>
            <a:ext cx="2055055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奇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校验码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1">
            <a:extLst>
              <a:ext uri="{FF2B5EF4-FFF2-40B4-BE49-F238E27FC236}">
                <a16:creationId xmlns:a16="http://schemas.microsoft.com/office/drawing/2014/main" id="{F25B2F55-D7B2-4871-A7D1-5240E93E97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025178"/>
              </p:ext>
            </p:extLst>
          </p:nvPr>
        </p:nvGraphicFramePr>
        <p:xfrm>
          <a:off x="5384509" y="3034935"/>
          <a:ext cx="5328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800">
                  <a:extLst>
                    <a:ext uri="{9D8B030D-6E8A-4147-A177-3AD203B41FA5}">
                      <a16:colId xmlns:a16="http://schemas.microsoft.com/office/drawing/2014/main" val="3654029458"/>
                    </a:ext>
                  </a:extLst>
                </a:gridCol>
              </a:tblGrid>
              <a:tr h="3432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5852446"/>
                  </a:ext>
                </a:extLst>
              </a:tr>
            </a:tbl>
          </a:graphicData>
        </a:graphic>
      </p:graphicFrame>
      <p:graphicFrame>
        <p:nvGraphicFramePr>
          <p:cNvPr id="14" name="表格 4">
            <a:extLst>
              <a:ext uri="{FF2B5EF4-FFF2-40B4-BE49-F238E27FC236}">
                <a16:creationId xmlns:a16="http://schemas.microsoft.com/office/drawing/2014/main" id="{A8BADC7A-EDCA-4F52-B8A5-FF05C75100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575717"/>
              </p:ext>
            </p:extLst>
          </p:nvPr>
        </p:nvGraphicFramePr>
        <p:xfrm>
          <a:off x="1578591" y="3822515"/>
          <a:ext cx="37485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500">
                  <a:extLst>
                    <a:ext uri="{9D8B030D-6E8A-4147-A177-3AD203B41FA5}">
                      <a16:colId xmlns:a16="http://schemas.microsoft.com/office/drawing/2014/main" val="1040803316"/>
                    </a:ext>
                  </a:extLst>
                </a:gridCol>
                <a:gridCol w="535500">
                  <a:extLst>
                    <a:ext uri="{9D8B030D-6E8A-4147-A177-3AD203B41FA5}">
                      <a16:colId xmlns:a16="http://schemas.microsoft.com/office/drawing/2014/main" val="363105093"/>
                    </a:ext>
                  </a:extLst>
                </a:gridCol>
                <a:gridCol w="535500">
                  <a:extLst>
                    <a:ext uri="{9D8B030D-6E8A-4147-A177-3AD203B41FA5}">
                      <a16:colId xmlns:a16="http://schemas.microsoft.com/office/drawing/2014/main" val="322875105"/>
                    </a:ext>
                  </a:extLst>
                </a:gridCol>
                <a:gridCol w="535500">
                  <a:extLst>
                    <a:ext uri="{9D8B030D-6E8A-4147-A177-3AD203B41FA5}">
                      <a16:colId xmlns:a16="http://schemas.microsoft.com/office/drawing/2014/main" val="971141537"/>
                    </a:ext>
                  </a:extLst>
                </a:gridCol>
                <a:gridCol w="535500">
                  <a:extLst>
                    <a:ext uri="{9D8B030D-6E8A-4147-A177-3AD203B41FA5}">
                      <a16:colId xmlns:a16="http://schemas.microsoft.com/office/drawing/2014/main" val="1439525156"/>
                    </a:ext>
                  </a:extLst>
                </a:gridCol>
                <a:gridCol w="535500">
                  <a:extLst>
                    <a:ext uri="{9D8B030D-6E8A-4147-A177-3AD203B41FA5}">
                      <a16:colId xmlns:a16="http://schemas.microsoft.com/office/drawing/2014/main" val="1099341583"/>
                    </a:ext>
                  </a:extLst>
                </a:gridCol>
                <a:gridCol w="535500">
                  <a:extLst>
                    <a:ext uri="{9D8B030D-6E8A-4147-A177-3AD203B41FA5}">
                      <a16:colId xmlns:a16="http://schemas.microsoft.com/office/drawing/2014/main" val="8400243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9045904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8848C827-97C9-465D-95C5-713D739DBEF5}"/>
              </a:ext>
            </a:extLst>
          </p:cNvPr>
          <p:cNvSpPr txBox="1"/>
          <p:nvPr/>
        </p:nvSpPr>
        <p:spPr>
          <a:xfrm>
            <a:off x="5841708" y="3737733"/>
            <a:ext cx="2055055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偶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校验码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" name="表格 11">
            <a:extLst>
              <a:ext uri="{FF2B5EF4-FFF2-40B4-BE49-F238E27FC236}">
                <a16:creationId xmlns:a16="http://schemas.microsoft.com/office/drawing/2014/main" id="{7ACEA066-077F-4406-9F77-A8350FF72D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230476"/>
              </p:ext>
            </p:extLst>
          </p:nvPr>
        </p:nvGraphicFramePr>
        <p:xfrm>
          <a:off x="5386855" y="3847915"/>
          <a:ext cx="532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800">
                  <a:extLst>
                    <a:ext uri="{9D8B030D-6E8A-4147-A177-3AD203B41FA5}">
                      <a16:colId xmlns:a16="http://schemas.microsoft.com/office/drawing/2014/main" val="36540294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852446"/>
                  </a:ext>
                </a:extLst>
              </a:tr>
            </a:tbl>
          </a:graphicData>
        </a:graphic>
      </p:graphicFrame>
      <p:graphicFrame>
        <p:nvGraphicFramePr>
          <p:cNvPr id="17" name="表格 11">
            <a:extLst>
              <a:ext uri="{FF2B5EF4-FFF2-40B4-BE49-F238E27FC236}">
                <a16:creationId xmlns:a16="http://schemas.microsoft.com/office/drawing/2014/main" id="{F9B93612-02A4-46E0-81E9-65A622DC83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571167"/>
              </p:ext>
            </p:extLst>
          </p:nvPr>
        </p:nvGraphicFramePr>
        <p:xfrm>
          <a:off x="5347534" y="3846296"/>
          <a:ext cx="60675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750">
                  <a:extLst>
                    <a:ext uri="{9D8B030D-6E8A-4147-A177-3AD203B41FA5}">
                      <a16:colId xmlns:a16="http://schemas.microsoft.com/office/drawing/2014/main" val="36540294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5852446"/>
                  </a:ext>
                </a:extLst>
              </a:tr>
            </a:tbl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741233C1-78FF-4D8D-BEDC-28884C27F31C}"/>
              </a:ext>
            </a:extLst>
          </p:cNvPr>
          <p:cNvSpPr txBox="1"/>
          <p:nvPr/>
        </p:nvSpPr>
        <p:spPr>
          <a:xfrm>
            <a:off x="406338" y="4911349"/>
            <a:ext cx="4109392" cy="148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buFont typeface="+mj-lt"/>
              <a:buAutoNum type="alphaLcParenR"/>
            </a:pP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编码思想简单</a:t>
            </a:r>
            <a:endParaRPr lang="en-US" altLang="zh-CN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30000"/>
              </a:lnSpc>
              <a:buFont typeface="+mj-lt"/>
              <a:buAutoNum type="alphaLcParenR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能够检测出奇数个错误位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30000"/>
              </a:lnSpc>
              <a:buFont typeface="+mj-lt"/>
              <a:buAutoNum type="alphaLcParenR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仅能检错，不能纠错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916FBB1-079A-4728-B73B-EF307E6307EF}"/>
              </a:ext>
            </a:extLst>
          </p:cNvPr>
          <p:cNvSpPr txBox="1"/>
          <p:nvPr/>
        </p:nvSpPr>
        <p:spPr>
          <a:xfrm>
            <a:off x="272375" y="1187243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30000"/>
              </a:lnSpc>
              <a:buFont typeface="+mj-ea"/>
              <a:buAutoNum type="circleNumDbPlain"/>
            </a:pP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工作机制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2DD8748-FD38-468E-92F7-4C59E3CB7981}"/>
              </a:ext>
            </a:extLst>
          </p:cNvPr>
          <p:cNvSpPr txBox="1"/>
          <p:nvPr/>
        </p:nvSpPr>
        <p:spPr>
          <a:xfrm>
            <a:off x="321931" y="4304894"/>
            <a:ext cx="3349737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30000"/>
              </a:lnSpc>
              <a:buFont typeface="+mj-ea"/>
              <a:buAutoNum type="circleNumDbPlain" startAt="2"/>
            </a:pP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特点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E71C149-4B49-480F-98D2-24F4D4CD009F}"/>
              </a:ext>
            </a:extLst>
          </p:cNvPr>
          <p:cNvSpPr txBox="1"/>
          <p:nvPr/>
        </p:nvSpPr>
        <p:spPr>
          <a:xfrm>
            <a:off x="4580171" y="4292957"/>
            <a:ext cx="3349737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30000"/>
              </a:lnSpc>
              <a:buFont typeface="+mj-ea"/>
              <a:buAutoNum type="circleNumDbPlain" startAt="3"/>
            </a:pP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应用场景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5AC0315-F60E-4505-8E48-33784EE18ED9}"/>
              </a:ext>
            </a:extLst>
          </p:cNvPr>
          <p:cNvSpPr txBox="1"/>
          <p:nvPr/>
        </p:nvSpPr>
        <p:spPr>
          <a:xfrm>
            <a:off x="4628270" y="4940179"/>
            <a:ext cx="4109392" cy="148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buFont typeface="+mj-lt"/>
              <a:buAutoNum type="alphaLcParenR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低功耗短数据包校验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30000"/>
              </a:lnSpc>
              <a:buFont typeface="+mj-lt"/>
              <a:buAutoNum type="alphaLcParenR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CRC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策略联合，进行初步校验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898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7" grpId="0"/>
      <p:bldP spid="12" grpId="0"/>
      <p:bldP spid="15" grpId="0"/>
      <p:bldP spid="19" grpId="0"/>
      <p:bldP spid="20" grpId="0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5A6B6E7-8853-43A8-BB08-82C01106F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0FB030A-4FFE-416A-BCB3-AE316DC9FBB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90500" y="635000"/>
            <a:ext cx="80391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例：发送端要传输的码字为“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011001101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”，请构造出合适的奇偶校验码（奇校验码和偶校验码）。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9EDE5C6-23B4-40B6-9BC9-08ECC5DDC6F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1626077-A75D-43C1-B072-17D92C7427C7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DA1348A5-A22D-4F83-A729-6E0BED7A1882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2BCD427E-B533-42DD-A7C0-3D28AEAD96EE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BF9D5A60-33E7-4FA2-B127-1ABDB6C50847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E33F64A4-47C5-46DD-8FB9-2906D25C4F64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078D95C0-C53D-4046-A54F-240BBCBDA157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172709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882596" y="6384486"/>
            <a:ext cx="1047003" cy="365125"/>
          </a:xfrm>
        </p:spPr>
        <p:txBody>
          <a:bodyPr/>
          <a:lstStyle/>
          <a:p>
            <a:fld id="{E663D701-F6D3-45BB-89CD-EE32AA93FC3C}" type="slidenum">
              <a:rPr lang="zh-CN" altLang="en-US" smtClean="0"/>
              <a:t>42</a:t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2375" y="693208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奇偶校验码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C12E65-0C92-49E3-BC69-A7644720B417}"/>
              </a:ext>
            </a:extLst>
          </p:cNvPr>
          <p:cNvSpPr txBox="1"/>
          <p:nvPr/>
        </p:nvSpPr>
        <p:spPr>
          <a:xfrm>
            <a:off x="321931" y="1351726"/>
            <a:ext cx="8607669" cy="1005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例：发送端要传输的码字为“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011001101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”，请构造出合适的奇偶校验码（奇校验码和偶校验码）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03D3EE-BC24-4052-BFA3-651844D87A88}"/>
              </a:ext>
            </a:extLst>
          </p:cNvPr>
          <p:cNvSpPr txBox="1"/>
          <p:nvPr/>
        </p:nvSpPr>
        <p:spPr>
          <a:xfrm>
            <a:off x="1068138" y="2488189"/>
            <a:ext cx="1909572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奇校验码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D50F6F3-2663-41C8-AC1B-7B57B117A351}"/>
              </a:ext>
            </a:extLst>
          </p:cNvPr>
          <p:cNvSpPr txBox="1"/>
          <p:nvPr/>
        </p:nvSpPr>
        <p:spPr>
          <a:xfrm>
            <a:off x="3270735" y="3192039"/>
            <a:ext cx="3322320" cy="523220"/>
          </a:xfrm>
          <a:prstGeom prst="rect">
            <a:avLst/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0 1 1 0 0 1 1 0 1</a:t>
            </a:r>
            <a:endParaRPr lang="zh-CN" altLang="en-US" sz="2800" dirty="0"/>
          </a:p>
        </p:txBody>
      </p:sp>
      <p:sp>
        <p:nvSpPr>
          <p:cNvPr id="3" name="左大括号 2">
            <a:extLst>
              <a:ext uri="{FF2B5EF4-FFF2-40B4-BE49-F238E27FC236}">
                <a16:creationId xmlns:a16="http://schemas.microsoft.com/office/drawing/2014/main" id="{1C3D13C6-D4B3-44FA-BBE0-6A89F13E2434}"/>
              </a:ext>
            </a:extLst>
          </p:cNvPr>
          <p:cNvSpPr/>
          <p:nvPr/>
        </p:nvSpPr>
        <p:spPr>
          <a:xfrm rot="16200000">
            <a:off x="4840455" y="2491728"/>
            <a:ext cx="182880" cy="2783219"/>
          </a:xfrm>
          <a:prstGeom prst="leftBrace">
            <a:avLst>
              <a:gd name="adj1" fmla="val 36526"/>
              <a:gd name="adj2" fmla="val 51021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391F790-731F-4154-AD22-AEC973679A87}"/>
              </a:ext>
            </a:extLst>
          </p:cNvPr>
          <p:cNvSpPr txBox="1"/>
          <p:nvPr/>
        </p:nvSpPr>
        <p:spPr>
          <a:xfrm>
            <a:off x="4373422" y="3994827"/>
            <a:ext cx="1483423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个“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19F2C73-044B-4884-A579-C23B70CDEA45}"/>
              </a:ext>
            </a:extLst>
          </p:cNvPr>
          <p:cNvSpPr txBox="1"/>
          <p:nvPr/>
        </p:nvSpPr>
        <p:spPr>
          <a:xfrm>
            <a:off x="6706316" y="3189602"/>
            <a:ext cx="449448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5B43315-EB6E-448D-B046-51FFB1FD0554}"/>
              </a:ext>
            </a:extLst>
          </p:cNvPr>
          <p:cNvSpPr txBox="1"/>
          <p:nvPr/>
        </p:nvSpPr>
        <p:spPr>
          <a:xfrm>
            <a:off x="1072204" y="4472696"/>
            <a:ext cx="7307451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偶校验码（保证传输码字中“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”的数量为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偶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数）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3DC67DB-78DD-434C-99A5-1EBCDEB3673F}"/>
              </a:ext>
            </a:extLst>
          </p:cNvPr>
          <p:cNvSpPr txBox="1"/>
          <p:nvPr/>
        </p:nvSpPr>
        <p:spPr>
          <a:xfrm>
            <a:off x="3270735" y="5155503"/>
            <a:ext cx="3322320" cy="523220"/>
          </a:xfrm>
          <a:prstGeom prst="rect">
            <a:avLst/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0 1 1 0 0 1 1 0 1</a:t>
            </a:r>
            <a:endParaRPr lang="zh-CN" altLang="en-US" sz="28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82AA58C-9AC3-424E-9B08-0BA8B05A067B}"/>
              </a:ext>
            </a:extLst>
          </p:cNvPr>
          <p:cNvSpPr txBox="1"/>
          <p:nvPr/>
        </p:nvSpPr>
        <p:spPr>
          <a:xfrm>
            <a:off x="6706316" y="5146592"/>
            <a:ext cx="449448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6EDDBA7-6BD4-42A3-938F-C8D1F90A085B}"/>
              </a:ext>
            </a:extLst>
          </p:cNvPr>
          <p:cNvSpPr txBox="1"/>
          <p:nvPr/>
        </p:nvSpPr>
        <p:spPr>
          <a:xfrm>
            <a:off x="2676213" y="2550692"/>
            <a:ext cx="53996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（保证传输码字中“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”的数量为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奇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数）</a:t>
            </a:r>
            <a:endParaRPr lang="zh-CN" altLang="en-US" sz="2400" dirty="0"/>
          </a:p>
        </p:txBody>
      </p:sp>
      <p:sp>
        <p:nvSpPr>
          <p:cNvPr id="18" name="左大括号 17">
            <a:extLst>
              <a:ext uri="{FF2B5EF4-FFF2-40B4-BE49-F238E27FC236}">
                <a16:creationId xmlns:a16="http://schemas.microsoft.com/office/drawing/2014/main" id="{C43CA513-A862-42C8-A8FF-55294877EB4D}"/>
              </a:ext>
            </a:extLst>
          </p:cNvPr>
          <p:cNvSpPr/>
          <p:nvPr/>
        </p:nvSpPr>
        <p:spPr>
          <a:xfrm rot="16200000">
            <a:off x="5207458" y="4241384"/>
            <a:ext cx="133346" cy="3322323"/>
          </a:xfrm>
          <a:prstGeom prst="leftBrace">
            <a:avLst>
              <a:gd name="adj1" fmla="val 36526"/>
              <a:gd name="adj2" fmla="val 51021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7FA0896-0BCB-4A03-A8BC-595E0600C13A}"/>
              </a:ext>
            </a:extLst>
          </p:cNvPr>
          <p:cNvSpPr txBox="1"/>
          <p:nvPr/>
        </p:nvSpPr>
        <p:spPr>
          <a:xfrm>
            <a:off x="4588732" y="5902545"/>
            <a:ext cx="1483423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个“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5597FC0-3DB8-4B7C-A2B9-7E80053508F3}"/>
              </a:ext>
            </a:extLst>
          </p:cNvPr>
          <p:cNvSpPr txBox="1"/>
          <p:nvPr/>
        </p:nvSpPr>
        <p:spPr>
          <a:xfrm>
            <a:off x="321931" y="2484514"/>
            <a:ext cx="819277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解：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090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" grpId="0" animBg="1"/>
      <p:bldP spid="11" grpId="0"/>
      <p:bldP spid="12" grpId="0"/>
      <p:bldP spid="13" grpId="0"/>
      <p:bldP spid="14" grpId="0" animBg="1"/>
      <p:bldP spid="15" grpId="0"/>
      <p:bldP spid="17" grpId="0"/>
      <p:bldP spid="18" grpId="0" animBg="1"/>
      <p:bldP spid="1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2375" y="693208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典型的通信传输系统结构图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28A6FD4-F112-408C-860C-853191163BE7}"/>
              </a:ext>
            </a:extLst>
          </p:cNvPr>
          <p:cNvSpPr/>
          <p:nvPr/>
        </p:nvSpPr>
        <p:spPr>
          <a:xfrm>
            <a:off x="2104031" y="2038065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信源</a:t>
            </a:r>
            <a:endParaRPr lang="en-US" altLang="zh-CN" sz="2400" b="1" dirty="0">
              <a:solidFill>
                <a:schemeClr val="accent3">
                  <a:lumMod val="40000"/>
                  <a:lumOff val="6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F0AB13-C34F-4922-8AC6-C69E01F85D2B}"/>
              </a:ext>
            </a:extLst>
          </p:cNvPr>
          <p:cNvSpPr/>
          <p:nvPr/>
        </p:nvSpPr>
        <p:spPr>
          <a:xfrm>
            <a:off x="395786" y="2038064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信源</a:t>
            </a:r>
            <a:endParaRPr lang="en-US" altLang="zh-CN" sz="2400" b="1" dirty="0">
              <a:solidFill>
                <a:schemeClr val="accent3">
                  <a:lumMod val="40000"/>
                  <a:lumOff val="6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A3AE77-A275-4E4D-86BF-94126D7127A2}"/>
              </a:ext>
            </a:extLst>
          </p:cNvPr>
          <p:cNvSpPr/>
          <p:nvPr/>
        </p:nvSpPr>
        <p:spPr>
          <a:xfrm>
            <a:off x="3812276" y="2038064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信道</a:t>
            </a:r>
            <a:endParaRPr lang="en-US" altLang="zh-CN" sz="2400" b="1" dirty="0">
              <a:solidFill>
                <a:schemeClr val="accent3">
                  <a:lumMod val="40000"/>
                  <a:lumOff val="6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BA2BF23-401A-44F0-A844-9BA78B30044B}"/>
              </a:ext>
            </a:extLst>
          </p:cNvPr>
          <p:cNvSpPr/>
          <p:nvPr/>
        </p:nvSpPr>
        <p:spPr>
          <a:xfrm>
            <a:off x="5520521" y="2038064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载波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7C791ED-AF98-4321-BA53-6E60F9A03931}"/>
              </a:ext>
            </a:extLst>
          </p:cNvPr>
          <p:cNvSpPr/>
          <p:nvPr/>
        </p:nvSpPr>
        <p:spPr>
          <a:xfrm>
            <a:off x="7237863" y="2038063"/>
            <a:ext cx="1110018" cy="353477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</a:t>
            </a:r>
            <a:endParaRPr lang="en-US" altLang="zh-CN" sz="2400" b="1" dirty="0">
              <a:solidFill>
                <a:schemeClr val="accent3">
                  <a:lumMod val="40000"/>
                  <a:lumOff val="6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道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E3F287-E471-426A-86A9-E1542635274B}"/>
              </a:ext>
            </a:extLst>
          </p:cNvPr>
          <p:cNvSpPr/>
          <p:nvPr/>
        </p:nvSpPr>
        <p:spPr>
          <a:xfrm>
            <a:off x="5520521" y="4760793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</a:t>
            </a:r>
            <a:endParaRPr lang="en-US" altLang="zh-CN" sz="2400" b="1" dirty="0">
              <a:solidFill>
                <a:schemeClr val="accent3">
                  <a:lumMod val="40000"/>
                  <a:lumOff val="6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解调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F63C648-2AD9-4407-B5F8-F5422BD275C4}"/>
              </a:ext>
            </a:extLst>
          </p:cNvPr>
          <p:cNvSpPr/>
          <p:nvPr/>
        </p:nvSpPr>
        <p:spPr>
          <a:xfrm>
            <a:off x="3812276" y="4760793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信道</a:t>
            </a:r>
            <a:endParaRPr lang="en-US" altLang="zh-CN" sz="2400" b="1" dirty="0">
              <a:solidFill>
                <a:schemeClr val="accent3">
                  <a:lumMod val="40000"/>
                  <a:lumOff val="6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44F40C-CECE-4C0F-9234-91EAFFF0614F}"/>
              </a:ext>
            </a:extLst>
          </p:cNvPr>
          <p:cNvSpPr/>
          <p:nvPr/>
        </p:nvSpPr>
        <p:spPr>
          <a:xfrm>
            <a:off x="2104031" y="4760792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信源</a:t>
            </a:r>
            <a:endParaRPr lang="en-US" altLang="zh-CN" sz="2400" b="1" dirty="0">
              <a:solidFill>
                <a:schemeClr val="accent3">
                  <a:lumMod val="40000"/>
                  <a:lumOff val="6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1C95CFC-FC08-4653-9DE4-5CCAA9CD6CF6}"/>
              </a:ext>
            </a:extLst>
          </p:cNvPr>
          <p:cNvSpPr/>
          <p:nvPr/>
        </p:nvSpPr>
        <p:spPr>
          <a:xfrm>
            <a:off x="395786" y="4760791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信宿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1169D86-8086-479B-BE04-3FA2AADE9486}"/>
              </a:ext>
            </a:extLst>
          </p:cNvPr>
          <p:cNvCxnSpPr>
            <a:stCxn id="11" idx="3"/>
            <a:endCxn id="9" idx="1"/>
          </p:cNvCxnSpPr>
          <p:nvPr/>
        </p:nvCxnSpPr>
        <p:spPr>
          <a:xfrm>
            <a:off x="1505804" y="2433850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EB9BBF5B-7D4D-46BC-AFD2-9EE8E5C77E0A}"/>
              </a:ext>
            </a:extLst>
          </p:cNvPr>
          <p:cNvCxnSpPr/>
          <p:nvPr/>
        </p:nvCxnSpPr>
        <p:spPr>
          <a:xfrm>
            <a:off x="3214049" y="2440672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7C82511E-12F9-46F5-9166-D351CAF726D9}"/>
              </a:ext>
            </a:extLst>
          </p:cNvPr>
          <p:cNvCxnSpPr/>
          <p:nvPr/>
        </p:nvCxnSpPr>
        <p:spPr>
          <a:xfrm>
            <a:off x="4922294" y="2440672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C673E60-F595-4038-A53D-462AE6C09937}"/>
              </a:ext>
            </a:extLst>
          </p:cNvPr>
          <p:cNvCxnSpPr/>
          <p:nvPr/>
        </p:nvCxnSpPr>
        <p:spPr>
          <a:xfrm>
            <a:off x="6630539" y="2433848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DC5B870-E7FD-4753-9273-E61FF1923CEB}"/>
              </a:ext>
            </a:extLst>
          </p:cNvPr>
          <p:cNvCxnSpPr/>
          <p:nvPr/>
        </p:nvCxnSpPr>
        <p:spPr>
          <a:xfrm>
            <a:off x="6639636" y="5156575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ABA59447-BA2B-482A-8B38-BED2223A5C7A}"/>
              </a:ext>
            </a:extLst>
          </p:cNvPr>
          <p:cNvCxnSpPr/>
          <p:nvPr/>
        </p:nvCxnSpPr>
        <p:spPr>
          <a:xfrm>
            <a:off x="4913197" y="5156574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49E30702-7E9E-4B20-ACF4-F35D15CE2AD7}"/>
              </a:ext>
            </a:extLst>
          </p:cNvPr>
          <p:cNvCxnSpPr/>
          <p:nvPr/>
        </p:nvCxnSpPr>
        <p:spPr>
          <a:xfrm>
            <a:off x="3223146" y="5156573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9E60412B-C5DE-4BB5-8464-AAA3A0284445}"/>
              </a:ext>
            </a:extLst>
          </p:cNvPr>
          <p:cNvCxnSpPr/>
          <p:nvPr/>
        </p:nvCxnSpPr>
        <p:spPr>
          <a:xfrm>
            <a:off x="1494430" y="5156572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78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64203" y="585044"/>
            <a:ext cx="8615593" cy="670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四、载波调制技术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C12E65-0C92-49E3-BC69-A7644720B417}"/>
              </a:ext>
            </a:extLst>
          </p:cNvPr>
          <p:cNvSpPr txBox="1"/>
          <p:nvPr/>
        </p:nvSpPr>
        <p:spPr>
          <a:xfrm>
            <a:off x="280299" y="1358334"/>
            <a:ext cx="8607669" cy="196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buFont typeface="+mj-lt"/>
              <a:buAutoNum type="arabicPeriod"/>
            </a:pP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endParaRPr lang="en-US" altLang="zh-CN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调制信号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（信源产生的基带信号）去控制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载波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周期性震荡信号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的各种参数（幅度、频率或相位），使之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按照调制信号的规律进行变化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5B36E8A-9906-402E-8568-AB4368A312EF}"/>
              </a:ext>
            </a:extLst>
          </p:cNvPr>
          <p:cNvSpPr txBox="1"/>
          <p:nvPr/>
        </p:nvSpPr>
        <p:spPr>
          <a:xfrm>
            <a:off x="264203" y="3372919"/>
            <a:ext cx="1860746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buFont typeface="+mj-lt"/>
              <a:buAutoNum type="arabicPeriod" startAt="2"/>
            </a:pP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作用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C75045B-B5A5-42FA-8C29-D5747A56B496}"/>
              </a:ext>
            </a:extLst>
          </p:cNvPr>
          <p:cNvSpPr txBox="1"/>
          <p:nvPr/>
        </p:nvSpPr>
        <p:spPr>
          <a:xfrm>
            <a:off x="285282" y="4056382"/>
            <a:ext cx="3711526" cy="148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lnSpc>
                <a:spcPct val="130000"/>
              </a:lnSpc>
              <a:buFont typeface="+mj-lt"/>
              <a:buAutoNum type="alphaLcParenR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频谱搬移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 algn="just">
              <a:lnSpc>
                <a:spcPct val="130000"/>
              </a:lnSpc>
              <a:buFont typeface="+mj-lt"/>
              <a:buAutoNum type="alphaLcParenR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提高抗干扰能力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 algn="just">
              <a:lnSpc>
                <a:spcPct val="130000"/>
              </a:lnSpc>
              <a:buFont typeface="+mj-lt"/>
              <a:buAutoNum type="alphaLcParenR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信道复用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BCB4C66-00A6-40C4-B8AE-7391487E25AB}"/>
              </a:ext>
            </a:extLst>
          </p:cNvPr>
          <p:cNvSpPr txBox="1"/>
          <p:nvPr/>
        </p:nvSpPr>
        <p:spPr>
          <a:xfrm>
            <a:off x="3114583" y="3424038"/>
            <a:ext cx="1860746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buFont typeface="+mj-lt"/>
              <a:buAutoNum type="arabicPeriod" startAt="3"/>
            </a:pP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分类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F64BF90-815B-482F-92BF-22361DCCD31D}"/>
              </a:ext>
            </a:extLst>
          </p:cNvPr>
          <p:cNvSpPr txBox="1"/>
          <p:nvPr/>
        </p:nvSpPr>
        <p:spPr>
          <a:xfrm>
            <a:off x="3114583" y="4009211"/>
            <a:ext cx="2410146" cy="2036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lnSpc>
                <a:spcPct val="130000"/>
              </a:lnSpc>
              <a:buFont typeface="+mj-lt"/>
              <a:buAutoNum type="alphaLcParenR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模拟调制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2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调幅调制</a:t>
            </a:r>
            <a:r>
              <a:rPr lang="en-US" altLang="zh-CN" sz="22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AM</a:t>
            </a:r>
          </a:p>
          <a:p>
            <a:pPr lvl="1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2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调频调制</a:t>
            </a:r>
            <a:r>
              <a:rPr lang="en-US" altLang="zh-CN" sz="22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FM</a:t>
            </a:r>
          </a:p>
          <a:p>
            <a:pPr lvl="1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2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调相调制</a:t>
            </a:r>
            <a:r>
              <a:rPr lang="en-US" altLang="zh-CN" sz="22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PM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8A6198C-9B81-4074-A823-DE27077C2AB7}"/>
              </a:ext>
            </a:extLst>
          </p:cNvPr>
          <p:cNvSpPr txBox="1"/>
          <p:nvPr/>
        </p:nvSpPr>
        <p:spPr>
          <a:xfrm>
            <a:off x="5524729" y="3994946"/>
            <a:ext cx="3413760" cy="2543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 algn="just">
              <a:lnSpc>
                <a:spcPct val="130000"/>
              </a:lnSpc>
              <a:buFont typeface="+mj-lt"/>
              <a:buAutoNum type="alphaLcParenR" startAt="2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数字调制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2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二进制振幅键控</a:t>
            </a:r>
            <a:r>
              <a:rPr lang="en-US" altLang="zh-CN" sz="22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2ASK</a:t>
            </a:r>
          </a:p>
          <a:p>
            <a:pPr lvl="1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2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二进制频移键控</a:t>
            </a:r>
            <a:r>
              <a:rPr lang="en-US" altLang="zh-CN" sz="22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2FSK</a:t>
            </a:r>
          </a:p>
          <a:p>
            <a:pPr lvl="1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2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二进制相移键控</a:t>
            </a:r>
            <a:r>
              <a:rPr lang="en-US" altLang="zh-CN" sz="22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2PSK</a:t>
            </a:r>
          </a:p>
          <a:p>
            <a:pPr lvl="1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2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17560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64203" y="585044"/>
            <a:ext cx="8615593" cy="670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四、载波调制技术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C12E65-0C92-49E3-BC69-A7644720B417}"/>
              </a:ext>
            </a:extLst>
          </p:cNvPr>
          <p:cNvSpPr txBox="1"/>
          <p:nvPr/>
        </p:nvSpPr>
        <p:spPr>
          <a:xfrm>
            <a:off x="280299" y="1358334"/>
            <a:ext cx="8607669" cy="196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buFont typeface="+mj-lt"/>
              <a:buAutoNum type="arabicPeriod"/>
            </a:pP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endParaRPr lang="en-US" altLang="zh-CN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调制信号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（信源产生的基带信号）去控制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载波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周期性震荡信号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的各种参数（幅度、频率或相位），使之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按照调制信号的规律进行变化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5B36E8A-9906-402E-8568-AB4368A312EF}"/>
              </a:ext>
            </a:extLst>
          </p:cNvPr>
          <p:cNvSpPr txBox="1"/>
          <p:nvPr/>
        </p:nvSpPr>
        <p:spPr>
          <a:xfrm>
            <a:off x="264203" y="3372919"/>
            <a:ext cx="1860746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buFont typeface="+mj-lt"/>
              <a:buAutoNum type="arabicPeriod" startAt="2"/>
            </a:pP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作用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C75045B-B5A5-42FA-8C29-D5747A56B496}"/>
              </a:ext>
            </a:extLst>
          </p:cNvPr>
          <p:cNvSpPr txBox="1"/>
          <p:nvPr/>
        </p:nvSpPr>
        <p:spPr>
          <a:xfrm>
            <a:off x="285282" y="4056382"/>
            <a:ext cx="3711526" cy="148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lnSpc>
                <a:spcPct val="130000"/>
              </a:lnSpc>
              <a:buFont typeface="+mj-lt"/>
              <a:buAutoNum type="alphaLcParenR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频谱搬移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 algn="just">
              <a:lnSpc>
                <a:spcPct val="130000"/>
              </a:lnSpc>
              <a:buFont typeface="+mj-lt"/>
              <a:buAutoNum type="alphaLcParenR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提高抗干扰能力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 algn="just">
              <a:lnSpc>
                <a:spcPct val="130000"/>
              </a:lnSpc>
              <a:buFont typeface="+mj-lt"/>
              <a:buAutoNum type="alphaLcParenR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信道复用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BCB4C66-00A6-40C4-B8AE-7391487E25AB}"/>
              </a:ext>
            </a:extLst>
          </p:cNvPr>
          <p:cNvSpPr txBox="1"/>
          <p:nvPr/>
        </p:nvSpPr>
        <p:spPr>
          <a:xfrm>
            <a:off x="3114583" y="3424038"/>
            <a:ext cx="1860746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buFont typeface="+mj-lt"/>
              <a:buAutoNum type="arabicPeriod" startAt="3"/>
            </a:pP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分类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F64BF90-815B-482F-92BF-22361DCCD31D}"/>
              </a:ext>
            </a:extLst>
          </p:cNvPr>
          <p:cNvSpPr txBox="1"/>
          <p:nvPr/>
        </p:nvSpPr>
        <p:spPr>
          <a:xfrm>
            <a:off x="3114583" y="4009211"/>
            <a:ext cx="2410146" cy="2036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lnSpc>
                <a:spcPct val="130000"/>
              </a:lnSpc>
              <a:buFont typeface="+mj-lt"/>
              <a:buAutoNum type="alphaLcParenR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模拟调制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2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调幅调制</a:t>
            </a:r>
            <a:r>
              <a:rPr lang="en-US" altLang="zh-CN" sz="22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AM</a:t>
            </a:r>
          </a:p>
          <a:p>
            <a:pPr lvl="1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2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调频调制</a:t>
            </a:r>
            <a:r>
              <a:rPr lang="en-US" altLang="zh-CN" sz="22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FM</a:t>
            </a:r>
          </a:p>
          <a:p>
            <a:pPr lvl="1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2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调相调制</a:t>
            </a:r>
            <a:r>
              <a:rPr lang="en-US" altLang="zh-CN" sz="22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PM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8A6198C-9B81-4074-A823-DE27077C2AB7}"/>
              </a:ext>
            </a:extLst>
          </p:cNvPr>
          <p:cNvSpPr txBox="1"/>
          <p:nvPr/>
        </p:nvSpPr>
        <p:spPr>
          <a:xfrm>
            <a:off x="5524729" y="3994946"/>
            <a:ext cx="3413760" cy="2543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 algn="just">
              <a:lnSpc>
                <a:spcPct val="130000"/>
              </a:lnSpc>
              <a:buFont typeface="+mj-lt"/>
              <a:buAutoNum type="alphaLcParenR" startAt="2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数字调制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二进制振幅键控</a:t>
            </a:r>
            <a:r>
              <a:rPr lang="en-US" altLang="zh-CN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2ASK</a:t>
            </a:r>
          </a:p>
          <a:p>
            <a:pPr lvl="1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二进制频移键控</a:t>
            </a:r>
            <a:r>
              <a:rPr lang="en-US" altLang="zh-CN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2FSK</a:t>
            </a:r>
          </a:p>
          <a:p>
            <a:pPr lvl="1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二进制相移键控</a:t>
            </a:r>
            <a:r>
              <a:rPr lang="en-US" altLang="zh-CN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2PSK</a:t>
            </a:r>
          </a:p>
          <a:p>
            <a:pPr lvl="1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14288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2375" y="693208"/>
            <a:ext cx="4468437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30000"/>
              </a:lnSpc>
              <a:buFont typeface="+mj-ea"/>
              <a:buAutoNum type="circleNumDbPlain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二进制振幅键控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2ASK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9AA20E4-4542-4CFA-8D25-3479458806B5}"/>
              </a:ext>
            </a:extLst>
          </p:cNvPr>
          <p:cNvPicPr>
            <a:picLocks noChangeAspect="1"/>
          </p:cNvPicPr>
          <p:nvPr/>
        </p:nvPicPr>
        <p:blipFill rotWithShape="1"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534"/>
          <a:stretch/>
        </p:blipFill>
        <p:spPr>
          <a:xfrm>
            <a:off x="272375" y="1503528"/>
            <a:ext cx="5036580" cy="93242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C720F99-20E4-44D2-A60E-412A48BC578A}"/>
              </a:ext>
            </a:extLst>
          </p:cNvPr>
          <p:cNvPicPr>
            <a:picLocks noChangeAspect="1"/>
          </p:cNvPicPr>
          <p:nvPr/>
        </p:nvPicPr>
        <p:blipFill rotWithShape="1"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82" b="37509"/>
          <a:stretch/>
        </p:blipFill>
        <p:spPr>
          <a:xfrm>
            <a:off x="272375" y="2918398"/>
            <a:ext cx="5036580" cy="1300348"/>
          </a:xfrm>
          <a:prstGeom prst="rect">
            <a:avLst/>
          </a:prstGeom>
        </p:spPr>
      </p:pic>
      <p:grpSp>
        <p:nvGrpSpPr>
          <p:cNvPr id="11" name="组合 10" descr="\documentclass[UTF8]{article}&#10;\usepackage{ctex}&#10;\usepackage{amsmath}&#10;\pagestyle{empty}&#10;\begin{document}&#10;&#10;\begin{equation*}&#10;\cos \omega_c t&#10;\end{equation*}&#10;&#10;\end{document}" title="IguanaTex Shape Display">
            <a:extLst>
              <a:ext uri="{FF2B5EF4-FFF2-40B4-BE49-F238E27FC236}">
                <a16:creationId xmlns:a16="http://schemas.microsoft.com/office/drawing/2014/main" id="{06FE8996-0D9A-4269-8CC4-E59B299D208C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286667" y="3633443"/>
            <a:ext cx="749569" cy="215252"/>
            <a:chOff x="8099647" y="4440923"/>
            <a:chExt cx="749569" cy="215252"/>
          </a:xfrm>
        </p:grpSpPr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E8A81677-731E-46BD-87EB-10D03D8057CB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8099647" y="4489879"/>
              <a:ext cx="101612" cy="126240"/>
            </a:xfrm>
            <a:custGeom>
              <a:avLst/>
              <a:gdLst>
                <a:gd name="connsiteX0" fmla="*/ 22355 w 101612"/>
                <a:gd name="connsiteY0" fmla="*/ 63337 h 126240"/>
                <a:gd name="connsiteX1" fmla="*/ 58359 w 101612"/>
                <a:gd name="connsiteY1" fmla="*/ 6955 h 126240"/>
                <a:gd name="connsiteX2" fmla="*/ 86896 w 101612"/>
                <a:gd name="connsiteY2" fmla="*/ 17131 h 126240"/>
                <a:gd name="connsiteX3" fmla="*/ 74361 w 101612"/>
                <a:gd name="connsiteY3" fmla="*/ 29783 h 126240"/>
                <a:gd name="connsiteX4" fmla="*/ 86629 w 101612"/>
                <a:gd name="connsiteY4" fmla="*/ 42434 h 126240"/>
                <a:gd name="connsiteX5" fmla="*/ 98897 w 101612"/>
                <a:gd name="connsiteY5" fmla="*/ 29508 h 126240"/>
                <a:gd name="connsiteX6" fmla="*/ 58092 w 101612"/>
                <a:gd name="connsiteY6" fmla="*/ 79 h 126240"/>
                <a:gd name="connsiteX7" fmla="*/ 219 w 101612"/>
                <a:gd name="connsiteY7" fmla="*/ 63887 h 126240"/>
                <a:gd name="connsiteX8" fmla="*/ 57559 w 101612"/>
                <a:gd name="connsiteY8" fmla="*/ 126320 h 126240"/>
                <a:gd name="connsiteX9" fmla="*/ 101831 w 101612"/>
                <a:gd name="connsiteY9" fmla="*/ 90565 h 126240"/>
                <a:gd name="connsiteX10" fmla="*/ 98364 w 101612"/>
                <a:gd name="connsiteY10" fmla="*/ 87815 h 126240"/>
                <a:gd name="connsiteX11" fmla="*/ 94897 w 101612"/>
                <a:gd name="connsiteY11" fmla="*/ 90565 h 126240"/>
                <a:gd name="connsiteX12" fmla="*/ 59959 w 101612"/>
                <a:gd name="connsiteY12" fmla="*/ 119444 h 126240"/>
                <a:gd name="connsiteX13" fmla="*/ 22355 w 101612"/>
                <a:gd name="connsiteY13" fmla="*/ 63337 h 126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1612" h="126240">
                  <a:moveTo>
                    <a:pt x="22355" y="63337"/>
                  </a:moveTo>
                  <a:cubicBezTo>
                    <a:pt x="22355" y="18506"/>
                    <a:pt x="44224" y="6955"/>
                    <a:pt x="58359" y="6955"/>
                  </a:cubicBezTo>
                  <a:cubicBezTo>
                    <a:pt x="60759" y="6955"/>
                    <a:pt x="77561" y="7230"/>
                    <a:pt x="86896" y="17131"/>
                  </a:cubicBezTo>
                  <a:cubicBezTo>
                    <a:pt x="75961" y="17956"/>
                    <a:pt x="74361" y="26207"/>
                    <a:pt x="74361" y="29783"/>
                  </a:cubicBezTo>
                  <a:cubicBezTo>
                    <a:pt x="74361" y="36934"/>
                    <a:pt x="79162" y="42434"/>
                    <a:pt x="86629" y="42434"/>
                  </a:cubicBezTo>
                  <a:cubicBezTo>
                    <a:pt x="93563" y="42434"/>
                    <a:pt x="98897" y="37759"/>
                    <a:pt x="98897" y="29508"/>
                  </a:cubicBezTo>
                  <a:cubicBezTo>
                    <a:pt x="98897" y="10805"/>
                    <a:pt x="78628" y="79"/>
                    <a:pt x="58092" y="79"/>
                  </a:cubicBezTo>
                  <a:cubicBezTo>
                    <a:pt x="24755" y="79"/>
                    <a:pt x="219" y="29783"/>
                    <a:pt x="219" y="63887"/>
                  </a:cubicBezTo>
                  <a:cubicBezTo>
                    <a:pt x="219" y="99091"/>
                    <a:pt x="26622" y="126320"/>
                    <a:pt x="57559" y="126320"/>
                  </a:cubicBezTo>
                  <a:cubicBezTo>
                    <a:pt x="93297" y="126320"/>
                    <a:pt x="101831" y="93316"/>
                    <a:pt x="101831" y="90565"/>
                  </a:cubicBezTo>
                  <a:cubicBezTo>
                    <a:pt x="101831" y="87815"/>
                    <a:pt x="99164" y="87815"/>
                    <a:pt x="98364" y="87815"/>
                  </a:cubicBezTo>
                  <a:cubicBezTo>
                    <a:pt x="95964" y="87815"/>
                    <a:pt x="95430" y="88915"/>
                    <a:pt x="94897" y="90565"/>
                  </a:cubicBezTo>
                  <a:cubicBezTo>
                    <a:pt x="87163" y="116144"/>
                    <a:pt x="69827" y="119444"/>
                    <a:pt x="59959" y="119444"/>
                  </a:cubicBezTo>
                  <a:cubicBezTo>
                    <a:pt x="45824" y="119444"/>
                    <a:pt x="22355" y="107618"/>
                    <a:pt x="22355" y="63337"/>
                  </a:cubicBez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F3EA7069-F4FB-4E3F-99D0-1C63CBA1B9C7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8216581" y="4489879"/>
              <a:ext cx="118148" cy="126240"/>
            </a:xfrm>
            <a:custGeom>
              <a:avLst/>
              <a:gdLst>
                <a:gd name="connsiteX0" fmla="*/ 118371 w 118148"/>
                <a:gd name="connsiteY0" fmla="*/ 64437 h 126240"/>
                <a:gd name="connsiteX1" fmla="*/ 59431 w 118148"/>
                <a:gd name="connsiteY1" fmla="*/ 79 h 126240"/>
                <a:gd name="connsiteX2" fmla="*/ 223 w 118148"/>
                <a:gd name="connsiteY2" fmla="*/ 64437 h 126240"/>
                <a:gd name="connsiteX3" fmla="*/ 59164 w 118148"/>
                <a:gd name="connsiteY3" fmla="*/ 126320 h 126240"/>
                <a:gd name="connsiteX4" fmla="*/ 118371 w 118148"/>
                <a:gd name="connsiteY4" fmla="*/ 64437 h 126240"/>
                <a:gd name="connsiteX5" fmla="*/ 59431 w 118148"/>
                <a:gd name="connsiteY5" fmla="*/ 119444 h 126240"/>
                <a:gd name="connsiteX6" fmla="*/ 29027 w 118148"/>
                <a:gd name="connsiteY6" fmla="*/ 101017 h 126240"/>
                <a:gd name="connsiteX7" fmla="*/ 22359 w 118148"/>
                <a:gd name="connsiteY7" fmla="*/ 62237 h 126240"/>
                <a:gd name="connsiteX8" fmla="*/ 28760 w 118148"/>
                <a:gd name="connsiteY8" fmla="*/ 24557 h 126240"/>
                <a:gd name="connsiteX9" fmla="*/ 59164 w 118148"/>
                <a:gd name="connsiteY9" fmla="*/ 6130 h 126240"/>
                <a:gd name="connsiteX10" fmla="*/ 89301 w 118148"/>
                <a:gd name="connsiteY10" fmla="*/ 24007 h 126240"/>
                <a:gd name="connsiteX11" fmla="*/ 96235 w 118148"/>
                <a:gd name="connsiteY11" fmla="*/ 62237 h 126240"/>
                <a:gd name="connsiteX12" fmla="*/ 90368 w 118148"/>
                <a:gd name="connsiteY12" fmla="*/ 99091 h 126240"/>
                <a:gd name="connsiteX13" fmla="*/ 59431 w 118148"/>
                <a:gd name="connsiteY13" fmla="*/ 119444 h 126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8148" h="126240">
                  <a:moveTo>
                    <a:pt x="118371" y="64437"/>
                  </a:moveTo>
                  <a:cubicBezTo>
                    <a:pt x="118371" y="29233"/>
                    <a:pt x="91701" y="79"/>
                    <a:pt x="59431" y="79"/>
                  </a:cubicBezTo>
                  <a:cubicBezTo>
                    <a:pt x="26093" y="79"/>
                    <a:pt x="223" y="30058"/>
                    <a:pt x="223" y="64437"/>
                  </a:cubicBezTo>
                  <a:cubicBezTo>
                    <a:pt x="223" y="99917"/>
                    <a:pt x="27960" y="126320"/>
                    <a:pt x="59164" y="126320"/>
                  </a:cubicBezTo>
                  <a:cubicBezTo>
                    <a:pt x="91435" y="126320"/>
                    <a:pt x="118371" y="99367"/>
                    <a:pt x="118371" y="64437"/>
                  </a:cubicBezTo>
                  <a:close/>
                  <a:moveTo>
                    <a:pt x="59431" y="119444"/>
                  </a:moveTo>
                  <a:cubicBezTo>
                    <a:pt x="47962" y="119444"/>
                    <a:pt x="36228" y="113668"/>
                    <a:pt x="29027" y="101017"/>
                  </a:cubicBezTo>
                  <a:cubicBezTo>
                    <a:pt x="22359" y="88915"/>
                    <a:pt x="22359" y="72138"/>
                    <a:pt x="22359" y="62237"/>
                  </a:cubicBezTo>
                  <a:cubicBezTo>
                    <a:pt x="22359" y="51511"/>
                    <a:pt x="22359" y="36659"/>
                    <a:pt x="28760" y="24557"/>
                  </a:cubicBezTo>
                  <a:cubicBezTo>
                    <a:pt x="35961" y="11906"/>
                    <a:pt x="48496" y="6130"/>
                    <a:pt x="59164" y="6130"/>
                  </a:cubicBezTo>
                  <a:cubicBezTo>
                    <a:pt x="70899" y="6130"/>
                    <a:pt x="82367" y="12181"/>
                    <a:pt x="89301" y="24007"/>
                  </a:cubicBezTo>
                  <a:cubicBezTo>
                    <a:pt x="96235" y="35834"/>
                    <a:pt x="96235" y="51786"/>
                    <a:pt x="96235" y="62237"/>
                  </a:cubicBezTo>
                  <a:cubicBezTo>
                    <a:pt x="96235" y="72138"/>
                    <a:pt x="96235" y="86990"/>
                    <a:pt x="90368" y="99091"/>
                  </a:cubicBezTo>
                  <a:cubicBezTo>
                    <a:pt x="84500" y="111468"/>
                    <a:pt x="72766" y="119444"/>
                    <a:pt x="59431" y="119444"/>
                  </a:cubicBez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6CAD51E9-792C-4420-9522-2BC8BC88A240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8351265" y="4489879"/>
              <a:ext cx="87210" cy="126240"/>
            </a:xfrm>
            <a:custGeom>
              <a:avLst/>
              <a:gdLst>
                <a:gd name="connsiteX0" fmla="*/ 46901 w 87210"/>
                <a:gd name="connsiteY0" fmla="*/ 69938 h 126240"/>
                <a:gd name="connsiteX1" fmla="*/ 74638 w 87210"/>
                <a:gd name="connsiteY1" fmla="*/ 95241 h 126240"/>
                <a:gd name="connsiteX2" fmla="*/ 44501 w 87210"/>
                <a:gd name="connsiteY2" fmla="*/ 120269 h 126240"/>
                <a:gd name="connsiteX3" fmla="*/ 7429 w 87210"/>
                <a:gd name="connsiteY3" fmla="*/ 81214 h 126240"/>
                <a:gd name="connsiteX4" fmla="*/ 3696 w 87210"/>
                <a:gd name="connsiteY4" fmla="*/ 76539 h 126240"/>
                <a:gd name="connsiteX5" fmla="*/ 228 w 87210"/>
                <a:gd name="connsiteY5" fmla="*/ 83415 h 126240"/>
                <a:gd name="connsiteX6" fmla="*/ 228 w 87210"/>
                <a:gd name="connsiteY6" fmla="*/ 119719 h 126240"/>
                <a:gd name="connsiteX7" fmla="*/ 3162 w 87210"/>
                <a:gd name="connsiteY7" fmla="*/ 126320 h 126240"/>
                <a:gd name="connsiteX8" fmla="*/ 9830 w 87210"/>
                <a:gd name="connsiteY8" fmla="*/ 120819 h 126240"/>
                <a:gd name="connsiteX9" fmla="*/ 15164 w 87210"/>
                <a:gd name="connsiteY9" fmla="*/ 114493 h 126240"/>
                <a:gd name="connsiteX10" fmla="*/ 44501 w 87210"/>
                <a:gd name="connsiteY10" fmla="*/ 126320 h 126240"/>
                <a:gd name="connsiteX11" fmla="*/ 87439 w 87210"/>
                <a:gd name="connsiteY11" fmla="*/ 88090 h 126240"/>
                <a:gd name="connsiteX12" fmla="*/ 76238 w 87210"/>
                <a:gd name="connsiteY12" fmla="*/ 61962 h 126240"/>
                <a:gd name="connsiteX13" fmla="*/ 45834 w 87210"/>
                <a:gd name="connsiteY13" fmla="*/ 48760 h 126240"/>
                <a:gd name="connsiteX14" fmla="*/ 13030 w 87210"/>
                <a:gd name="connsiteY14" fmla="*/ 26207 h 126240"/>
                <a:gd name="connsiteX15" fmla="*/ 42900 w 87210"/>
                <a:gd name="connsiteY15" fmla="*/ 5305 h 126240"/>
                <a:gd name="connsiteX16" fmla="*/ 74104 w 87210"/>
                <a:gd name="connsiteY16" fmla="*/ 38584 h 126240"/>
                <a:gd name="connsiteX17" fmla="*/ 77305 w 87210"/>
                <a:gd name="connsiteY17" fmla="*/ 41059 h 126240"/>
                <a:gd name="connsiteX18" fmla="*/ 80772 w 87210"/>
                <a:gd name="connsiteY18" fmla="*/ 34458 h 126240"/>
                <a:gd name="connsiteX19" fmla="*/ 80772 w 87210"/>
                <a:gd name="connsiteY19" fmla="*/ 6680 h 126240"/>
                <a:gd name="connsiteX20" fmla="*/ 77838 w 87210"/>
                <a:gd name="connsiteY20" fmla="*/ 79 h 126240"/>
                <a:gd name="connsiteX21" fmla="*/ 72504 w 87210"/>
                <a:gd name="connsiteY21" fmla="*/ 3380 h 126240"/>
                <a:gd name="connsiteX22" fmla="*/ 67970 w 87210"/>
                <a:gd name="connsiteY22" fmla="*/ 7780 h 126240"/>
                <a:gd name="connsiteX23" fmla="*/ 42900 w 87210"/>
                <a:gd name="connsiteY23" fmla="*/ 79 h 126240"/>
                <a:gd name="connsiteX24" fmla="*/ 228 w 87210"/>
                <a:gd name="connsiteY24" fmla="*/ 33908 h 126240"/>
                <a:gd name="connsiteX25" fmla="*/ 11697 w 87210"/>
                <a:gd name="connsiteY25" fmla="*/ 57286 h 126240"/>
                <a:gd name="connsiteX26" fmla="*/ 46901 w 87210"/>
                <a:gd name="connsiteY26" fmla="*/ 69938 h 126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7210" h="126240">
                  <a:moveTo>
                    <a:pt x="46901" y="69938"/>
                  </a:moveTo>
                  <a:cubicBezTo>
                    <a:pt x="52768" y="71038"/>
                    <a:pt x="74638" y="75439"/>
                    <a:pt x="74638" y="95241"/>
                  </a:cubicBezTo>
                  <a:cubicBezTo>
                    <a:pt x="74638" y="109268"/>
                    <a:pt x="65303" y="120269"/>
                    <a:pt x="44501" y="120269"/>
                  </a:cubicBezTo>
                  <a:cubicBezTo>
                    <a:pt x="22098" y="120269"/>
                    <a:pt x="12497" y="104592"/>
                    <a:pt x="7429" y="81214"/>
                  </a:cubicBezTo>
                  <a:cubicBezTo>
                    <a:pt x="6629" y="77639"/>
                    <a:pt x="6363" y="76539"/>
                    <a:pt x="3696" y="76539"/>
                  </a:cubicBezTo>
                  <a:cubicBezTo>
                    <a:pt x="228" y="76539"/>
                    <a:pt x="228" y="78464"/>
                    <a:pt x="228" y="83415"/>
                  </a:cubicBezTo>
                  <a:lnTo>
                    <a:pt x="228" y="119719"/>
                  </a:lnTo>
                  <a:cubicBezTo>
                    <a:pt x="228" y="124395"/>
                    <a:pt x="228" y="126320"/>
                    <a:pt x="3162" y="126320"/>
                  </a:cubicBezTo>
                  <a:cubicBezTo>
                    <a:pt x="4496" y="126320"/>
                    <a:pt x="4762" y="126045"/>
                    <a:pt x="9830" y="120819"/>
                  </a:cubicBezTo>
                  <a:cubicBezTo>
                    <a:pt x="10363" y="120269"/>
                    <a:pt x="10363" y="119719"/>
                    <a:pt x="15164" y="114493"/>
                  </a:cubicBezTo>
                  <a:cubicBezTo>
                    <a:pt x="26898" y="126045"/>
                    <a:pt x="38900" y="126320"/>
                    <a:pt x="44501" y="126320"/>
                  </a:cubicBezTo>
                  <a:cubicBezTo>
                    <a:pt x="75171" y="126320"/>
                    <a:pt x="87439" y="107893"/>
                    <a:pt x="87439" y="88090"/>
                  </a:cubicBezTo>
                  <a:cubicBezTo>
                    <a:pt x="87439" y="73513"/>
                    <a:pt x="79438" y="65262"/>
                    <a:pt x="76238" y="61962"/>
                  </a:cubicBezTo>
                  <a:cubicBezTo>
                    <a:pt x="67437" y="53161"/>
                    <a:pt x="57035" y="50960"/>
                    <a:pt x="45834" y="48760"/>
                  </a:cubicBezTo>
                  <a:cubicBezTo>
                    <a:pt x="30899" y="45735"/>
                    <a:pt x="13030" y="42159"/>
                    <a:pt x="13030" y="26207"/>
                  </a:cubicBezTo>
                  <a:cubicBezTo>
                    <a:pt x="13030" y="16581"/>
                    <a:pt x="19964" y="5305"/>
                    <a:pt x="42900" y="5305"/>
                  </a:cubicBezTo>
                  <a:cubicBezTo>
                    <a:pt x="72237" y="5305"/>
                    <a:pt x="73571" y="30058"/>
                    <a:pt x="74104" y="38584"/>
                  </a:cubicBezTo>
                  <a:cubicBezTo>
                    <a:pt x="74371" y="41059"/>
                    <a:pt x="76771" y="41059"/>
                    <a:pt x="77305" y="41059"/>
                  </a:cubicBezTo>
                  <a:cubicBezTo>
                    <a:pt x="80772" y="41059"/>
                    <a:pt x="80772" y="39684"/>
                    <a:pt x="80772" y="34458"/>
                  </a:cubicBezTo>
                  <a:lnTo>
                    <a:pt x="80772" y="6680"/>
                  </a:lnTo>
                  <a:cubicBezTo>
                    <a:pt x="80772" y="2004"/>
                    <a:pt x="80772" y="79"/>
                    <a:pt x="77838" y="79"/>
                  </a:cubicBezTo>
                  <a:cubicBezTo>
                    <a:pt x="76505" y="79"/>
                    <a:pt x="75971" y="79"/>
                    <a:pt x="72504" y="3380"/>
                  </a:cubicBezTo>
                  <a:cubicBezTo>
                    <a:pt x="71704" y="4480"/>
                    <a:pt x="69037" y="6955"/>
                    <a:pt x="67970" y="7780"/>
                  </a:cubicBezTo>
                  <a:cubicBezTo>
                    <a:pt x="57836" y="79"/>
                    <a:pt x="46901" y="79"/>
                    <a:pt x="42900" y="79"/>
                  </a:cubicBezTo>
                  <a:cubicBezTo>
                    <a:pt x="10363" y="79"/>
                    <a:pt x="228" y="18506"/>
                    <a:pt x="228" y="33908"/>
                  </a:cubicBezTo>
                  <a:cubicBezTo>
                    <a:pt x="228" y="43535"/>
                    <a:pt x="4496" y="51236"/>
                    <a:pt x="11697" y="57286"/>
                  </a:cubicBezTo>
                  <a:cubicBezTo>
                    <a:pt x="20231" y="64437"/>
                    <a:pt x="27699" y="66087"/>
                    <a:pt x="46901" y="69938"/>
                  </a:cubicBez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6AA3675D-B710-42EE-9203-431371AAD083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8495311" y="4491529"/>
              <a:ext cx="158153" cy="124590"/>
            </a:xfrm>
            <a:custGeom>
              <a:avLst/>
              <a:gdLst>
                <a:gd name="connsiteX0" fmla="*/ 158387 w 158153"/>
                <a:gd name="connsiteY0" fmla="*/ 19332 h 124590"/>
                <a:gd name="connsiteX1" fmla="*/ 147719 w 158153"/>
                <a:gd name="connsiteY1" fmla="*/ 79 h 124590"/>
                <a:gd name="connsiteX2" fmla="*/ 133584 w 158153"/>
                <a:gd name="connsiteY2" fmla="*/ 13006 h 124590"/>
                <a:gd name="connsiteX3" fmla="*/ 137585 w 158153"/>
                <a:gd name="connsiteY3" fmla="*/ 21257 h 124590"/>
                <a:gd name="connsiteX4" fmla="*/ 146919 w 158153"/>
                <a:gd name="connsiteY4" fmla="*/ 44360 h 124590"/>
                <a:gd name="connsiteX5" fmla="*/ 133584 w 158153"/>
                <a:gd name="connsiteY5" fmla="*/ 83690 h 124590"/>
                <a:gd name="connsiteX6" fmla="*/ 103180 w 158153"/>
                <a:gd name="connsiteY6" fmla="*/ 104867 h 124590"/>
                <a:gd name="connsiteX7" fmla="*/ 77311 w 158153"/>
                <a:gd name="connsiteY7" fmla="*/ 80114 h 124590"/>
                <a:gd name="connsiteX8" fmla="*/ 86378 w 158153"/>
                <a:gd name="connsiteY8" fmla="*/ 47660 h 124590"/>
                <a:gd name="connsiteX9" fmla="*/ 81578 w 158153"/>
                <a:gd name="connsiteY9" fmla="*/ 41609 h 124590"/>
                <a:gd name="connsiteX10" fmla="*/ 74377 w 158153"/>
                <a:gd name="connsiteY10" fmla="*/ 46285 h 124590"/>
                <a:gd name="connsiteX11" fmla="*/ 68243 w 158153"/>
                <a:gd name="connsiteY11" fmla="*/ 79564 h 124590"/>
                <a:gd name="connsiteX12" fmla="*/ 31972 w 158153"/>
                <a:gd name="connsiteY12" fmla="*/ 104867 h 124590"/>
                <a:gd name="connsiteX13" fmla="*/ 8769 w 158153"/>
                <a:gd name="connsiteY13" fmla="*/ 73238 h 124590"/>
                <a:gd name="connsiteX14" fmla="*/ 35972 w 158153"/>
                <a:gd name="connsiteY14" fmla="*/ 6405 h 124590"/>
                <a:gd name="connsiteX15" fmla="*/ 30905 w 158153"/>
                <a:gd name="connsiteY15" fmla="*/ 1179 h 124590"/>
                <a:gd name="connsiteX16" fmla="*/ 23971 w 158153"/>
                <a:gd name="connsiteY16" fmla="*/ 7230 h 124590"/>
                <a:gd name="connsiteX17" fmla="*/ 234 w 158153"/>
                <a:gd name="connsiteY17" fmla="*/ 85340 h 124590"/>
                <a:gd name="connsiteX18" fmla="*/ 28238 w 158153"/>
                <a:gd name="connsiteY18" fmla="*/ 124670 h 124590"/>
                <a:gd name="connsiteX19" fmla="*/ 69310 w 158153"/>
                <a:gd name="connsiteY19" fmla="*/ 95791 h 124590"/>
                <a:gd name="connsiteX20" fmla="*/ 98647 w 158153"/>
                <a:gd name="connsiteY20" fmla="*/ 124670 h 124590"/>
                <a:gd name="connsiteX21" fmla="*/ 141852 w 158153"/>
                <a:gd name="connsiteY21" fmla="*/ 87265 h 124590"/>
                <a:gd name="connsiteX22" fmla="*/ 158387 w 158153"/>
                <a:gd name="connsiteY22" fmla="*/ 19332 h 124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8153" h="124590">
                  <a:moveTo>
                    <a:pt x="158387" y="19332"/>
                  </a:moveTo>
                  <a:cubicBezTo>
                    <a:pt x="158387" y="6955"/>
                    <a:pt x="153587" y="79"/>
                    <a:pt x="147719" y="79"/>
                  </a:cubicBezTo>
                  <a:cubicBezTo>
                    <a:pt x="140785" y="79"/>
                    <a:pt x="133584" y="6680"/>
                    <a:pt x="133584" y="13006"/>
                  </a:cubicBezTo>
                  <a:cubicBezTo>
                    <a:pt x="133584" y="15756"/>
                    <a:pt x="134918" y="18781"/>
                    <a:pt x="137585" y="21257"/>
                  </a:cubicBezTo>
                  <a:cubicBezTo>
                    <a:pt x="142119" y="25382"/>
                    <a:pt x="146919" y="32808"/>
                    <a:pt x="146919" y="44360"/>
                  </a:cubicBezTo>
                  <a:cubicBezTo>
                    <a:pt x="146919" y="55361"/>
                    <a:pt x="141852" y="71038"/>
                    <a:pt x="133584" y="83690"/>
                  </a:cubicBezTo>
                  <a:cubicBezTo>
                    <a:pt x="125583" y="95516"/>
                    <a:pt x="115715" y="104867"/>
                    <a:pt x="103180" y="104867"/>
                  </a:cubicBezTo>
                  <a:cubicBezTo>
                    <a:pt x="87979" y="104867"/>
                    <a:pt x="79711" y="94966"/>
                    <a:pt x="77311" y="80114"/>
                  </a:cubicBezTo>
                  <a:cubicBezTo>
                    <a:pt x="80244" y="72963"/>
                    <a:pt x="86378" y="55361"/>
                    <a:pt x="86378" y="47660"/>
                  </a:cubicBezTo>
                  <a:cubicBezTo>
                    <a:pt x="86378" y="44360"/>
                    <a:pt x="85045" y="41609"/>
                    <a:pt x="81578" y="41609"/>
                  </a:cubicBezTo>
                  <a:cubicBezTo>
                    <a:pt x="79444" y="41609"/>
                    <a:pt x="76510" y="42159"/>
                    <a:pt x="74377" y="46285"/>
                  </a:cubicBezTo>
                  <a:cubicBezTo>
                    <a:pt x="71443" y="51786"/>
                    <a:pt x="68243" y="69663"/>
                    <a:pt x="68243" y="79564"/>
                  </a:cubicBezTo>
                  <a:cubicBezTo>
                    <a:pt x="59442" y="92491"/>
                    <a:pt x="48774" y="104867"/>
                    <a:pt x="31972" y="104867"/>
                  </a:cubicBezTo>
                  <a:cubicBezTo>
                    <a:pt x="14369" y="104867"/>
                    <a:pt x="8769" y="88640"/>
                    <a:pt x="8769" y="73238"/>
                  </a:cubicBezTo>
                  <a:cubicBezTo>
                    <a:pt x="8769" y="38859"/>
                    <a:pt x="35972" y="9980"/>
                    <a:pt x="35972" y="6405"/>
                  </a:cubicBezTo>
                  <a:cubicBezTo>
                    <a:pt x="35972" y="3380"/>
                    <a:pt x="33839" y="1179"/>
                    <a:pt x="30905" y="1179"/>
                  </a:cubicBezTo>
                  <a:cubicBezTo>
                    <a:pt x="27438" y="1179"/>
                    <a:pt x="25571" y="4755"/>
                    <a:pt x="23971" y="7230"/>
                  </a:cubicBezTo>
                  <a:cubicBezTo>
                    <a:pt x="10369" y="27583"/>
                    <a:pt x="234" y="60312"/>
                    <a:pt x="234" y="85340"/>
                  </a:cubicBezTo>
                  <a:cubicBezTo>
                    <a:pt x="234" y="104317"/>
                    <a:pt x="6368" y="124670"/>
                    <a:pt x="28238" y="124670"/>
                  </a:cubicBezTo>
                  <a:cubicBezTo>
                    <a:pt x="47174" y="124670"/>
                    <a:pt x="59708" y="110918"/>
                    <a:pt x="69310" y="95791"/>
                  </a:cubicBezTo>
                  <a:cubicBezTo>
                    <a:pt x="71710" y="111743"/>
                    <a:pt x="82111" y="124670"/>
                    <a:pt x="98647" y="124670"/>
                  </a:cubicBezTo>
                  <a:cubicBezTo>
                    <a:pt x="119449" y="124670"/>
                    <a:pt x="132251" y="107893"/>
                    <a:pt x="141852" y="87265"/>
                  </a:cubicBezTo>
                  <a:cubicBezTo>
                    <a:pt x="148253" y="73788"/>
                    <a:pt x="158387" y="36384"/>
                    <a:pt x="158387" y="19332"/>
                  </a:cubicBez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104ED445-40D7-45CB-9729-7A3573C2A81A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8669102" y="4573791"/>
              <a:ext cx="76699" cy="82384"/>
            </a:xfrm>
            <a:custGeom>
              <a:avLst/>
              <a:gdLst>
                <a:gd name="connsiteX0" fmla="*/ 66844 w 76699"/>
                <a:gd name="connsiteY0" fmla="*/ 10676 h 82384"/>
                <a:gd name="connsiteX1" fmla="*/ 57810 w 76699"/>
                <a:gd name="connsiteY1" fmla="*/ 20905 h 82384"/>
                <a:gd name="connsiteX2" fmla="*/ 64718 w 76699"/>
                <a:gd name="connsiteY2" fmla="*/ 27664 h 82384"/>
                <a:gd name="connsiteX3" fmla="*/ 74815 w 76699"/>
                <a:gd name="connsiteY3" fmla="*/ 15973 h 82384"/>
                <a:gd name="connsiteX4" fmla="*/ 51433 w 76699"/>
                <a:gd name="connsiteY4" fmla="*/ 81 h 82384"/>
                <a:gd name="connsiteX5" fmla="*/ 241 w 76699"/>
                <a:gd name="connsiteY5" fmla="*/ 50681 h 82384"/>
                <a:gd name="connsiteX6" fmla="*/ 33011 w 76699"/>
                <a:gd name="connsiteY6" fmla="*/ 82465 h 82384"/>
                <a:gd name="connsiteX7" fmla="*/ 76941 w 76699"/>
                <a:gd name="connsiteY7" fmla="*/ 61824 h 82384"/>
                <a:gd name="connsiteX8" fmla="*/ 73929 w 76699"/>
                <a:gd name="connsiteY8" fmla="*/ 58718 h 82384"/>
                <a:gd name="connsiteX9" fmla="*/ 71095 w 76699"/>
                <a:gd name="connsiteY9" fmla="*/ 60545 h 82384"/>
                <a:gd name="connsiteX10" fmla="*/ 33365 w 76699"/>
                <a:gd name="connsiteY10" fmla="*/ 77351 h 82384"/>
                <a:gd name="connsiteX11" fmla="*/ 14943 w 76699"/>
                <a:gd name="connsiteY11" fmla="*/ 57074 h 82384"/>
                <a:gd name="connsiteX12" fmla="*/ 26634 w 76699"/>
                <a:gd name="connsiteY12" fmla="*/ 19261 h 82384"/>
                <a:gd name="connsiteX13" fmla="*/ 51433 w 76699"/>
                <a:gd name="connsiteY13" fmla="*/ 5196 h 82384"/>
                <a:gd name="connsiteX14" fmla="*/ 66844 w 76699"/>
                <a:gd name="connsiteY14" fmla="*/ 10676 h 8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699" h="82384">
                  <a:moveTo>
                    <a:pt x="66844" y="10676"/>
                  </a:moveTo>
                  <a:cubicBezTo>
                    <a:pt x="60467" y="11772"/>
                    <a:pt x="57810" y="16886"/>
                    <a:pt x="57810" y="20905"/>
                  </a:cubicBezTo>
                  <a:cubicBezTo>
                    <a:pt x="57810" y="25837"/>
                    <a:pt x="61530" y="27664"/>
                    <a:pt x="64718" y="27664"/>
                  </a:cubicBezTo>
                  <a:cubicBezTo>
                    <a:pt x="68615" y="27664"/>
                    <a:pt x="74815" y="24741"/>
                    <a:pt x="74815" y="15973"/>
                  </a:cubicBezTo>
                  <a:cubicBezTo>
                    <a:pt x="74815" y="3551"/>
                    <a:pt x="60998" y="81"/>
                    <a:pt x="51433" y="81"/>
                  </a:cubicBezTo>
                  <a:cubicBezTo>
                    <a:pt x="24863" y="81"/>
                    <a:pt x="241" y="25289"/>
                    <a:pt x="241" y="50681"/>
                  </a:cubicBezTo>
                  <a:cubicBezTo>
                    <a:pt x="241" y="66390"/>
                    <a:pt x="10869" y="82465"/>
                    <a:pt x="33011" y="82465"/>
                  </a:cubicBezTo>
                  <a:cubicBezTo>
                    <a:pt x="62947" y="82465"/>
                    <a:pt x="76941" y="64381"/>
                    <a:pt x="76941" y="61824"/>
                  </a:cubicBezTo>
                  <a:cubicBezTo>
                    <a:pt x="76941" y="60728"/>
                    <a:pt x="75346" y="58718"/>
                    <a:pt x="73929" y="58718"/>
                  </a:cubicBezTo>
                  <a:cubicBezTo>
                    <a:pt x="72867" y="58718"/>
                    <a:pt x="72512" y="59084"/>
                    <a:pt x="71095" y="60545"/>
                  </a:cubicBezTo>
                  <a:cubicBezTo>
                    <a:pt x="57279" y="77351"/>
                    <a:pt x="36554" y="77351"/>
                    <a:pt x="33365" y="77351"/>
                  </a:cubicBezTo>
                  <a:cubicBezTo>
                    <a:pt x="20611" y="77351"/>
                    <a:pt x="14943" y="68400"/>
                    <a:pt x="14943" y="57074"/>
                  </a:cubicBezTo>
                  <a:cubicBezTo>
                    <a:pt x="14943" y="51777"/>
                    <a:pt x="17423" y="31866"/>
                    <a:pt x="26634" y="19261"/>
                  </a:cubicBezTo>
                  <a:cubicBezTo>
                    <a:pt x="33365" y="10310"/>
                    <a:pt x="42576" y="5196"/>
                    <a:pt x="51433" y="5196"/>
                  </a:cubicBezTo>
                  <a:cubicBezTo>
                    <a:pt x="53913" y="5196"/>
                    <a:pt x="62415" y="5561"/>
                    <a:pt x="66844" y="10676"/>
                  </a:cubicBez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89AF2CD4-38E5-4EE5-BCAE-C2DE47FE49D1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8767340" y="4440923"/>
              <a:ext cx="81876" cy="175196"/>
            </a:xfrm>
            <a:custGeom>
              <a:avLst/>
              <a:gdLst>
                <a:gd name="connsiteX0" fmla="*/ 49051 w 81876"/>
                <a:gd name="connsiteY0" fmla="*/ 62237 h 175196"/>
                <a:gd name="connsiteX1" fmla="*/ 74121 w 81876"/>
                <a:gd name="connsiteY1" fmla="*/ 62237 h 175196"/>
                <a:gd name="connsiteX2" fmla="*/ 82122 w 81876"/>
                <a:gd name="connsiteY2" fmla="*/ 56736 h 175196"/>
                <a:gd name="connsiteX3" fmla="*/ 74654 w 81876"/>
                <a:gd name="connsiteY3" fmla="*/ 53711 h 175196"/>
                <a:gd name="connsiteX4" fmla="*/ 51185 w 81876"/>
                <a:gd name="connsiteY4" fmla="*/ 53711 h 175196"/>
                <a:gd name="connsiteX5" fmla="*/ 62119 w 81876"/>
                <a:gd name="connsiteY5" fmla="*/ 7505 h 175196"/>
                <a:gd name="connsiteX6" fmla="*/ 54385 w 81876"/>
                <a:gd name="connsiteY6" fmla="*/ 79 h 175196"/>
                <a:gd name="connsiteX7" fmla="*/ 43717 w 81876"/>
                <a:gd name="connsiteY7" fmla="*/ 9980 h 175196"/>
                <a:gd name="connsiteX8" fmla="*/ 33316 w 81876"/>
                <a:gd name="connsiteY8" fmla="*/ 53711 h 175196"/>
                <a:gd name="connsiteX9" fmla="*/ 8246 w 81876"/>
                <a:gd name="connsiteY9" fmla="*/ 53711 h 175196"/>
                <a:gd name="connsiteX10" fmla="*/ 245 w 81876"/>
                <a:gd name="connsiteY10" fmla="*/ 58936 h 175196"/>
                <a:gd name="connsiteX11" fmla="*/ 7713 w 81876"/>
                <a:gd name="connsiteY11" fmla="*/ 62237 h 175196"/>
                <a:gd name="connsiteX12" fmla="*/ 31182 w 81876"/>
                <a:gd name="connsiteY12" fmla="*/ 62237 h 175196"/>
                <a:gd name="connsiteX13" fmla="*/ 10913 w 81876"/>
                <a:gd name="connsiteY13" fmla="*/ 149973 h 175196"/>
                <a:gd name="connsiteX14" fmla="*/ 35449 w 81876"/>
                <a:gd name="connsiteY14" fmla="*/ 175276 h 175196"/>
                <a:gd name="connsiteX15" fmla="*/ 77855 w 81876"/>
                <a:gd name="connsiteY15" fmla="*/ 132921 h 175196"/>
                <a:gd name="connsiteX16" fmla="*/ 74654 w 81876"/>
                <a:gd name="connsiteY16" fmla="*/ 130170 h 175196"/>
                <a:gd name="connsiteX17" fmla="*/ 70654 w 81876"/>
                <a:gd name="connsiteY17" fmla="*/ 134021 h 175196"/>
                <a:gd name="connsiteX18" fmla="*/ 35983 w 81876"/>
                <a:gd name="connsiteY18" fmla="*/ 169225 h 175196"/>
                <a:gd name="connsiteX19" fmla="*/ 27715 w 81876"/>
                <a:gd name="connsiteY19" fmla="*/ 156574 h 175196"/>
                <a:gd name="connsiteX20" fmla="*/ 29315 w 81876"/>
                <a:gd name="connsiteY20" fmla="*/ 143372 h 175196"/>
                <a:gd name="connsiteX21" fmla="*/ 49051 w 81876"/>
                <a:gd name="connsiteY21" fmla="*/ 62237 h 17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1876" h="175196">
                  <a:moveTo>
                    <a:pt x="49051" y="62237"/>
                  </a:moveTo>
                  <a:lnTo>
                    <a:pt x="74121" y="62237"/>
                  </a:lnTo>
                  <a:cubicBezTo>
                    <a:pt x="79455" y="62237"/>
                    <a:pt x="82122" y="62237"/>
                    <a:pt x="82122" y="56736"/>
                  </a:cubicBezTo>
                  <a:cubicBezTo>
                    <a:pt x="82122" y="53711"/>
                    <a:pt x="79455" y="53711"/>
                    <a:pt x="74654" y="53711"/>
                  </a:cubicBezTo>
                  <a:lnTo>
                    <a:pt x="51185" y="53711"/>
                  </a:lnTo>
                  <a:cubicBezTo>
                    <a:pt x="60786" y="14656"/>
                    <a:pt x="62119" y="9155"/>
                    <a:pt x="62119" y="7505"/>
                  </a:cubicBezTo>
                  <a:cubicBezTo>
                    <a:pt x="62119" y="2829"/>
                    <a:pt x="58919" y="79"/>
                    <a:pt x="54385" y="79"/>
                  </a:cubicBezTo>
                  <a:cubicBezTo>
                    <a:pt x="53585" y="79"/>
                    <a:pt x="46117" y="354"/>
                    <a:pt x="43717" y="9980"/>
                  </a:cubicBezTo>
                  <a:lnTo>
                    <a:pt x="33316" y="53711"/>
                  </a:lnTo>
                  <a:lnTo>
                    <a:pt x="8246" y="53711"/>
                  </a:lnTo>
                  <a:cubicBezTo>
                    <a:pt x="2912" y="53711"/>
                    <a:pt x="245" y="53711"/>
                    <a:pt x="245" y="58936"/>
                  </a:cubicBezTo>
                  <a:cubicBezTo>
                    <a:pt x="245" y="62237"/>
                    <a:pt x="2379" y="62237"/>
                    <a:pt x="7713" y="62237"/>
                  </a:cubicBezTo>
                  <a:lnTo>
                    <a:pt x="31182" y="62237"/>
                  </a:lnTo>
                  <a:cubicBezTo>
                    <a:pt x="11980" y="140347"/>
                    <a:pt x="10913" y="145022"/>
                    <a:pt x="10913" y="149973"/>
                  </a:cubicBezTo>
                  <a:cubicBezTo>
                    <a:pt x="10913" y="164825"/>
                    <a:pt x="21048" y="175276"/>
                    <a:pt x="35449" y="175276"/>
                  </a:cubicBezTo>
                  <a:cubicBezTo>
                    <a:pt x="62653" y="175276"/>
                    <a:pt x="77855" y="135121"/>
                    <a:pt x="77855" y="132921"/>
                  </a:cubicBezTo>
                  <a:cubicBezTo>
                    <a:pt x="77855" y="130170"/>
                    <a:pt x="75721" y="130170"/>
                    <a:pt x="74654" y="130170"/>
                  </a:cubicBezTo>
                  <a:cubicBezTo>
                    <a:pt x="72254" y="130170"/>
                    <a:pt x="71987" y="130995"/>
                    <a:pt x="70654" y="134021"/>
                  </a:cubicBezTo>
                  <a:cubicBezTo>
                    <a:pt x="59186" y="162624"/>
                    <a:pt x="45051" y="169225"/>
                    <a:pt x="35983" y="169225"/>
                  </a:cubicBezTo>
                  <a:cubicBezTo>
                    <a:pt x="30382" y="169225"/>
                    <a:pt x="27715" y="165650"/>
                    <a:pt x="27715" y="156574"/>
                  </a:cubicBezTo>
                  <a:cubicBezTo>
                    <a:pt x="27715" y="149973"/>
                    <a:pt x="28248" y="148048"/>
                    <a:pt x="29315" y="143372"/>
                  </a:cubicBezTo>
                  <a:lnTo>
                    <a:pt x="49051" y="62237"/>
                  </a:ln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F0EEC8D5-FC92-4603-A1A9-1F38E7E9D3D1}"/>
              </a:ext>
            </a:extLst>
          </p:cNvPr>
          <p:cNvPicPr>
            <a:picLocks noChangeAspect="1"/>
          </p:cNvPicPr>
          <p:nvPr/>
        </p:nvPicPr>
        <p:blipFill rotWithShape="1"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152"/>
          <a:stretch/>
        </p:blipFill>
        <p:spPr>
          <a:xfrm>
            <a:off x="255833" y="4734090"/>
            <a:ext cx="5036580" cy="1262964"/>
          </a:xfrm>
          <a:prstGeom prst="rect">
            <a:avLst/>
          </a:prstGeom>
        </p:spPr>
      </p:pic>
      <p:grpSp>
        <p:nvGrpSpPr>
          <p:cNvPr id="19" name="组合 18" descr="\documentclass[UTF8]{article}&#10;\usepackage{ctex}&#10;\usepackage{xcolor}&#10;\usepackage{amsmath}&#10;\pagestyle{empty}&#10;\begin{document}&#10;&#10;\begin{equation*}&#10; {\textcolor{red}{e_{\text{2ASK}}(t) = s(t)\cos \omega_c t}}&#10;\end{equation*}&#10;&#10;\end{document}" title="IguanaTex Shape Display">
            <a:extLst>
              <a:ext uri="{FF2B5EF4-FFF2-40B4-BE49-F238E27FC236}">
                <a16:creationId xmlns:a16="http://schemas.microsoft.com/office/drawing/2014/main" id="{C47EBF40-A6A3-44D2-9A03-4DDB5CA354FC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5308030" y="4695515"/>
            <a:ext cx="2520038" cy="280034"/>
            <a:chOff x="11524582" y="7187130"/>
            <a:chExt cx="2520038" cy="280034"/>
          </a:xfrm>
        </p:grpSpPr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28774ED8-98CF-4386-9F4D-DB666300B375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1524582" y="7273381"/>
              <a:ext cx="101905" cy="126855"/>
            </a:xfrm>
            <a:custGeom>
              <a:avLst/>
              <a:gdLst>
                <a:gd name="connsiteX0" fmla="*/ 37602 w 101905"/>
                <a:gd name="connsiteY0" fmla="*/ 59167 h 126855"/>
                <a:gd name="connsiteX1" fmla="*/ 78205 w 101905"/>
                <a:gd name="connsiteY1" fmla="*/ 52726 h 126855"/>
                <a:gd name="connsiteX2" fmla="*/ 98108 w 101905"/>
                <a:gd name="connsiteY2" fmla="*/ 23882 h 126855"/>
                <a:gd name="connsiteX3" fmla="*/ 69713 w 101905"/>
                <a:gd name="connsiteY3" fmla="*/ 79 h 126855"/>
                <a:gd name="connsiteX4" fmla="*/ 183 w 101905"/>
                <a:gd name="connsiteY4" fmla="*/ 76249 h 126855"/>
                <a:gd name="connsiteX5" fmla="*/ 41848 w 101905"/>
                <a:gd name="connsiteY5" fmla="*/ 126935 h 126855"/>
                <a:gd name="connsiteX6" fmla="*/ 102089 w 101905"/>
                <a:gd name="connsiteY6" fmla="*/ 93891 h 126855"/>
                <a:gd name="connsiteX7" fmla="*/ 98905 w 101905"/>
                <a:gd name="connsiteY7" fmla="*/ 90250 h 126855"/>
                <a:gd name="connsiteX8" fmla="*/ 95455 w 101905"/>
                <a:gd name="connsiteY8" fmla="*/ 93051 h 126855"/>
                <a:gd name="connsiteX9" fmla="*/ 42379 w 101905"/>
                <a:gd name="connsiteY9" fmla="*/ 120774 h 126855"/>
                <a:gd name="connsiteX10" fmla="*/ 19291 w 101905"/>
                <a:gd name="connsiteY10" fmla="*/ 88290 h 126855"/>
                <a:gd name="connsiteX11" fmla="*/ 23537 w 101905"/>
                <a:gd name="connsiteY11" fmla="*/ 59167 h 126855"/>
                <a:gd name="connsiteX12" fmla="*/ 37602 w 101905"/>
                <a:gd name="connsiteY12" fmla="*/ 59167 h 126855"/>
                <a:gd name="connsiteX13" fmla="*/ 25129 w 101905"/>
                <a:gd name="connsiteY13" fmla="*/ 53006 h 126855"/>
                <a:gd name="connsiteX14" fmla="*/ 69713 w 101905"/>
                <a:gd name="connsiteY14" fmla="*/ 6240 h 126855"/>
                <a:gd name="connsiteX15" fmla="*/ 89351 w 101905"/>
                <a:gd name="connsiteY15" fmla="*/ 23882 h 126855"/>
                <a:gd name="connsiteX16" fmla="*/ 36010 w 101905"/>
                <a:gd name="connsiteY16" fmla="*/ 53006 h 126855"/>
                <a:gd name="connsiteX17" fmla="*/ 25129 w 101905"/>
                <a:gd name="connsiteY17" fmla="*/ 53006 h 126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1905" h="126855">
                  <a:moveTo>
                    <a:pt x="37602" y="59167"/>
                  </a:moveTo>
                  <a:cubicBezTo>
                    <a:pt x="45298" y="59167"/>
                    <a:pt x="64936" y="58606"/>
                    <a:pt x="78205" y="52726"/>
                  </a:cubicBezTo>
                  <a:cubicBezTo>
                    <a:pt x="96781" y="44325"/>
                    <a:pt x="98108" y="27803"/>
                    <a:pt x="98108" y="23882"/>
                  </a:cubicBezTo>
                  <a:cubicBezTo>
                    <a:pt x="98108" y="11561"/>
                    <a:pt x="88024" y="79"/>
                    <a:pt x="69713" y="79"/>
                  </a:cubicBezTo>
                  <a:cubicBezTo>
                    <a:pt x="40256" y="79"/>
                    <a:pt x="183" y="27243"/>
                    <a:pt x="183" y="76249"/>
                  </a:cubicBezTo>
                  <a:cubicBezTo>
                    <a:pt x="183" y="104812"/>
                    <a:pt x="15841" y="126935"/>
                    <a:pt x="41848" y="126935"/>
                  </a:cubicBezTo>
                  <a:cubicBezTo>
                    <a:pt x="79797" y="126935"/>
                    <a:pt x="102089" y="97251"/>
                    <a:pt x="102089" y="93891"/>
                  </a:cubicBezTo>
                  <a:cubicBezTo>
                    <a:pt x="102089" y="92211"/>
                    <a:pt x="100497" y="90250"/>
                    <a:pt x="98905" y="90250"/>
                  </a:cubicBezTo>
                  <a:cubicBezTo>
                    <a:pt x="97578" y="90250"/>
                    <a:pt x="97047" y="90810"/>
                    <a:pt x="95455" y="93051"/>
                  </a:cubicBezTo>
                  <a:cubicBezTo>
                    <a:pt x="74490" y="120774"/>
                    <a:pt x="45563" y="120774"/>
                    <a:pt x="42379" y="120774"/>
                  </a:cubicBezTo>
                  <a:cubicBezTo>
                    <a:pt x="21679" y="120774"/>
                    <a:pt x="19291" y="97251"/>
                    <a:pt x="19291" y="88290"/>
                  </a:cubicBezTo>
                  <a:cubicBezTo>
                    <a:pt x="19291" y="84930"/>
                    <a:pt x="19556" y="76249"/>
                    <a:pt x="23537" y="59167"/>
                  </a:cubicBezTo>
                  <a:lnTo>
                    <a:pt x="37602" y="59167"/>
                  </a:lnTo>
                  <a:close/>
                  <a:moveTo>
                    <a:pt x="25129" y="53006"/>
                  </a:moveTo>
                  <a:cubicBezTo>
                    <a:pt x="35479" y="10440"/>
                    <a:pt x="62813" y="6240"/>
                    <a:pt x="69713" y="6240"/>
                  </a:cubicBezTo>
                  <a:cubicBezTo>
                    <a:pt x="82186" y="6240"/>
                    <a:pt x="89351" y="14361"/>
                    <a:pt x="89351" y="23882"/>
                  </a:cubicBezTo>
                  <a:cubicBezTo>
                    <a:pt x="89351" y="53006"/>
                    <a:pt x="46890" y="53006"/>
                    <a:pt x="36010" y="53006"/>
                  </a:cubicBezTo>
                  <a:lnTo>
                    <a:pt x="25129" y="53006"/>
                  </a:ln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02C0DEE9-82C3-4EF8-A209-529A0D7A429F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1647047" y="7315662"/>
              <a:ext cx="77906" cy="123499"/>
            </a:xfrm>
            <a:custGeom>
              <a:avLst/>
              <a:gdLst>
                <a:gd name="connsiteX0" fmla="*/ 78095 w 77906"/>
                <a:gd name="connsiteY0" fmla="*/ 89729 h 123499"/>
                <a:gd name="connsiteX1" fmla="*/ 72102 w 77906"/>
                <a:gd name="connsiteY1" fmla="*/ 89729 h 123499"/>
                <a:gd name="connsiteX2" fmla="*/ 67519 w 77906"/>
                <a:gd name="connsiteY2" fmla="*/ 106654 h 123499"/>
                <a:gd name="connsiteX3" fmla="*/ 50069 w 77906"/>
                <a:gd name="connsiteY3" fmla="*/ 107770 h 123499"/>
                <a:gd name="connsiteX4" fmla="*/ 17638 w 77906"/>
                <a:gd name="connsiteY4" fmla="*/ 107770 h 123499"/>
                <a:gd name="connsiteX5" fmla="*/ 52890 w 77906"/>
                <a:gd name="connsiteY5" fmla="*/ 76524 h 123499"/>
                <a:gd name="connsiteX6" fmla="*/ 78095 w 77906"/>
                <a:gd name="connsiteY6" fmla="*/ 36349 h 123499"/>
                <a:gd name="connsiteX7" fmla="*/ 36850 w 77906"/>
                <a:gd name="connsiteY7" fmla="*/ 81 h 123499"/>
                <a:gd name="connsiteX8" fmla="*/ 188 w 77906"/>
                <a:gd name="connsiteY8" fmla="*/ 33373 h 123499"/>
                <a:gd name="connsiteX9" fmla="*/ 9530 w 77906"/>
                <a:gd name="connsiteY9" fmla="*/ 43789 h 123499"/>
                <a:gd name="connsiteX10" fmla="*/ 18872 w 77906"/>
                <a:gd name="connsiteY10" fmla="*/ 33931 h 123499"/>
                <a:gd name="connsiteX11" fmla="*/ 8472 w 77906"/>
                <a:gd name="connsiteY11" fmla="*/ 24074 h 123499"/>
                <a:gd name="connsiteX12" fmla="*/ 34206 w 77906"/>
                <a:gd name="connsiteY12" fmla="*/ 6776 h 123499"/>
                <a:gd name="connsiteX13" fmla="*/ 60998 w 77906"/>
                <a:gd name="connsiteY13" fmla="*/ 36349 h 123499"/>
                <a:gd name="connsiteX14" fmla="*/ 44429 w 77906"/>
                <a:gd name="connsiteY14" fmla="*/ 72060 h 123499"/>
                <a:gd name="connsiteX15" fmla="*/ 1951 w 77906"/>
                <a:gd name="connsiteY15" fmla="*/ 116326 h 123499"/>
                <a:gd name="connsiteX16" fmla="*/ 188 w 77906"/>
                <a:gd name="connsiteY16" fmla="*/ 123580 h 123499"/>
                <a:gd name="connsiteX17" fmla="*/ 72807 w 77906"/>
                <a:gd name="connsiteY17" fmla="*/ 123580 h 123499"/>
                <a:gd name="connsiteX18" fmla="*/ 78095 w 77906"/>
                <a:gd name="connsiteY18" fmla="*/ 89729 h 123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7906" h="123499">
                  <a:moveTo>
                    <a:pt x="78095" y="89729"/>
                  </a:moveTo>
                  <a:lnTo>
                    <a:pt x="72102" y="89729"/>
                  </a:lnTo>
                  <a:cubicBezTo>
                    <a:pt x="71573" y="93821"/>
                    <a:pt x="69810" y="104794"/>
                    <a:pt x="67519" y="106654"/>
                  </a:cubicBezTo>
                  <a:cubicBezTo>
                    <a:pt x="66109" y="107770"/>
                    <a:pt x="52537" y="107770"/>
                    <a:pt x="50069" y="107770"/>
                  </a:cubicBezTo>
                  <a:lnTo>
                    <a:pt x="17638" y="107770"/>
                  </a:lnTo>
                  <a:cubicBezTo>
                    <a:pt x="36145" y="90473"/>
                    <a:pt x="42314" y="85265"/>
                    <a:pt x="52890" y="76524"/>
                  </a:cubicBezTo>
                  <a:cubicBezTo>
                    <a:pt x="65933" y="65550"/>
                    <a:pt x="78095" y="54019"/>
                    <a:pt x="78095" y="36349"/>
                  </a:cubicBezTo>
                  <a:cubicBezTo>
                    <a:pt x="78095" y="13844"/>
                    <a:pt x="59411" y="81"/>
                    <a:pt x="36850" y="81"/>
                  </a:cubicBezTo>
                  <a:cubicBezTo>
                    <a:pt x="14994" y="81"/>
                    <a:pt x="188" y="16262"/>
                    <a:pt x="188" y="33373"/>
                  </a:cubicBezTo>
                  <a:cubicBezTo>
                    <a:pt x="188" y="42859"/>
                    <a:pt x="7767" y="43789"/>
                    <a:pt x="9530" y="43789"/>
                  </a:cubicBezTo>
                  <a:cubicBezTo>
                    <a:pt x="13760" y="43789"/>
                    <a:pt x="18872" y="40627"/>
                    <a:pt x="18872" y="33931"/>
                  </a:cubicBezTo>
                  <a:cubicBezTo>
                    <a:pt x="18872" y="30583"/>
                    <a:pt x="17638" y="24074"/>
                    <a:pt x="8472" y="24074"/>
                  </a:cubicBezTo>
                  <a:cubicBezTo>
                    <a:pt x="13936" y="10868"/>
                    <a:pt x="25922" y="6776"/>
                    <a:pt x="34206" y="6776"/>
                  </a:cubicBezTo>
                  <a:cubicBezTo>
                    <a:pt x="51832" y="6776"/>
                    <a:pt x="60998" y="21284"/>
                    <a:pt x="60998" y="36349"/>
                  </a:cubicBezTo>
                  <a:cubicBezTo>
                    <a:pt x="60998" y="52531"/>
                    <a:pt x="50069" y="65364"/>
                    <a:pt x="44429" y="72060"/>
                  </a:cubicBezTo>
                  <a:lnTo>
                    <a:pt x="1951" y="116326"/>
                  </a:lnTo>
                  <a:cubicBezTo>
                    <a:pt x="188" y="118000"/>
                    <a:pt x="188" y="118372"/>
                    <a:pt x="188" y="123580"/>
                  </a:cubicBezTo>
                  <a:lnTo>
                    <a:pt x="72807" y="123580"/>
                  </a:lnTo>
                  <a:lnTo>
                    <a:pt x="78095" y="89729"/>
                  </a:ln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69A3043E-6896-4D98-9F61-D11E820FE424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1744244" y="7306549"/>
              <a:ext cx="132546" cy="132612"/>
            </a:xfrm>
            <a:custGeom>
              <a:avLst/>
              <a:gdLst>
                <a:gd name="connsiteX0" fmla="*/ 71401 w 132546"/>
                <a:gd name="connsiteY0" fmla="*/ 4359 h 132612"/>
                <a:gd name="connsiteX1" fmla="*/ 66466 w 132546"/>
                <a:gd name="connsiteY1" fmla="*/ 81 h 132612"/>
                <a:gd name="connsiteX2" fmla="*/ 61530 w 132546"/>
                <a:gd name="connsiteY2" fmla="*/ 4359 h 132612"/>
                <a:gd name="connsiteX3" fmla="*/ 20814 w 132546"/>
                <a:gd name="connsiteY3" fmla="*/ 113164 h 132612"/>
                <a:gd name="connsiteX4" fmla="*/ 192 w 132546"/>
                <a:gd name="connsiteY4" fmla="*/ 125998 h 132612"/>
                <a:gd name="connsiteX5" fmla="*/ 192 w 132546"/>
                <a:gd name="connsiteY5" fmla="*/ 132693 h 132612"/>
                <a:gd name="connsiteX6" fmla="*/ 18347 w 132546"/>
                <a:gd name="connsiteY6" fmla="*/ 131949 h 132612"/>
                <a:gd name="connsiteX7" fmla="*/ 39498 w 132546"/>
                <a:gd name="connsiteY7" fmla="*/ 132693 h 132612"/>
                <a:gd name="connsiteX8" fmla="*/ 39498 w 132546"/>
                <a:gd name="connsiteY8" fmla="*/ 125998 h 132612"/>
                <a:gd name="connsiteX9" fmla="*/ 26807 w 132546"/>
                <a:gd name="connsiteY9" fmla="*/ 117070 h 132612"/>
                <a:gd name="connsiteX10" fmla="*/ 27689 w 132546"/>
                <a:gd name="connsiteY10" fmla="*/ 113350 h 132612"/>
                <a:gd name="connsiteX11" fmla="*/ 36149 w 132546"/>
                <a:gd name="connsiteY11" fmla="*/ 90473 h 132612"/>
                <a:gd name="connsiteX12" fmla="*/ 86207 w 132546"/>
                <a:gd name="connsiteY12" fmla="*/ 90473 h 132612"/>
                <a:gd name="connsiteX13" fmla="*/ 96430 w 132546"/>
                <a:gd name="connsiteY13" fmla="*/ 117628 h 132612"/>
                <a:gd name="connsiteX14" fmla="*/ 97311 w 132546"/>
                <a:gd name="connsiteY14" fmla="*/ 120790 h 132612"/>
                <a:gd name="connsiteX15" fmla="*/ 83034 w 132546"/>
                <a:gd name="connsiteY15" fmla="*/ 125998 h 132612"/>
                <a:gd name="connsiteX16" fmla="*/ 83034 w 132546"/>
                <a:gd name="connsiteY16" fmla="*/ 132693 h 132612"/>
                <a:gd name="connsiteX17" fmla="*/ 109296 w 132546"/>
                <a:gd name="connsiteY17" fmla="*/ 131949 h 132612"/>
                <a:gd name="connsiteX18" fmla="*/ 132739 w 132546"/>
                <a:gd name="connsiteY18" fmla="*/ 132693 h 132612"/>
                <a:gd name="connsiteX19" fmla="*/ 132739 w 132546"/>
                <a:gd name="connsiteY19" fmla="*/ 125998 h 132612"/>
                <a:gd name="connsiteX20" fmla="*/ 129214 w 132546"/>
                <a:gd name="connsiteY20" fmla="*/ 125998 h 132612"/>
                <a:gd name="connsiteX21" fmla="*/ 114232 w 132546"/>
                <a:gd name="connsiteY21" fmla="*/ 118930 h 132612"/>
                <a:gd name="connsiteX22" fmla="*/ 71401 w 132546"/>
                <a:gd name="connsiteY22" fmla="*/ 4359 h 132612"/>
                <a:gd name="connsiteX23" fmla="*/ 61178 w 132546"/>
                <a:gd name="connsiteY23" fmla="*/ 23330 h 132612"/>
                <a:gd name="connsiteX24" fmla="*/ 83739 w 132546"/>
                <a:gd name="connsiteY24" fmla="*/ 83777 h 132612"/>
                <a:gd name="connsiteX25" fmla="*/ 38617 w 132546"/>
                <a:gd name="connsiteY25" fmla="*/ 83777 h 132612"/>
                <a:gd name="connsiteX26" fmla="*/ 61178 w 132546"/>
                <a:gd name="connsiteY26" fmla="*/ 23330 h 13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2546" h="132612">
                  <a:moveTo>
                    <a:pt x="71401" y="4359"/>
                  </a:moveTo>
                  <a:cubicBezTo>
                    <a:pt x="70343" y="1383"/>
                    <a:pt x="69814" y="81"/>
                    <a:pt x="66466" y="81"/>
                  </a:cubicBezTo>
                  <a:cubicBezTo>
                    <a:pt x="63117" y="81"/>
                    <a:pt x="62588" y="1383"/>
                    <a:pt x="61530" y="4359"/>
                  </a:cubicBezTo>
                  <a:lnTo>
                    <a:pt x="20814" y="113164"/>
                  </a:lnTo>
                  <a:cubicBezTo>
                    <a:pt x="19052" y="117814"/>
                    <a:pt x="16056" y="125998"/>
                    <a:pt x="192" y="125998"/>
                  </a:cubicBezTo>
                  <a:lnTo>
                    <a:pt x="192" y="132693"/>
                  </a:lnTo>
                  <a:cubicBezTo>
                    <a:pt x="6185" y="132135"/>
                    <a:pt x="12354" y="131949"/>
                    <a:pt x="18347" y="131949"/>
                  </a:cubicBezTo>
                  <a:cubicBezTo>
                    <a:pt x="25397" y="131949"/>
                    <a:pt x="38440" y="132693"/>
                    <a:pt x="39498" y="132693"/>
                  </a:cubicBezTo>
                  <a:lnTo>
                    <a:pt x="39498" y="125998"/>
                  </a:lnTo>
                  <a:cubicBezTo>
                    <a:pt x="31743" y="125998"/>
                    <a:pt x="26807" y="122278"/>
                    <a:pt x="26807" y="117070"/>
                  </a:cubicBezTo>
                  <a:cubicBezTo>
                    <a:pt x="26807" y="115582"/>
                    <a:pt x="26984" y="115210"/>
                    <a:pt x="27689" y="113350"/>
                  </a:cubicBezTo>
                  <a:lnTo>
                    <a:pt x="36149" y="90473"/>
                  </a:lnTo>
                  <a:lnTo>
                    <a:pt x="86207" y="90473"/>
                  </a:lnTo>
                  <a:lnTo>
                    <a:pt x="96430" y="117628"/>
                  </a:lnTo>
                  <a:cubicBezTo>
                    <a:pt x="96782" y="118558"/>
                    <a:pt x="97311" y="119860"/>
                    <a:pt x="97311" y="120790"/>
                  </a:cubicBezTo>
                  <a:cubicBezTo>
                    <a:pt x="97311" y="125998"/>
                    <a:pt x="87793" y="125998"/>
                    <a:pt x="83034" y="125998"/>
                  </a:cubicBezTo>
                  <a:lnTo>
                    <a:pt x="83034" y="132693"/>
                  </a:lnTo>
                  <a:cubicBezTo>
                    <a:pt x="91847" y="132321"/>
                    <a:pt x="103127" y="131949"/>
                    <a:pt x="109296" y="131949"/>
                  </a:cubicBezTo>
                  <a:cubicBezTo>
                    <a:pt x="117581" y="131949"/>
                    <a:pt x="130800" y="132507"/>
                    <a:pt x="132739" y="132693"/>
                  </a:cubicBezTo>
                  <a:lnTo>
                    <a:pt x="132739" y="125998"/>
                  </a:lnTo>
                  <a:lnTo>
                    <a:pt x="129214" y="125998"/>
                  </a:lnTo>
                  <a:cubicBezTo>
                    <a:pt x="117404" y="125998"/>
                    <a:pt x="116170" y="124138"/>
                    <a:pt x="114232" y="118930"/>
                  </a:cubicBezTo>
                  <a:lnTo>
                    <a:pt x="71401" y="4359"/>
                  </a:lnTo>
                  <a:close/>
                  <a:moveTo>
                    <a:pt x="61178" y="23330"/>
                  </a:moveTo>
                  <a:lnTo>
                    <a:pt x="83739" y="83777"/>
                  </a:lnTo>
                  <a:lnTo>
                    <a:pt x="38617" y="83777"/>
                  </a:lnTo>
                  <a:lnTo>
                    <a:pt x="61178" y="23330"/>
                  </a:ln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42270C00-37B5-4CE2-84A0-EB70E62449BD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1897283" y="7308409"/>
              <a:ext cx="86366" cy="134472"/>
            </a:xfrm>
            <a:custGeom>
              <a:avLst/>
              <a:gdLst>
                <a:gd name="connsiteX0" fmla="*/ 31748 w 86366"/>
                <a:gd name="connsiteY0" fmla="*/ 53275 h 134472"/>
                <a:gd name="connsiteX1" fmla="*/ 11479 w 86366"/>
                <a:gd name="connsiteY1" fmla="*/ 30026 h 134472"/>
                <a:gd name="connsiteX2" fmla="*/ 38270 w 86366"/>
                <a:gd name="connsiteY2" fmla="*/ 6032 h 134472"/>
                <a:gd name="connsiteX3" fmla="*/ 75108 w 86366"/>
                <a:gd name="connsiteY3" fmla="*/ 42301 h 134472"/>
                <a:gd name="connsiteX4" fmla="*/ 78281 w 86366"/>
                <a:gd name="connsiteY4" fmla="*/ 46021 h 134472"/>
                <a:gd name="connsiteX5" fmla="*/ 81277 w 86366"/>
                <a:gd name="connsiteY5" fmla="*/ 41185 h 134472"/>
                <a:gd name="connsiteX6" fmla="*/ 81277 w 86366"/>
                <a:gd name="connsiteY6" fmla="*/ 4917 h 134472"/>
                <a:gd name="connsiteX7" fmla="*/ 78810 w 86366"/>
                <a:gd name="connsiteY7" fmla="*/ 81 h 134472"/>
                <a:gd name="connsiteX8" fmla="*/ 75813 w 86366"/>
                <a:gd name="connsiteY8" fmla="*/ 2685 h 134472"/>
                <a:gd name="connsiteX9" fmla="*/ 69468 w 86366"/>
                <a:gd name="connsiteY9" fmla="*/ 13100 h 134472"/>
                <a:gd name="connsiteX10" fmla="*/ 38270 w 86366"/>
                <a:gd name="connsiteY10" fmla="*/ 81 h 134472"/>
                <a:gd name="connsiteX11" fmla="*/ 198 w 86366"/>
                <a:gd name="connsiteY11" fmla="*/ 35605 h 134472"/>
                <a:gd name="connsiteX12" fmla="*/ 10950 w 86366"/>
                <a:gd name="connsiteY12" fmla="*/ 60342 h 134472"/>
                <a:gd name="connsiteX13" fmla="*/ 42853 w 86366"/>
                <a:gd name="connsiteY13" fmla="*/ 73362 h 134472"/>
                <a:gd name="connsiteX14" fmla="*/ 67529 w 86366"/>
                <a:gd name="connsiteY14" fmla="*/ 83033 h 134472"/>
                <a:gd name="connsiteX15" fmla="*/ 75284 w 86366"/>
                <a:gd name="connsiteY15" fmla="*/ 101633 h 134472"/>
                <a:gd name="connsiteX16" fmla="*/ 48140 w 86366"/>
                <a:gd name="connsiteY16" fmla="*/ 127858 h 134472"/>
                <a:gd name="connsiteX17" fmla="*/ 6191 w 86366"/>
                <a:gd name="connsiteY17" fmla="*/ 92705 h 134472"/>
                <a:gd name="connsiteX18" fmla="*/ 3195 w 86366"/>
                <a:gd name="connsiteY18" fmla="*/ 88613 h 134472"/>
                <a:gd name="connsiteX19" fmla="*/ 198 w 86366"/>
                <a:gd name="connsiteY19" fmla="*/ 93635 h 134472"/>
                <a:gd name="connsiteX20" fmla="*/ 198 w 86366"/>
                <a:gd name="connsiteY20" fmla="*/ 129718 h 134472"/>
                <a:gd name="connsiteX21" fmla="*/ 2666 w 86366"/>
                <a:gd name="connsiteY21" fmla="*/ 134553 h 134472"/>
                <a:gd name="connsiteX22" fmla="*/ 5486 w 86366"/>
                <a:gd name="connsiteY22" fmla="*/ 132321 h 134472"/>
                <a:gd name="connsiteX23" fmla="*/ 12007 w 86366"/>
                <a:gd name="connsiteY23" fmla="*/ 121720 h 134472"/>
                <a:gd name="connsiteX24" fmla="*/ 48140 w 86366"/>
                <a:gd name="connsiteY24" fmla="*/ 134553 h 134472"/>
                <a:gd name="connsiteX25" fmla="*/ 86565 w 86366"/>
                <a:gd name="connsiteY25" fmla="*/ 96425 h 134472"/>
                <a:gd name="connsiteX26" fmla="*/ 57835 w 86366"/>
                <a:gd name="connsiteY26" fmla="*/ 59598 h 134472"/>
                <a:gd name="connsiteX27" fmla="*/ 31748 w 86366"/>
                <a:gd name="connsiteY27" fmla="*/ 53275 h 134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86366" h="134472">
                  <a:moveTo>
                    <a:pt x="31748" y="53275"/>
                  </a:moveTo>
                  <a:cubicBezTo>
                    <a:pt x="16238" y="49555"/>
                    <a:pt x="11479" y="37837"/>
                    <a:pt x="11479" y="30026"/>
                  </a:cubicBezTo>
                  <a:cubicBezTo>
                    <a:pt x="11479" y="17750"/>
                    <a:pt x="22230" y="6032"/>
                    <a:pt x="38270" y="6032"/>
                  </a:cubicBezTo>
                  <a:cubicBezTo>
                    <a:pt x="62065" y="6032"/>
                    <a:pt x="72288" y="22772"/>
                    <a:pt x="75108" y="42301"/>
                  </a:cubicBezTo>
                  <a:cubicBezTo>
                    <a:pt x="75461" y="45091"/>
                    <a:pt x="75637" y="46021"/>
                    <a:pt x="78281" y="46021"/>
                  </a:cubicBezTo>
                  <a:cubicBezTo>
                    <a:pt x="81277" y="46021"/>
                    <a:pt x="81277" y="44719"/>
                    <a:pt x="81277" y="41185"/>
                  </a:cubicBezTo>
                  <a:lnTo>
                    <a:pt x="81277" y="4917"/>
                  </a:lnTo>
                  <a:cubicBezTo>
                    <a:pt x="81277" y="1755"/>
                    <a:pt x="81277" y="81"/>
                    <a:pt x="78810" y="81"/>
                  </a:cubicBezTo>
                  <a:cubicBezTo>
                    <a:pt x="77399" y="81"/>
                    <a:pt x="77047" y="639"/>
                    <a:pt x="75813" y="2685"/>
                  </a:cubicBezTo>
                  <a:lnTo>
                    <a:pt x="69468" y="13100"/>
                  </a:lnTo>
                  <a:cubicBezTo>
                    <a:pt x="57835" y="639"/>
                    <a:pt x="43205" y="81"/>
                    <a:pt x="38270" y="81"/>
                  </a:cubicBezTo>
                  <a:cubicBezTo>
                    <a:pt x="16061" y="81"/>
                    <a:pt x="198" y="16820"/>
                    <a:pt x="198" y="35605"/>
                  </a:cubicBezTo>
                  <a:cubicBezTo>
                    <a:pt x="198" y="46021"/>
                    <a:pt x="4605" y="54019"/>
                    <a:pt x="10950" y="60342"/>
                  </a:cubicBezTo>
                  <a:cubicBezTo>
                    <a:pt x="18000" y="67596"/>
                    <a:pt x="23817" y="68898"/>
                    <a:pt x="42853" y="73362"/>
                  </a:cubicBezTo>
                  <a:cubicBezTo>
                    <a:pt x="58892" y="77082"/>
                    <a:pt x="62417" y="77826"/>
                    <a:pt x="67529" y="83033"/>
                  </a:cubicBezTo>
                  <a:cubicBezTo>
                    <a:pt x="71583" y="87311"/>
                    <a:pt x="75284" y="93263"/>
                    <a:pt x="75284" y="101633"/>
                  </a:cubicBezTo>
                  <a:cubicBezTo>
                    <a:pt x="75284" y="114652"/>
                    <a:pt x="65061" y="127858"/>
                    <a:pt x="48140" y="127858"/>
                  </a:cubicBezTo>
                  <a:cubicBezTo>
                    <a:pt x="31043" y="127858"/>
                    <a:pt x="7425" y="120790"/>
                    <a:pt x="6191" y="92705"/>
                  </a:cubicBezTo>
                  <a:cubicBezTo>
                    <a:pt x="6015" y="89729"/>
                    <a:pt x="6015" y="88613"/>
                    <a:pt x="3195" y="88613"/>
                  </a:cubicBezTo>
                  <a:cubicBezTo>
                    <a:pt x="198" y="88613"/>
                    <a:pt x="198" y="89915"/>
                    <a:pt x="198" y="93635"/>
                  </a:cubicBezTo>
                  <a:lnTo>
                    <a:pt x="198" y="129718"/>
                  </a:lnTo>
                  <a:cubicBezTo>
                    <a:pt x="198" y="132879"/>
                    <a:pt x="198" y="134553"/>
                    <a:pt x="2666" y="134553"/>
                  </a:cubicBezTo>
                  <a:cubicBezTo>
                    <a:pt x="4076" y="134553"/>
                    <a:pt x="4428" y="133995"/>
                    <a:pt x="5486" y="132321"/>
                  </a:cubicBezTo>
                  <a:cubicBezTo>
                    <a:pt x="7072" y="130090"/>
                    <a:pt x="10597" y="124138"/>
                    <a:pt x="12007" y="121720"/>
                  </a:cubicBezTo>
                  <a:cubicBezTo>
                    <a:pt x="23112" y="131949"/>
                    <a:pt x="36684" y="134553"/>
                    <a:pt x="48140" y="134553"/>
                  </a:cubicBezTo>
                  <a:cubicBezTo>
                    <a:pt x="71407" y="134553"/>
                    <a:pt x="86565" y="116140"/>
                    <a:pt x="86565" y="96425"/>
                  </a:cubicBezTo>
                  <a:cubicBezTo>
                    <a:pt x="86565" y="79686"/>
                    <a:pt x="75461" y="63876"/>
                    <a:pt x="57835" y="59598"/>
                  </a:cubicBezTo>
                  <a:lnTo>
                    <a:pt x="31748" y="53275"/>
                  </a:ln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464137D8-5F8A-40C7-BB89-D2301CC08FA0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2006027" y="7312128"/>
              <a:ext cx="134485" cy="127032"/>
            </a:xfrm>
            <a:custGeom>
              <a:avLst/>
              <a:gdLst>
                <a:gd name="connsiteX0" fmla="*/ 70177 w 134485"/>
                <a:gd name="connsiteY0" fmla="*/ 49741 h 127032"/>
                <a:gd name="connsiteX1" fmla="*/ 105958 w 134485"/>
                <a:gd name="connsiteY1" fmla="*/ 17564 h 127032"/>
                <a:gd name="connsiteX2" fmla="*/ 132044 w 134485"/>
                <a:gd name="connsiteY2" fmla="*/ 6776 h 127032"/>
                <a:gd name="connsiteX3" fmla="*/ 132044 w 134485"/>
                <a:gd name="connsiteY3" fmla="*/ 81 h 127032"/>
                <a:gd name="connsiteX4" fmla="*/ 117062 w 134485"/>
                <a:gd name="connsiteY4" fmla="*/ 825 h 127032"/>
                <a:gd name="connsiteX5" fmla="*/ 92738 w 134485"/>
                <a:gd name="connsiteY5" fmla="*/ 81 h 127032"/>
                <a:gd name="connsiteX6" fmla="*/ 92738 w 134485"/>
                <a:gd name="connsiteY6" fmla="*/ 6776 h 127032"/>
                <a:gd name="connsiteX7" fmla="*/ 99260 w 134485"/>
                <a:gd name="connsiteY7" fmla="*/ 12170 h 127032"/>
                <a:gd name="connsiteX8" fmla="*/ 97674 w 134485"/>
                <a:gd name="connsiteY8" fmla="*/ 16448 h 127032"/>
                <a:gd name="connsiteX9" fmla="*/ 35102 w 134485"/>
                <a:gd name="connsiteY9" fmla="*/ 72990 h 127032"/>
                <a:gd name="connsiteX10" fmla="*/ 35102 w 134485"/>
                <a:gd name="connsiteY10" fmla="*/ 15146 h 127032"/>
                <a:gd name="connsiteX11" fmla="*/ 49026 w 134485"/>
                <a:gd name="connsiteY11" fmla="*/ 6776 h 127032"/>
                <a:gd name="connsiteX12" fmla="*/ 53256 w 134485"/>
                <a:gd name="connsiteY12" fmla="*/ 6776 h 127032"/>
                <a:gd name="connsiteX13" fmla="*/ 53256 w 134485"/>
                <a:gd name="connsiteY13" fmla="*/ 81 h 127032"/>
                <a:gd name="connsiteX14" fmla="*/ 26818 w 134485"/>
                <a:gd name="connsiteY14" fmla="*/ 825 h 127032"/>
                <a:gd name="connsiteX15" fmla="*/ 203 w 134485"/>
                <a:gd name="connsiteY15" fmla="*/ 81 h 127032"/>
                <a:gd name="connsiteX16" fmla="*/ 203 w 134485"/>
                <a:gd name="connsiteY16" fmla="*/ 6776 h 127032"/>
                <a:gd name="connsiteX17" fmla="*/ 4433 w 134485"/>
                <a:gd name="connsiteY17" fmla="*/ 6776 h 127032"/>
                <a:gd name="connsiteX18" fmla="*/ 18357 w 134485"/>
                <a:gd name="connsiteY18" fmla="*/ 15146 h 127032"/>
                <a:gd name="connsiteX19" fmla="*/ 18357 w 134485"/>
                <a:gd name="connsiteY19" fmla="*/ 112048 h 127032"/>
                <a:gd name="connsiteX20" fmla="*/ 4433 w 134485"/>
                <a:gd name="connsiteY20" fmla="*/ 120418 h 127032"/>
                <a:gd name="connsiteX21" fmla="*/ 203 w 134485"/>
                <a:gd name="connsiteY21" fmla="*/ 120418 h 127032"/>
                <a:gd name="connsiteX22" fmla="*/ 203 w 134485"/>
                <a:gd name="connsiteY22" fmla="*/ 127114 h 127032"/>
                <a:gd name="connsiteX23" fmla="*/ 26641 w 134485"/>
                <a:gd name="connsiteY23" fmla="*/ 126370 h 127032"/>
                <a:gd name="connsiteX24" fmla="*/ 53256 w 134485"/>
                <a:gd name="connsiteY24" fmla="*/ 127114 h 127032"/>
                <a:gd name="connsiteX25" fmla="*/ 53256 w 134485"/>
                <a:gd name="connsiteY25" fmla="*/ 120418 h 127032"/>
                <a:gd name="connsiteX26" fmla="*/ 49026 w 134485"/>
                <a:gd name="connsiteY26" fmla="*/ 120418 h 127032"/>
                <a:gd name="connsiteX27" fmla="*/ 35102 w 134485"/>
                <a:gd name="connsiteY27" fmla="*/ 112048 h 127032"/>
                <a:gd name="connsiteX28" fmla="*/ 35102 w 134485"/>
                <a:gd name="connsiteY28" fmla="*/ 81359 h 127032"/>
                <a:gd name="connsiteX29" fmla="*/ 58897 w 134485"/>
                <a:gd name="connsiteY29" fmla="*/ 59970 h 127032"/>
                <a:gd name="connsiteX30" fmla="*/ 94853 w 134485"/>
                <a:gd name="connsiteY30" fmla="*/ 109444 h 127032"/>
                <a:gd name="connsiteX31" fmla="*/ 97497 w 134485"/>
                <a:gd name="connsiteY31" fmla="*/ 115396 h 127032"/>
                <a:gd name="connsiteX32" fmla="*/ 88156 w 134485"/>
                <a:gd name="connsiteY32" fmla="*/ 120418 h 127032"/>
                <a:gd name="connsiteX33" fmla="*/ 88156 w 134485"/>
                <a:gd name="connsiteY33" fmla="*/ 127114 h 127032"/>
                <a:gd name="connsiteX34" fmla="*/ 114418 w 134485"/>
                <a:gd name="connsiteY34" fmla="*/ 126370 h 127032"/>
                <a:gd name="connsiteX35" fmla="*/ 134688 w 134485"/>
                <a:gd name="connsiteY35" fmla="*/ 127114 h 127032"/>
                <a:gd name="connsiteX36" fmla="*/ 134688 w 134485"/>
                <a:gd name="connsiteY36" fmla="*/ 120418 h 127032"/>
                <a:gd name="connsiteX37" fmla="*/ 114418 w 134485"/>
                <a:gd name="connsiteY37" fmla="*/ 110746 h 127032"/>
                <a:gd name="connsiteX38" fmla="*/ 70177 w 134485"/>
                <a:gd name="connsiteY38" fmla="*/ 49741 h 127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34485" h="127032">
                  <a:moveTo>
                    <a:pt x="70177" y="49741"/>
                  </a:moveTo>
                  <a:lnTo>
                    <a:pt x="105958" y="17564"/>
                  </a:lnTo>
                  <a:cubicBezTo>
                    <a:pt x="114594" y="9752"/>
                    <a:pt x="123584" y="6962"/>
                    <a:pt x="132044" y="6776"/>
                  </a:cubicBezTo>
                  <a:lnTo>
                    <a:pt x="132044" y="81"/>
                  </a:lnTo>
                  <a:cubicBezTo>
                    <a:pt x="127109" y="453"/>
                    <a:pt x="121997" y="825"/>
                    <a:pt x="117062" y="825"/>
                  </a:cubicBezTo>
                  <a:cubicBezTo>
                    <a:pt x="111069" y="825"/>
                    <a:pt x="93443" y="81"/>
                    <a:pt x="92738" y="81"/>
                  </a:cubicBezTo>
                  <a:lnTo>
                    <a:pt x="92738" y="6776"/>
                  </a:lnTo>
                  <a:cubicBezTo>
                    <a:pt x="95206" y="6776"/>
                    <a:pt x="99260" y="7706"/>
                    <a:pt x="99260" y="12170"/>
                  </a:cubicBezTo>
                  <a:cubicBezTo>
                    <a:pt x="99260" y="13472"/>
                    <a:pt x="98555" y="15518"/>
                    <a:pt x="97674" y="16448"/>
                  </a:cubicBezTo>
                  <a:lnTo>
                    <a:pt x="35102" y="72990"/>
                  </a:lnTo>
                  <a:lnTo>
                    <a:pt x="35102" y="15146"/>
                  </a:lnTo>
                  <a:cubicBezTo>
                    <a:pt x="35102" y="8822"/>
                    <a:pt x="35454" y="6776"/>
                    <a:pt x="49026" y="6776"/>
                  </a:cubicBezTo>
                  <a:lnTo>
                    <a:pt x="53256" y="6776"/>
                  </a:lnTo>
                  <a:lnTo>
                    <a:pt x="53256" y="81"/>
                  </a:lnTo>
                  <a:cubicBezTo>
                    <a:pt x="44443" y="453"/>
                    <a:pt x="33163" y="825"/>
                    <a:pt x="26818" y="825"/>
                  </a:cubicBezTo>
                  <a:cubicBezTo>
                    <a:pt x="20296" y="825"/>
                    <a:pt x="9015" y="453"/>
                    <a:pt x="203" y="81"/>
                  </a:cubicBezTo>
                  <a:lnTo>
                    <a:pt x="203" y="6776"/>
                  </a:lnTo>
                  <a:lnTo>
                    <a:pt x="4433" y="6776"/>
                  </a:lnTo>
                  <a:cubicBezTo>
                    <a:pt x="18005" y="6776"/>
                    <a:pt x="18357" y="8636"/>
                    <a:pt x="18357" y="15146"/>
                  </a:cubicBezTo>
                  <a:lnTo>
                    <a:pt x="18357" y="112048"/>
                  </a:lnTo>
                  <a:cubicBezTo>
                    <a:pt x="18357" y="118372"/>
                    <a:pt x="18005" y="120418"/>
                    <a:pt x="4433" y="120418"/>
                  </a:cubicBezTo>
                  <a:lnTo>
                    <a:pt x="203" y="120418"/>
                  </a:lnTo>
                  <a:lnTo>
                    <a:pt x="203" y="127114"/>
                  </a:lnTo>
                  <a:cubicBezTo>
                    <a:pt x="9015" y="126742"/>
                    <a:pt x="20296" y="126370"/>
                    <a:pt x="26641" y="126370"/>
                  </a:cubicBezTo>
                  <a:cubicBezTo>
                    <a:pt x="33163" y="126370"/>
                    <a:pt x="44443" y="126742"/>
                    <a:pt x="53256" y="127114"/>
                  </a:cubicBezTo>
                  <a:lnTo>
                    <a:pt x="53256" y="120418"/>
                  </a:lnTo>
                  <a:lnTo>
                    <a:pt x="49026" y="120418"/>
                  </a:lnTo>
                  <a:cubicBezTo>
                    <a:pt x="35454" y="120418"/>
                    <a:pt x="35102" y="118558"/>
                    <a:pt x="35102" y="112048"/>
                  </a:cubicBezTo>
                  <a:lnTo>
                    <a:pt x="35102" y="81359"/>
                  </a:lnTo>
                  <a:lnTo>
                    <a:pt x="58897" y="59970"/>
                  </a:lnTo>
                  <a:lnTo>
                    <a:pt x="94853" y="109444"/>
                  </a:lnTo>
                  <a:cubicBezTo>
                    <a:pt x="95911" y="110932"/>
                    <a:pt x="97497" y="112978"/>
                    <a:pt x="97497" y="115396"/>
                  </a:cubicBezTo>
                  <a:cubicBezTo>
                    <a:pt x="97497" y="120418"/>
                    <a:pt x="91328" y="120418"/>
                    <a:pt x="88156" y="120418"/>
                  </a:cubicBezTo>
                  <a:lnTo>
                    <a:pt x="88156" y="127114"/>
                  </a:lnTo>
                  <a:cubicBezTo>
                    <a:pt x="96969" y="126742"/>
                    <a:pt x="108249" y="126370"/>
                    <a:pt x="114418" y="126370"/>
                  </a:cubicBezTo>
                  <a:cubicBezTo>
                    <a:pt x="120587" y="126370"/>
                    <a:pt x="132220" y="126928"/>
                    <a:pt x="134688" y="127114"/>
                  </a:cubicBezTo>
                  <a:lnTo>
                    <a:pt x="134688" y="120418"/>
                  </a:lnTo>
                  <a:cubicBezTo>
                    <a:pt x="125170" y="120418"/>
                    <a:pt x="121116" y="120046"/>
                    <a:pt x="114418" y="110746"/>
                  </a:cubicBezTo>
                  <a:lnTo>
                    <a:pt x="70177" y="49741"/>
                  </a:ln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00737A12-CF54-498A-A43E-A6D6EA5E8AAD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2189071" y="7187130"/>
              <a:ext cx="61568" cy="280034"/>
            </a:xfrm>
            <a:custGeom>
              <a:avLst/>
              <a:gdLst>
                <a:gd name="connsiteX0" fmla="*/ 61777 w 61568"/>
                <a:gd name="connsiteY0" fmla="*/ 277314 h 280034"/>
                <a:gd name="connsiteX1" fmla="*/ 57266 w 61568"/>
                <a:gd name="connsiteY1" fmla="*/ 271153 h 280034"/>
                <a:gd name="connsiteX2" fmla="*/ 15601 w 61568"/>
                <a:gd name="connsiteY2" fmla="*/ 140097 h 280034"/>
                <a:gd name="connsiteX3" fmla="*/ 58327 w 61568"/>
                <a:gd name="connsiteY3" fmla="*/ 7640 h 280034"/>
                <a:gd name="connsiteX4" fmla="*/ 61777 w 61568"/>
                <a:gd name="connsiteY4" fmla="*/ 2879 h 280034"/>
                <a:gd name="connsiteX5" fmla="*/ 59123 w 61568"/>
                <a:gd name="connsiteY5" fmla="*/ 79 h 280034"/>
                <a:gd name="connsiteX6" fmla="*/ 16928 w 61568"/>
                <a:gd name="connsiteY6" fmla="*/ 54686 h 280034"/>
                <a:gd name="connsiteX7" fmla="*/ 209 w 61568"/>
                <a:gd name="connsiteY7" fmla="*/ 140097 h 280034"/>
                <a:gd name="connsiteX8" fmla="*/ 17724 w 61568"/>
                <a:gd name="connsiteY8" fmla="*/ 227467 h 280034"/>
                <a:gd name="connsiteX9" fmla="*/ 59123 w 61568"/>
                <a:gd name="connsiteY9" fmla="*/ 280114 h 280034"/>
                <a:gd name="connsiteX10" fmla="*/ 61777 w 61568"/>
                <a:gd name="connsiteY10" fmla="*/ 277314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568" h="280034">
                  <a:moveTo>
                    <a:pt x="61777" y="277314"/>
                  </a:moveTo>
                  <a:cubicBezTo>
                    <a:pt x="61777" y="276474"/>
                    <a:pt x="61777" y="275913"/>
                    <a:pt x="57266" y="271153"/>
                  </a:cubicBezTo>
                  <a:cubicBezTo>
                    <a:pt x="24093" y="235868"/>
                    <a:pt x="15601" y="182942"/>
                    <a:pt x="15601" y="140097"/>
                  </a:cubicBezTo>
                  <a:cubicBezTo>
                    <a:pt x="15601" y="91371"/>
                    <a:pt x="25686" y="42644"/>
                    <a:pt x="58327" y="7640"/>
                  </a:cubicBezTo>
                  <a:cubicBezTo>
                    <a:pt x="61777" y="4280"/>
                    <a:pt x="61777" y="3720"/>
                    <a:pt x="61777" y="2879"/>
                  </a:cubicBezTo>
                  <a:cubicBezTo>
                    <a:pt x="61777" y="919"/>
                    <a:pt x="60716" y="79"/>
                    <a:pt x="59123" y="79"/>
                  </a:cubicBezTo>
                  <a:cubicBezTo>
                    <a:pt x="56470" y="79"/>
                    <a:pt x="32585" y="19122"/>
                    <a:pt x="16928" y="54686"/>
                  </a:cubicBezTo>
                  <a:cubicBezTo>
                    <a:pt x="3394" y="85490"/>
                    <a:pt x="209" y="116574"/>
                    <a:pt x="209" y="140097"/>
                  </a:cubicBezTo>
                  <a:cubicBezTo>
                    <a:pt x="209" y="161939"/>
                    <a:pt x="3128" y="195823"/>
                    <a:pt x="17724" y="227467"/>
                  </a:cubicBezTo>
                  <a:cubicBezTo>
                    <a:pt x="33647" y="261912"/>
                    <a:pt x="56470" y="280114"/>
                    <a:pt x="59123" y="280114"/>
                  </a:cubicBezTo>
                  <a:cubicBezTo>
                    <a:pt x="60716" y="280114"/>
                    <a:pt x="61777" y="279274"/>
                    <a:pt x="61777" y="277314"/>
                  </a:cubicBez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00239014-FB84-4B35-A7C7-28461675F37F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2272106" y="7221855"/>
              <a:ext cx="81471" cy="178382"/>
            </a:xfrm>
            <a:custGeom>
              <a:avLst/>
              <a:gdLst>
                <a:gd name="connsiteX0" fmla="*/ 48778 w 81471"/>
                <a:gd name="connsiteY0" fmla="*/ 63367 h 178382"/>
                <a:gd name="connsiteX1" fmla="*/ 73723 w 81471"/>
                <a:gd name="connsiteY1" fmla="*/ 63367 h 178382"/>
                <a:gd name="connsiteX2" fmla="*/ 81685 w 81471"/>
                <a:gd name="connsiteY2" fmla="*/ 57766 h 178382"/>
                <a:gd name="connsiteX3" fmla="*/ 74254 w 81471"/>
                <a:gd name="connsiteY3" fmla="*/ 54686 h 178382"/>
                <a:gd name="connsiteX4" fmla="*/ 50901 w 81471"/>
                <a:gd name="connsiteY4" fmla="*/ 54686 h 178382"/>
                <a:gd name="connsiteX5" fmla="*/ 61781 w 81471"/>
                <a:gd name="connsiteY5" fmla="*/ 7640 h 178382"/>
                <a:gd name="connsiteX6" fmla="*/ 54085 w 81471"/>
                <a:gd name="connsiteY6" fmla="*/ 79 h 178382"/>
                <a:gd name="connsiteX7" fmla="*/ 43470 w 81471"/>
                <a:gd name="connsiteY7" fmla="*/ 10160 h 178382"/>
                <a:gd name="connsiteX8" fmla="*/ 33120 w 81471"/>
                <a:gd name="connsiteY8" fmla="*/ 54686 h 178382"/>
                <a:gd name="connsiteX9" fmla="*/ 8175 w 81471"/>
                <a:gd name="connsiteY9" fmla="*/ 54686 h 178382"/>
                <a:gd name="connsiteX10" fmla="*/ 213 w 81471"/>
                <a:gd name="connsiteY10" fmla="*/ 60007 h 178382"/>
                <a:gd name="connsiteX11" fmla="*/ 7644 w 81471"/>
                <a:gd name="connsiteY11" fmla="*/ 63367 h 178382"/>
                <a:gd name="connsiteX12" fmla="*/ 30997 w 81471"/>
                <a:gd name="connsiteY12" fmla="*/ 63367 h 178382"/>
                <a:gd name="connsiteX13" fmla="*/ 10828 w 81471"/>
                <a:gd name="connsiteY13" fmla="*/ 152698 h 178382"/>
                <a:gd name="connsiteX14" fmla="*/ 35243 w 81471"/>
                <a:gd name="connsiteY14" fmla="*/ 178461 h 178382"/>
                <a:gd name="connsiteX15" fmla="*/ 77439 w 81471"/>
                <a:gd name="connsiteY15" fmla="*/ 135336 h 178382"/>
                <a:gd name="connsiteX16" fmla="*/ 74254 w 81471"/>
                <a:gd name="connsiteY16" fmla="*/ 132536 h 178382"/>
                <a:gd name="connsiteX17" fmla="*/ 70273 w 81471"/>
                <a:gd name="connsiteY17" fmla="*/ 136456 h 178382"/>
                <a:gd name="connsiteX18" fmla="*/ 35774 w 81471"/>
                <a:gd name="connsiteY18" fmla="*/ 172301 h 178382"/>
                <a:gd name="connsiteX19" fmla="*/ 27547 w 81471"/>
                <a:gd name="connsiteY19" fmla="*/ 159419 h 178382"/>
                <a:gd name="connsiteX20" fmla="*/ 29140 w 81471"/>
                <a:gd name="connsiteY20" fmla="*/ 145977 h 178382"/>
                <a:gd name="connsiteX21" fmla="*/ 48778 w 81471"/>
                <a:gd name="connsiteY21" fmla="*/ 63367 h 17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1471" h="178382">
                  <a:moveTo>
                    <a:pt x="48778" y="63367"/>
                  </a:moveTo>
                  <a:lnTo>
                    <a:pt x="73723" y="63367"/>
                  </a:lnTo>
                  <a:cubicBezTo>
                    <a:pt x="79031" y="63367"/>
                    <a:pt x="81685" y="63367"/>
                    <a:pt x="81685" y="57766"/>
                  </a:cubicBezTo>
                  <a:cubicBezTo>
                    <a:pt x="81685" y="54686"/>
                    <a:pt x="79031" y="54686"/>
                    <a:pt x="74254" y="54686"/>
                  </a:cubicBezTo>
                  <a:lnTo>
                    <a:pt x="50901" y="54686"/>
                  </a:lnTo>
                  <a:cubicBezTo>
                    <a:pt x="60454" y="14921"/>
                    <a:pt x="61781" y="9320"/>
                    <a:pt x="61781" y="7640"/>
                  </a:cubicBezTo>
                  <a:cubicBezTo>
                    <a:pt x="61781" y="2879"/>
                    <a:pt x="58597" y="79"/>
                    <a:pt x="54085" y="79"/>
                  </a:cubicBezTo>
                  <a:cubicBezTo>
                    <a:pt x="53289" y="79"/>
                    <a:pt x="45858" y="359"/>
                    <a:pt x="43470" y="10160"/>
                  </a:cubicBezTo>
                  <a:lnTo>
                    <a:pt x="33120" y="54686"/>
                  </a:lnTo>
                  <a:lnTo>
                    <a:pt x="8175" y="54686"/>
                  </a:lnTo>
                  <a:cubicBezTo>
                    <a:pt x="2867" y="54686"/>
                    <a:pt x="213" y="54686"/>
                    <a:pt x="213" y="60007"/>
                  </a:cubicBezTo>
                  <a:cubicBezTo>
                    <a:pt x="213" y="63367"/>
                    <a:pt x="2336" y="63367"/>
                    <a:pt x="7644" y="63367"/>
                  </a:cubicBezTo>
                  <a:lnTo>
                    <a:pt x="30997" y="63367"/>
                  </a:lnTo>
                  <a:cubicBezTo>
                    <a:pt x="11890" y="142897"/>
                    <a:pt x="10828" y="147657"/>
                    <a:pt x="10828" y="152698"/>
                  </a:cubicBezTo>
                  <a:cubicBezTo>
                    <a:pt x="10828" y="167820"/>
                    <a:pt x="20913" y="178461"/>
                    <a:pt x="35243" y="178461"/>
                  </a:cubicBezTo>
                  <a:cubicBezTo>
                    <a:pt x="62312" y="178461"/>
                    <a:pt x="77439" y="137576"/>
                    <a:pt x="77439" y="135336"/>
                  </a:cubicBezTo>
                  <a:cubicBezTo>
                    <a:pt x="77439" y="132536"/>
                    <a:pt x="75316" y="132536"/>
                    <a:pt x="74254" y="132536"/>
                  </a:cubicBezTo>
                  <a:cubicBezTo>
                    <a:pt x="71866" y="132536"/>
                    <a:pt x="71600" y="133376"/>
                    <a:pt x="70273" y="136456"/>
                  </a:cubicBezTo>
                  <a:cubicBezTo>
                    <a:pt x="58862" y="165580"/>
                    <a:pt x="44797" y="172301"/>
                    <a:pt x="35774" y="172301"/>
                  </a:cubicBezTo>
                  <a:cubicBezTo>
                    <a:pt x="30201" y="172301"/>
                    <a:pt x="27547" y="168660"/>
                    <a:pt x="27547" y="159419"/>
                  </a:cubicBezTo>
                  <a:cubicBezTo>
                    <a:pt x="27547" y="152698"/>
                    <a:pt x="28078" y="150738"/>
                    <a:pt x="29140" y="145977"/>
                  </a:cubicBezTo>
                  <a:lnTo>
                    <a:pt x="48778" y="63367"/>
                  </a:ln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C5470B6E-9735-4BA2-9B87-8D45D2376A18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12376961" y="7187130"/>
              <a:ext cx="61568" cy="280034"/>
            </a:xfrm>
            <a:custGeom>
              <a:avLst/>
              <a:gdLst>
                <a:gd name="connsiteX0" fmla="*/ 61785 w 61568"/>
                <a:gd name="connsiteY0" fmla="*/ 140097 h 280034"/>
                <a:gd name="connsiteX1" fmla="*/ 44270 w 61568"/>
                <a:gd name="connsiteY1" fmla="*/ 52726 h 280034"/>
                <a:gd name="connsiteX2" fmla="*/ 2871 w 61568"/>
                <a:gd name="connsiteY2" fmla="*/ 79 h 280034"/>
                <a:gd name="connsiteX3" fmla="*/ 217 w 61568"/>
                <a:gd name="connsiteY3" fmla="*/ 2879 h 280034"/>
                <a:gd name="connsiteX4" fmla="*/ 5259 w 61568"/>
                <a:gd name="connsiteY4" fmla="*/ 9320 h 280034"/>
                <a:gd name="connsiteX5" fmla="*/ 46393 w 61568"/>
                <a:gd name="connsiteY5" fmla="*/ 140097 h 280034"/>
                <a:gd name="connsiteX6" fmla="*/ 3667 w 61568"/>
                <a:gd name="connsiteY6" fmla="*/ 272553 h 280034"/>
                <a:gd name="connsiteX7" fmla="*/ 217 w 61568"/>
                <a:gd name="connsiteY7" fmla="*/ 277314 h 280034"/>
                <a:gd name="connsiteX8" fmla="*/ 2871 w 61568"/>
                <a:gd name="connsiteY8" fmla="*/ 280114 h 280034"/>
                <a:gd name="connsiteX9" fmla="*/ 45066 w 61568"/>
                <a:gd name="connsiteY9" fmla="*/ 225507 h 280034"/>
                <a:gd name="connsiteX10" fmla="*/ 61785 w 61568"/>
                <a:gd name="connsiteY10" fmla="*/ 140097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568" h="280034">
                  <a:moveTo>
                    <a:pt x="61785" y="140097"/>
                  </a:moveTo>
                  <a:cubicBezTo>
                    <a:pt x="61785" y="118254"/>
                    <a:pt x="58866" y="84370"/>
                    <a:pt x="44270" y="52726"/>
                  </a:cubicBezTo>
                  <a:cubicBezTo>
                    <a:pt x="28347" y="18281"/>
                    <a:pt x="5525" y="79"/>
                    <a:pt x="2871" y="79"/>
                  </a:cubicBezTo>
                  <a:cubicBezTo>
                    <a:pt x="1278" y="79"/>
                    <a:pt x="217" y="1199"/>
                    <a:pt x="217" y="2879"/>
                  </a:cubicBezTo>
                  <a:cubicBezTo>
                    <a:pt x="217" y="3720"/>
                    <a:pt x="217" y="4280"/>
                    <a:pt x="5259" y="9320"/>
                  </a:cubicBezTo>
                  <a:cubicBezTo>
                    <a:pt x="31266" y="37044"/>
                    <a:pt x="46393" y="81569"/>
                    <a:pt x="46393" y="140097"/>
                  </a:cubicBezTo>
                  <a:cubicBezTo>
                    <a:pt x="46393" y="187983"/>
                    <a:pt x="36574" y="237269"/>
                    <a:pt x="3667" y="272553"/>
                  </a:cubicBezTo>
                  <a:cubicBezTo>
                    <a:pt x="217" y="275913"/>
                    <a:pt x="217" y="276474"/>
                    <a:pt x="217" y="277314"/>
                  </a:cubicBezTo>
                  <a:cubicBezTo>
                    <a:pt x="217" y="278994"/>
                    <a:pt x="1278" y="280114"/>
                    <a:pt x="2871" y="280114"/>
                  </a:cubicBezTo>
                  <a:cubicBezTo>
                    <a:pt x="5525" y="280114"/>
                    <a:pt x="29409" y="261072"/>
                    <a:pt x="45066" y="225507"/>
                  </a:cubicBezTo>
                  <a:cubicBezTo>
                    <a:pt x="58600" y="194703"/>
                    <a:pt x="61785" y="163619"/>
                    <a:pt x="61785" y="140097"/>
                  </a:cubicBez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3C6B3389-C097-4154-A1EF-6CDCA1790474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12553614" y="7294384"/>
              <a:ext cx="176477" cy="65528"/>
            </a:xfrm>
            <a:custGeom>
              <a:avLst/>
              <a:gdLst>
                <a:gd name="connsiteX0" fmla="*/ 167678 w 176477"/>
                <a:gd name="connsiteY0" fmla="*/ 11281 h 65528"/>
                <a:gd name="connsiteX1" fmla="*/ 176701 w 176477"/>
                <a:gd name="connsiteY1" fmla="*/ 5680 h 65528"/>
                <a:gd name="connsiteX2" fmla="*/ 167944 w 176477"/>
                <a:gd name="connsiteY2" fmla="*/ 79 h 65528"/>
                <a:gd name="connsiteX3" fmla="*/ 8981 w 176477"/>
                <a:gd name="connsiteY3" fmla="*/ 79 h 65528"/>
                <a:gd name="connsiteX4" fmla="*/ 224 w 176477"/>
                <a:gd name="connsiteY4" fmla="*/ 5680 h 65528"/>
                <a:gd name="connsiteX5" fmla="*/ 9247 w 176477"/>
                <a:gd name="connsiteY5" fmla="*/ 11281 h 65528"/>
                <a:gd name="connsiteX6" fmla="*/ 167678 w 176477"/>
                <a:gd name="connsiteY6" fmla="*/ 11281 h 65528"/>
                <a:gd name="connsiteX7" fmla="*/ 167944 w 176477"/>
                <a:gd name="connsiteY7" fmla="*/ 65607 h 65528"/>
                <a:gd name="connsiteX8" fmla="*/ 176701 w 176477"/>
                <a:gd name="connsiteY8" fmla="*/ 60007 h 65528"/>
                <a:gd name="connsiteX9" fmla="*/ 167678 w 176477"/>
                <a:gd name="connsiteY9" fmla="*/ 54406 h 65528"/>
                <a:gd name="connsiteX10" fmla="*/ 9247 w 176477"/>
                <a:gd name="connsiteY10" fmla="*/ 54406 h 65528"/>
                <a:gd name="connsiteX11" fmla="*/ 224 w 176477"/>
                <a:gd name="connsiteY11" fmla="*/ 60007 h 65528"/>
                <a:gd name="connsiteX12" fmla="*/ 8981 w 176477"/>
                <a:gd name="connsiteY12" fmla="*/ 65607 h 65528"/>
                <a:gd name="connsiteX13" fmla="*/ 167944 w 176477"/>
                <a:gd name="connsiteY13" fmla="*/ 65607 h 65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6477" h="65528">
                  <a:moveTo>
                    <a:pt x="167678" y="11281"/>
                  </a:moveTo>
                  <a:cubicBezTo>
                    <a:pt x="171659" y="11281"/>
                    <a:pt x="176701" y="11281"/>
                    <a:pt x="176701" y="5680"/>
                  </a:cubicBezTo>
                  <a:cubicBezTo>
                    <a:pt x="176701" y="79"/>
                    <a:pt x="171659" y="79"/>
                    <a:pt x="167944" y="79"/>
                  </a:cubicBezTo>
                  <a:lnTo>
                    <a:pt x="8981" y="79"/>
                  </a:lnTo>
                  <a:cubicBezTo>
                    <a:pt x="5266" y="79"/>
                    <a:pt x="224" y="79"/>
                    <a:pt x="224" y="5680"/>
                  </a:cubicBezTo>
                  <a:cubicBezTo>
                    <a:pt x="224" y="11281"/>
                    <a:pt x="5266" y="11281"/>
                    <a:pt x="9247" y="11281"/>
                  </a:cubicBezTo>
                  <a:lnTo>
                    <a:pt x="167678" y="11281"/>
                  </a:lnTo>
                  <a:close/>
                  <a:moveTo>
                    <a:pt x="167944" y="65607"/>
                  </a:moveTo>
                  <a:cubicBezTo>
                    <a:pt x="171659" y="65607"/>
                    <a:pt x="176701" y="65607"/>
                    <a:pt x="176701" y="60007"/>
                  </a:cubicBezTo>
                  <a:cubicBezTo>
                    <a:pt x="176701" y="54406"/>
                    <a:pt x="171659" y="54406"/>
                    <a:pt x="167678" y="54406"/>
                  </a:cubicBezTo>
                  <a:lnTo>
                    <a:pt x="9247" y="54406"/>
                  </a:lnTo>
                  <a:cubicBezTo>
                    <a:pt x="5266" y="54406"/>
                    <a:pt x="224" y="54406"/>
                    <a:pt x="224" y="60007"/>
                  </a:cubicBezTo>
                  <a:cubicBezTo>
                    <a:pt x="224" y="65607"/>
                    <a:pt x="5266" y="65607"/>
                    <a:pt x="8981" y="65607"/>
                  </a:cubicBezTo>
                  <a:lnTo>
                    <a:pt x="167944" y="65607"/>
                  </a:ln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2865B4E9-FECE-45BB-B6B1-5E84CF6B37E5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12832675" y="7273381"/>
              <a:ext cx="97659" cy="126855"/>
            </a:xfrm>
            <a:custGeom>
              <a:avLst/>
              <a:gdLst>
                <a:gd name="connsiteX0" fmla="*/ 90199 w 97659"/>
                <a:gd name="connsiteY0" fmla="*/ 19122 h 126855"/>
                <a:gd name="connsiteX1" fmla="*/ 77460 w 97659"/>
                <a:gd name="connsiteY1" fmla="*/ 31723 h 126855"/>
                <a:gd name="connsiteX2" fmla="*/ 85687 w 97659"/>
                <a:gd name="connsiteY2" fmla="*/ 39844 h 126855"/>
                <a:gd name="connsiteX3" fmla="*/ 97895 w 97659"/>
                <a:gd name="connsiteY3" fmla="*/ 24162 h 126855"/>
                <a:gd name="connsiteX4" fmla="*/ 66315 w 97659"/>
                <a:gd name="connsiteY4" fmla="*/ 79 h 126855"/>
                <a:gd name="connsiteX5" fmla="*/ 21465 w 97659"/>
                <a:gd name="connsiteY5" fmla="*/ 40964 h 126855"/>
                <a:gd name="connsiteX6" fmla="*/ 48799 w 97659"/>
                <a:gd name="connsiteY6" fmla="*/ 68688 h 126855"/>
                <a:gd name="connsiteX7" fmla="*/ 76399 w 97659"/>
                <a:gd name="connsiteY7" fmla="*/ 89970 h 126855"/>
                <a:gd name="connsiteX8" fmla="*/ 38450 w 97659"/>
                <a:gd name="connsiteY8" fmla="*/ 120774 h 126855"/>
                <a:gd name="connsiteX9" fmla="*/ 8196 w 97659"/>
                <a:gd name="connsiteY9" fmla="*/ 105932 h 126855"/>
                <a:gd name="connsiteX10" fmla="*/ 24915 w 97659"/>
                <a:gd name="connsiteY10" fmla="*/ 91090 h 126855"/>
                <a:gd name="connsiteX11" fmla="*/ 15096 w 97659"/>
                <a:gd name="connsiteY11" fmla="*/ 81289 h 126855"/>
                <a:gd name="connsiteX12" fmla="*/ 235 w 97659"/>
                <a:gd name="connsiteY12" fmla="*/ 99772 h 126855"/>
                <a:gd name="connsiteX13" fmla="*/ 38184 w 97659"/>
                <a:gd name="connsiteY13" fmla="*/ 126935 h 126855"/>
                <a:gd name="connsiteX14" fmla="*/ 91526 w 97659"/>
                <a:gd name="connsiteY14" fmla="*/ 80449 h 126855"/>
                <a:gd name="connsiteX15" fmla="*/ 83299 w 97659"/>
                <a:gd name="connsiteY15" fmla="*/ 60007 h 126855"/>
                <a:gd name="connsiteX16" fmla="*/ 56761 w 97659"/>
                <a:gd name="connsiteY16" fmla="*/ 48245 h 126855"/>
                <a:gd name="connsiteX17" fmla="*/ 36592 w 97659"/>
                <a:gd name="connsiteY17" fmla="*/ 31443 h 126855"/>
                <a:gd name="connsiteX18" fmla="*/ 66315 w 97659"/>
                <a:gd name="connsiteY18" fmla="*/ 6240 h 126855"/>
                <a:gd name="connsiteX19" fmla="*/ 90199 w 97659"/>
                <a:gd name="connsiteY19" fmla="*/ 19122 h 126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7659" h="126855">
                  <a:moveTo>
                    <a:pt x="90199" y="19122"/>
                  </a:moveTo>
                  <a:cubicBezTo>
                    <a:pt x="82768" y="19402"/>
                    <a:pt x="77460" y="25562"/>
                    <a:pt x="77460" y="31723"/>
                  </a:cubicBezTo>
                  <a:cubicBezTo>
                    <a:pt x="77460" y="35644"/>
                    <a:pt x="79849" y="39844"/>
                    <a:pt x="85687" y="39844"/>
                  </a:cubicBezTo>
                  <a:cubicBezTo>
                    <a:pt x="91526" y="39844"/>
                    <a:pt x="97895" y="35083"/>
                    <a:pt x="97895" y="24162"/>
                  </a:cubicBezTo>
                  <a:cubicBezTo>
                    <a:pt x="97895" y="11561"/>
                    <a:pt x="86483" y="79"/>
                    <a:pt x="66315" y="79"/>
                  </a:cubicBezTo>
                  <a:cubicBezTo>
                    <a:pt x="31284" y="79"/>
                    <a:pt x="21465" y="28643"/>
                    <a:pt x="21465" y="40964"/>
                  </a:cubicBezTo>
                  <a:cubicBezTo>
                    <a:pt x="21465" y="62807"/>
                    <a:pt x="41103" y="67007"/>
                    <a:pt x="48799" y="68688"/>
                  </a:cubicBezTo>
                  <a:cubicBezTo>
                    <a:pt x="62599" y="71488"/>
                    <a:pt x="76399" y="74568"/>
                    <a:pt x="76399" y="89970"/>
                  </a:cubicBezTo>
                  <a:cubicBezTo>
                    <a:pt x="76399" y="97251"/>
                    <a:pt x="70295" y="120774"/>
                    <a:pt x="38450" y="120774"/>
                  </a:cubicBezTo>
                  <a:cubicBezTo>
                    <a:pt x="34734" y="120774"/>
                    <a:pt x="14300" y="120774"/>
                    <a:pt x="8196" y="105932"/>
                  </a:cubicBezTo>
                  <a:cubicBezTo>
                    <a:pt x="18281" y="107332"/>
                    <a:pt x="24915" y="98931"/>
                    <a:pt x="24915" y="91090"/>
                  </a:cubicBezTo>
                  <a:cubicBezTo>
                    <a:pt x="24915" y="84650"/>
                    <a:pt x="20669" y="81289"/>
                    <a:pt x="15096" y="81289"/>
                  </a:cubicBezTo>
                  <a:cubicBezTo>
                    <a:pt x="8196" y="81289"/>
                    <a:pt x="235" y="87170"/>
                    <a:pt x="235" y="99772"/>
                  </a:cubicBezTo>
                  <a:cubicBezTo>
                    <a:pt x="235" y="115734"/>
                    <a:pt x="15362" y="126935"/>
                    <a:pt x="38184" y="126935"/>
                  </a:cubicBezTo>
                  <a:cubicBezTo>
                    <a:pt x="81176" y="126935"/>
                    <a:pt x="91526" y="93051"/>
                    <a:pt x="91526" y="80449"/>
                  </a:cubicBezTo>
                  <a:cubicBezTo>
                    <a:pt x="91526" y="70368"/>
                    <a:pt x="86483" y="63367"/>
                    <a:pt x="83299" y="60007"/>
                  </a:cubicBezTo>
                  <a:cubicBezTo>
                    <a:pt x="76134" y="52166"/>
                    <a:pt x="68438" y="50765"/>
                    <a:pt x="56761" y="48245"/>
                  </a:cubicBezTo>
                  <a:cubicBezTo>
                    <a:pt x="47207" y="46005"/>
                    <a:pt x="36592" y="44045"/>
                    <a:pt x="36592" y="31443"/>
                  </a:cubicBezTo>
                  <a:cubicBezTo>
                    <a:pt x="36592" y="23322"/>
                    <a:pt x="42961" y="6240"/>
                    <a:pt x="66315" y="6240"/>
                  </a:cubicBezTo>
                  <a:cubicBezTo>
                    <a:pt x="72949" y="6240"/>
                    <a:pt x="86218" y="8200"/>
                    <a:pt x="90199" y="19122"/>
                  </a:cubicBez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8D289CC7-801B-488D-A735-CDA917CE7509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2969544" y="7187130"/>
              <a:ext cx="61568" cy="280034"/>
            </a:xfrm>
            <a:custGeom>
              <a:avLst/>
              <a:gdLst>
                <a:gd name="connsiteX0" fmla="*/ 61808 w 61568"/>
                <a:gd name="connsiteY0" fmla="*/ 277314 h 280034"/>
                <a:gd name="connsiteX1" fmla="*/ 57297 w 61568"/>
                <a:gd name="connsiteY1" fmla="*/ 271153 h 280034"/>
                <a:gd name="connsiteX2" fmla="*/ 15632 w 61568"/>
                <a:gd name="connsiteY2" fmla="*/ 140097 h 280034"/>
                <a:gd name="connsiteX3" fmla="*/ 58358 w 61568"/>
                <a:gd name="connsiteY3" fmla="*/ 7640 h 280034"/>
                <a:gd name="connsiteX4" fmla="*/ 61808 w 61568"/>
                <a:gd name="connsiteY4" fmla="*/ 2879 h 280034"/>
                <a:gd name="connsiteX5" fmla="*/ 59154 w 61568"/>
                <a:gd name="connsiteY5" fmla="*/ 79 h 280034"/>
                <a:gd name="connsiteX6" fmla="*/ 16959 w 61568"/>
                <a:gd name="connsiteY6" fmla="*/ 54686 h 280034"/>
                <a:gd name="connsiteX7" fmla="*/ 240 w 61568"/>
                <a:gd name="connsiteY7" fmla="*/ 140097 h 280034"/>
                <a:gd name="connsiteX8" fmla="*/ 17755 w 61568"/>
                <a:gd name="connsiteY8" fmla="*/ 227467 h 280034"/>
                <a:gd name="connsiteX9" fmla="*/ 59154 w 61568"/>
                <a:gd name="connsiteY9" fmla="*/ 280114 h 280034"/>
                <a:gd name="connsiteX10" fmla="*/ 61808 w 61568"/>
                <a:gd name="connsiteY10" fmla="*/ 277314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568" h="280034">
                  <a:moveTo>
                    <a:pt x="61808" y="277314"/>
                  </a:moveTo>
                  <a:cubicBezTo>
                    <a:pt x="61808" y="276474"/>
                    <a:pt x="61808" y="275913"/>
                    <a:pt x="57297" y="271153"/>
                  </a:cubicBezTo>
                  <a:cubicBezTo>
                    <a:pt x="24124" y="235868"/>
                    <a:pt x="15632" y="182942"/>
                    <a:pt x="15632" y="140097"/>
                  </a:cubicBezTo>
                  <a:cubicBezTo>
                    <a:pt x="15632" y="91371"/>
                    <a:pt x="25716" y="42644"/>
                    <a:pt x="58358" y="7640"/>
                  </a:cubicBezTo>
                  <a:cubicBezTo>
                    <a:pt x="61808" y="4280"/>
                    <a:pt x="61808" y="3720"/>
                    <a:pt x="61808" y="2879"/>
                  </a:cubicBezTo>
                  <a:cubicBezTo>
                    <a:pt x="61808" y="919"/>
                    <a:pt x="60747" y="79"/>
                    <a:pt x="59154" y="79"/>
                  </a:cubicBezTo>
                  <a:cubicBezTo>
                    <a:pt x="56500" y="79"/>
                    <a:pt x="32616" y="19122"/>
                    <a:pt x="16959" y="54686"/>
                  </a:cubicBezTo>
                  <a:cubicBezTo>
                    <a:pt x="3425" y="85490"/>
                    <a:pt x="240" y="116574"/>
                    <a:pt x="240" y="140097"/>
                  </a:cubicBezTo>
                  <a:cubicBezTo>
                    <a:pt x="240" y="161939"/>
                    <a:pt x="3159" y="195823"/>
                    <a:pt x="17755" y="227467"/>
                  </a:cubicBezTo>
                  <a:cubicBezTo>
                    <a:pt x="33678" y="261912"/>
                    <a:pt x="56500" y="280114"/>
                    <a:pt x="59154" y="280114"/>
                  </a:cubicBezTo>
                  <a:cubicBezTo>
                    <a:pt x="60747" y="280114"/>
                    <a:pt x="61808" y="279274"/>
                    <a:pt x="61808" y="277314"/>
                  </a:cubicBez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01E0EA56-528B-49C4-A656-46020294EB94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3052579" y="7221855"/>
              <a:ext cx="81471" cy="178382"/>
            </a:xfrm>
            <a:custGeom>
              <a:avLst/>
              <a:gdLst>
                <a:gd name="connsiteX0" fmla="*/ 48808 w 81471"/>
                <a:gd name="connsiteY0" fmla="*/ 63367 h 178382"/>
                <a:gd name="connsiteX1" fmla="*/ 73754 w 81471"/>
                <a:gd name="connsiteY1" fmla="*/ 63367 h 178382"/>
                <a:gd name="connsiteX2" fmla="*/ 81716 w 81471"/>
                <a:gd name="connsiteY2" fmla="*/ 57766 h 178382"/>
                <a:gd name="connsiteX3" fmla="*/ 74285 w 81471"/>
                <a:gd name="connsiteY3" fmla="*/ 54686 h 178382"/>
                <a:gd name="connsiteX4" fmla="*/ 50932 w 81471"/>
                <a:gd name="connsiteY4" fmla="*/ 54686 h 178382"/>
                <a:gd name="connsiteX5" fmla="*/ 61812 w 81471"/>
                <a:gd name="connsiteY5" fmla="*/ 7640 h 178382"/>
                <a:gd name="connsiteX6" fmla="*/ 54116 w 81471"/>
                <a:gd name="connsiteY6" fmla="*/ 79 h 178382"/>
                <a:gd name="connsiteX7" fmla="*/ 43501 w 81471"/>
                <a:gd name="connsiteY7" fmla="*/ 10160 h 178382"/>
                <a:gd name="connsiteX8" fmla="*/ 33151 w 81471"/>
                <a:gd name="connsiteY8" fmla="*/ 54686 h 178382"/>
                <a:gd name="connsiteX9" fmla="*/ 8205 w 81471"/>
                <a:gd name="connsiteY9" fmla="*/ 54686 h 178382"/>
                <a:gd name="connsiteX10" fmla="*/ 244 w 81471"/>
                <a:gd name="connsiteY10" fmla="*/ 60007 h 178382"/>
                <a:gd name="connsiteX11" fmla="*/ 7675 w 81471"/>
                <a:gd name="connsiteY11" fmla="*/ 63367 h 178382"/>
                <a:gd name="connsiteX12" fmla="*/ 31028 w 81471"/>
                <a:gd name="connsiteY12" fmla="*/ 63367 h 178382"/>
                <a:gd name="connsiteX13" fmla="*/ 10859 w 81471"/>
                <a:gd name="connsiteY13" fmla="*/ 152698 h 178382"/>
                <a:gd name="connsiteX14" fmla="*/ 35274 w 81471"/>
                <a:gd name="connsiteY14" fmla="*/ 178461 h 178382"/>
                <a:gd name="connsiteX15" fmla="*/ 77469 w 81471"/>
                <a:gd name="connsiteY15" fmla="*/ 135336 h 178382"/>
                <a:gd name="connsiteX16" fmla="*/ 74285 w 81471"/>
                <a:gd name="connsiteY16" fmla="*/ 132536 h 178382"/>
                <a:gd name="connsiteX17" fmla="*/ 70304 w 81471"/>
                <a:gd name="connsiteY17" fmla="*/ 136456 h 178382"/>
                <a:gd name="connsiteX18" fmla="*/ 35805 w 81471"/>
                <a:gd name="connsiteY18" fmla="*/ 172301 h 178382"/>
                <a:gd name="connsiteX19" fmla="*/ 27578 w 81471"/>
                <a:gd name="connsiteY19" fmla="*/ 159419 h 178382"/>
                <a:gd name="connsiteX20" fmla="*/ 29170 w 81471"/>
                <a:gd name="connsiteY20" fmla="*/ 145977 h 178382"/>
                <a:gd name="connsiteX21" fmla="*/ 48808 w 81471"/>
                <a:gd name="connsiteY21" fmla="*/ 63367 h 17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1471" h="178382">
                  <a:moveTo>
                    <a:pt x="48808" y="63367"/>
                  </a:moveTo>
                  <a:lnTo>
                    <a:pt x="73754" y="63367"/>
                  </a:lnTo>
                  <a:cubicBezTo>
                    <a:pt x="79062" y="63367"/>
                    <a:pt x="81716" y="63367"/>
                    <a:pt x="81716" y="57766"/>
                  </a:cubicBezTo>
                  <a:cubicBezTo>
                    <a:pt x="81716" y="54686"/>
                    <a:pt x="79062" y="54686"/>
                    <a:pt x="74285" y="54686"/>
                  </a:cubicBezTo>
                  <a:lnTo>
                    <a:pt x="50932" y="54686"/>
                  </a:lnTo>
                  <a:cubicBezTo>
                    <a:pt x="60485" y="14921"/>
                    <a:pt x="61812" y="9320"/>
                    <a:pt x="61812" y="7640"/>
                  </a:cubicBezTo>
                  <a:cubicBezTo>
                    <a:pt x="61812" y="2879"/>
                    <a:pt x="58628" y="79"/>
                    <a:pt x="54116" y="79"/>
                  </a:cubicBezTo>
                  <a:cubicBezTo>
                    <a:pt x="53320" y="79"/>
                    <a:pt x="45889" y="359"/>
                    <a:pt x="43501" y="10160"/>
                  </a:cubicBezTo>
                  <a:lnTo>
                    <a:pt x="33151" y="54686"/>
                  </a:lnTo>
                  <a:lnTo>
                    <a:pt x="8205" y="54686"/>
                  </a:lnTo>
                  <a:cubicBezTo>
                    <a:pt x="2898" y="54686"/>
                    <a:pt x="244" y="54686"/>
                    <a:pt x="244" y="60007"/>
                  </a:cubicBezTo>
                  <a:cubicBezTo>
                    <a:pt x="244" y="63367"/>
                    <a:pt x="2367" y="63367"/>
                    <a:pt x="7675" y="63367"/>
                  </a:cubicBezTo>
                  <a:lnTo>
                    <a:pt x="31028" y="63367"/>
                  </a:lnTo>
                  <a:cubicBezTo>
                    <a:pt x="11921" y="142897"/>
                    <a:pt x="10859" y="147657"/>
                    <a:pt x="10859" y="152698"/>
                  </a:cubicBezTo>
                  <a:cubicBezTo>
                    <a:pt x="10859" y="167820"/>
                    <a:pt x="20944" y="178461"/>
                    <a:pt x="35274" y="178461"/>
                  </a:cubicBezTo>
                  <a:cubicBezTo>
                    <a:pt x="62343" y="178461"/>
                    <a:pt x="77469" y="137576"/>
                    <a:pt x="77469" y="135336"/>
                  </a:cubicBezTo>
                  <a:cubicBezTo>
                    <a:pt x="77469" y="132536"/>
                    <a:pt x="75346" y="132536"/>
                    <a:pt x="74285" y="132536"/>
                  </a:cubicBezTo>
                  <a:cubicBezTo>
                    <a:pt x="71897" y="132536"/>
                    <a:pt x="71631" y="133376"/>
                    <a:pt x="70304" y="136456"/>
                  </a:cubicBezTo>
                  <a:cubicBezTo>
                    <a:pt x="58893" y="165580"/>
                    <a:pt x="44828" y="172301"/>
                    <a:pt x="35805" y="172301"/>
                  </a:cubicBezTo>
                  <a:cubicBezTo>
                    <a:pt x="30232" y="172301"/>
                    <a:pt x="27578" y="168660"/>
                    <a:pt x="27578" y="159419"/>
                  </a:cubicBezTo>
                  <a:cubicBezTo>
                    <a:pt x="27578" y="152698"/>
                    <a:pt x="28109" y="150738"/>
                    <a:pt x="29170" y="145977"/>
                  </a:cubicBezTo>
                  <a:lnTo>
                    <a:pt x="48808" y="63367"/>
                  </a:ln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D32F5898-8154-4068-97C2-D29F5E1D459C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13157433" y="7187130"/>
              <a:ext cx="61568" cy="280034"/>
            </a:xfrm>
            <a:custGeom>
              <a:avLst/>
              <a:gdLst>
                <a:gd name="connsiteX0" fmla="*/ 61816 w 61568"/>
                <a:gd name="connsiteY0" fmla="*/ 140097 h 280034"/>
                <a:gd name="connsiteX1" fmla="*/ 44301 w 61568"/>
                <a:gd name="connsiteY1" fmla="*/ 52726 h 280034"/>
                <a:gd name="connsiteX2" fmla="*/ 2902 w 61568"/>
                <a:gd name="connsiteY2" fmla="*/ 79 h 280034"/>
                <a:gd name="connsiteX3" fmla="*/ 248 w 61568"/>
                <a:gd name="connsiteY3" fmla="*/ 2879 h 280034"/>
                <a:gd name="connsiteX4" fmla="*/ 5290 w 61568"/>
                <a:gd name="connsiteY4" fmla="*/ 9320 h 280034"/>
                <a:gd name="connsiteX5" fmla="*/ 46424 w 61568"/>
                <a:gd name="connsiteY5" fmla="*/ 140097 h 280034"/>
                <a:gd name="connsiteX6" fmla="*/ 3698 w 61568"/>
                <a:gd name="connsiteY6" fmla="*/ 272553 h 280034"/>
                <a:gd name="connsiteX7" fmla="*/ 248 w 61568"/>
                <a:gd name="connsiteY7" fmla="*/ 277314 h 280034"/>
                <a:gd name="connsiteX8" fmla="*/ 2902 w 61568"/>
                <a:gd name="connsiteY8" fmla="*/ 280114 h 280034"/>
                <a:gd name="connsiteX9" fmla="*/ 45097 w 61568"/>
                <a:gd name="connsiteY9" fmla="*/ 225507 h 280034"/>
                <a:gd name="connsiteX10" fmla="*/ 61816 w 61568"/>
                <a:gd name="connsiteY10" fmla="*/ 140097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568" h="280034">
                  <a:moveTo>
                    <a:pt x="61816" y="140097"/>
                  </a:moveTo>
                  <a:cubicBezTo>
                    <a:pt x="61816" y="118254"/>
                    <a:pt x="58897" y="84370"/>
                    <a:pt x="44301" y="52726"/>
                  </a:cubicBezTo>
                  <a:cubicBezTo>
                    <a:pt x="28378" y="18281"/>
                    <a:pt x="5555" y="79"/>
                    <a:pt x="2902" y="79"/>
                  </a:cubicBezTo>
                  <a:cubicBezTo>
                    <a:pt x="1309" y="79"/>
                    <a:pt x="248" y="1199"/>
                    <a:pt x="248" y="2879"/>
                  </a:cubicBezTo>
                  <a:cubicBezTo>
                    <a:pt x="248" y="3720"/>
                    <a:pt x="248" y="4280"/>
                    <a:pt x="5290" y="9320"/>
                  </a:cubicBezTo>
                  <a:cubicBezTo>
                    <a:pt x="31297" y="37044"/>
                    <a:pt x="46424" y="81569"/>
                    <a:pt x="46424" y="140097"/>
                  </a:cubicBezTo>
                  <a:cubicBezTo>
                    <a:pt x="46424" y="187983"/>
                    <a:pt x="36605" y="237269"/>
                    <a:pt x="3698" y="272553"/>
                  </a:cubicBezTo>
                  <a:cubicBezTo>
                    <a:pt x="248" y="275913"/>
                    <a:pt x="248" y="276474"/>
                    <a:pt x="248" y="277314"/>
                  </a:cubicBezTo>
                  <a:cubicBezTo>
                    <a:pt x="248" y="278994"/>
                    <a:pt x="1309" y="280114"/>
                    <a:pt x="2902" y="280114"/>
                  </a:cubicBezTo>
                  <a:cubicBezTo>
                    <a:pt x="5555" y="280114"/>
                    <a:pt x="29440" y="261072"/>
                    <a:pt x="45097" y="225507"/>
                  </a:cubicBezTo>
                  <a:cubicBezTo>
                    <a:pt x="58631" y="194703"/>
                    <a:pt x="61816" y="163619"/>
                    <a:pt x="61816" y="140097"/>
                  </a:cubicBez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EBD5521D-C95C-4080-A3FA-8EC316210D32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3298762" y="7271701"/>
              <a:ext cx="101109" cy="128535"/>
            </a:xfrm>
            <a:custGeom>
              <a:avLst/>
              <a:gdLst>
                <a:gd name="connsiteX0" fmla="*/ 22280 w 101109"/>
                <a:gd name="connsiteY0" fmla="*/ 64487 h 128535"/>
                <a:gd name="connsiteX1" fmla="*/ 58106 w 101109"/>
                <a:gd name="connsiteY1" fmla="*/ 7080 h 128535"/>
                <a:gd name="connsiteX2" fmla="*/ 86502 w 101109"/>
                <a:gd name="connsiteY2" fmla="*/ 17441 h 128535"/>
                <a:gd name="connsiteX3" fmla="*/ 74029 w 101109"/>
                <a:gd name="connsiteY3" fmla="*/ 30323 h 128535"/>
                <a:gd name="connsiteX4" fmla="*/ 86237 w 101109"/>
                <a:gd name="connsiteY4" fmla="*/ 43205 h 128535"/>
                <a:gd name="connsiteX5" fmla="*/ 98444 w 101109"/>
                <a:gd name="connsiteY5" fmla="*/ 30043 h 128535"/>
                <a:gd name="connsiteX6" fmla="*/ 57841 w 101109"/>
                <a:gd name="connsiteY6" fmla="*/ 79 h 128535"/>
                <a:gd name="connsiteX7" fmla="*/ 254 w 101109"/>
                <a:gd name="connsiteY7" fmla="*/ 65047 h 128535"/>
                <a:gd name="connsiteX8" fmla="*/ 57310 w 101109"/>
                <a:gd name="connsiteY8" fmla="*/ 128615 h 128535"/>
                <a:gd name="connsiteX9" fmla="*/ 101363 w 101109"/>
                <a:gd name="connsiteY9" fmla="*/ 92211 h 128535"/>
                <a:gd name="connsiteX10" fmla="*/ 97913 w 101109"/>
                <a:gd name="connsiteY10" fmla="*/ 89410 h 128535"/>
                <a:gd name="connsiteX11" fmla="*/ 94463 w 101109"/>
                <a:gd name="connsiteY11" fmla="*/ 92211 h 128535"/>
                <a:gd name="connsiteX12" fmla="*/ 59699 w 101109"/>
                <a:gd name="connsiteY12" fmla="*/ 121614 h 128535"/>
                <a:gd name="connsiteX13" fmla="*/ 22280 w 101109"/>
                <a:gd name="connsiteY13" fmla="*/ 64487 h 12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1109" h="128535">
                  <a:moveTo>
                    <a:pt x="22280" y="64487"/>
                  </a:moveTo>
                  <a:cubicBezTo>
                    <a:pt x="22280" y="18841"/>
                    <a:pt x="44041" y="7080"/>
                    <a:pt x="58106" y="7080"/>
                  </a:cubicBezTo>
                  <a:cubicBezTo>
                    <a:pt x="60495" y="7080"/>
                    <a:pt x="77214" y="7360"/>
                    <a:pt x="86502" y="17441"/>
                  </a:cubicBezTo>
                  <a:cubicBezTo>
                    <a:pt x="75621" y="18281"/>
                    <a:pt x="74029" y="26682"/>
                    <a:pt x="74029" y="30323"/>
                  </a:cubicBezTo>
                  <a:cubicBezTo>
                    <a:pt x="74029" y="37604"/>
                    <a:pt x="78806" y="43205"/>
                    <a:pt x="86237" y="43205"/>
                  </a:cubicBezTo>
                  <a:cubicBezTo>
                    <a:pt x="93136" y="43205"/>
                    <a:pt x="98444" y="38444"/>
                    <a:pt x="98444" y="30043"/>
                  </a:cubicBezTo>
                  <a:cubicBezTo>
                    <a:pt x="98444" y="11001"/>
                    <a:pt x="78275" y="79"/>
                    <a:pt x="57841" y="79"/>
                  </a:cubicBezTo>
                  <a:cubicBezTo>
                    <a:pt x="24669" y="79"/>
                    <a:pt x="254" y="30323"/>
                    <a:pt x="254" y="65047"/>
                  </a:cubicBezTo>
                  <a:cubicBezTo>
                    <a:pt x="254" y="100892"/>
                    <a:pt x="26526" y="128615"/>
                    <a:pt x="57310" y="128615"/>
                  </a:cubicBezTo>
                  <a:cubicBezTo>
                    <a:pt x="92871" y="128615"/>
                    <a:pt x="101363" y="95011"/>
                    <a:pt x="101363" y="92211"/>
                  </a:cubicBezTo>
                  <a:cubicBezTo>
                    <a:pt x="101363" y="89410"/>
                    <a:pt x="98709" y="89410"/>
                    <a:pt x="97913" y="89410"/>
                  </a:cubicBezTo>
                  <a:cubicBezTo>
                    <a:pt x="95525" y="89410"/>
                    <a:pt x="94994" y="90530"/>
                    <a:pt x="94463" y="92211"/>
                  </a:cubicBezTo>
                  <a:cubicBezTo>
                    <a:pt x="86767" y="118254"/>
                    <a:pt x="69518" y="121614"/>
                    <a:pt x="59699" y="121614"/>
                  </a:cubicBezTo>
                  <a:cubicBezTo>
                    <a:pt x="45634" y="121614"/>
                    <a:pt x="22280" y="109573"/>
                    <a:pt x="22280" y="64487"/>
                  </a:cubicBez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C498F286-E7B1-4321-B76F-212DF8B5E916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3415117" y="7271701"/>
              <a:ext cx="117563" cy="128535"/>
            </a:xfrm>
            <a:custGeom>
              <a:avLst/>
              <a:gdLst>
                <a:gd name="connsiteX0" fmla="*/ 117821 w 117563"/>
                <a:gd name="connsiteY0" fmla="*/ 65607 h 128535"/>
                <a:gd name="connsiteX1" fmla="*/ 59173 w 117563"/>
                <a:gd name="connsiteY1" fmla="*/ 79 h 128535"/>
                <a:gd name="connsiteX2" fmla="*/ 258 w 117563"/>
                <a:gd name="connsiteY2" fmla="*/ 65607 h 128535"/>
                <a:gd name="connsiteX3" fmla="*/ 58907 w 117563"/>
                <a:gd name="connsiteY3" fmla="*/ 128615 h 128535"/>
                <a:gd name="connsiteX4" fmla="*/ 117821 w 117563"/>
                <a:gd name="connsiteY4" fmla="*/ 65607 h 128535"/>
                <a:gd name="connsiteX5" fmla="*/ 59173 w 117563"/>
                <a:gd name="connsiteY5" fmla="*/ 121614 h 128535"/>
                <a:gd name="connsiteX6" fmla="*/ 28919 w 117563"/>
                <a:gd name="connsiteY6" fmla="*/ 102852 h 128535"/>
                <a:gd name="connsiteX7" fmla="*/ 22285 w 117563"/>
                <a:gd name="connsiteY7" fmla="*/ 63367 h 128535"/>
                <a:gd name="connsiteX8" fmla="*/ 28654 w 117563"/>
                <a:gd name="connsiteY8" fmla="*/ 25002 h 128535"/>
                <a:gd name="connsiteX9" fmla="*/ 58907 w 117563"/>
                <a:gd name="connsiteY9" fmla="*/ 6240 h 128535"/>
                <a:gd name="connsiteX10" fmla="*/ 88895 w 117563"/>
                <a:gd name="connsiteY10" fmla="*/ 24442 h 128535"/>
                <a:gd name="connsiteX11" fmla="*/ 95795 w 117563"/>
                <a:gd name="connsiteY11" fmla="*/ 63367 h 128535"/>
                <a:gd name="connsiteX12" fmla="*/ 89957 w 117563"/>
                <a:gd name="connsiteY12" fmla="*/ 100892 h 128535"/>
                <a:gd name="connsiteX13" fmla="*/ 59173 w 117563"/>
                <a:gd name="connsiteY13" fmla="*/ 121614 h 12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563" h="128535">
                  <a:moveTo>
                    <a:pt x="117821" y="65607"/>
                  </a:moveTo>
                  <a:cubicBezTo>
                    <a:pt x="117821" y="29763"/>
                    <a:pt x="91283" y="79"/>
                    <a:pt x="59173" y="79"/>
                  </a:cubicBezTo>
                  <a:cubicBezTo>
                    <a:pt x="26000" y="79"/>
                    <a:pt x="258" y="30603"/>
                    <a:pt x="258" y="65607"/>
                  </a:cubicBezTo>
                  <a:cubicBezTo>
                    <a:pt x="258" y="101732"/>
                    <a:pt x="27858" y="128615"/>
                    <a:pt x="58907" y="128615"/>
                  </a:cubicBezTo>
                  <a:cubicBezTo>
                    <a:pt x="91018" y="128615"/>
                    <a:pt x="117821" y="101172"/>
                    <a:pt x="117821" y="65607"/>
                  </a:cubicBezTo>
                  <a:close/>
                  <a:moveTo>
                    <a:pt x="59173" y="121614"/>
                  </a:moveTo>
                  <a:cubicBezTo>
                    <a:pt x="47761" y="121614"/>
                    <a:pt x="36085" y="115734"/>
                    <a:pt x="28919" y="102852"/>
                  </a:cubicBezTo>
                  <a:cubicBezTo>
                    <a:pt x="22285" y="90530"/>
                    <a:pt x="22285" y="73448"/>
                    <a:pt x="22285" y="63367"/>
                  </a:cubicBezTo>
                  <a:cubicBezTo>
                    <a:pt x="22285" y="52446"/>
                    <a:pt x="22285" y="37324"/>
                    <a:pt x="28654" y="25002"/>
                  </a:cubicBezTo>
                  <a:cubicBezTo>
                    <a:pt x="35819" y="12121"/>
                    <a:pt x="48292" y="6240"/>
                    <a:pt x="58907" y="6240"/>
                  </a:cubicBezTo>
                  <a:cubicBezTo>
                    <a:pt x="70584" y="6240"/>
                    <a:pt x="81995" y="12401"/>
                    <a:pt x="88895" y="24442"/>
                  </a:cubicBezTo>
                  <a:cubicBezTo>
                    <a:pt x="95795" y="36484"/>
                    <a:pt x="95795" y="52726"/>
                    <a:pt x="95795" y="63367"/>
                  </a:cubicBezTo>
                  <a:cubicBezTo>
                    <a:pt x="95795" y="73448"/>
                    <a:pt x="95795" y="88570"/>
                    <a:pt x="89957" y="100892"/>
                  </a:cubicBezTo>
                  <a:cubicBezTo>
                    <a:pt x="84118" y="113493"/>
                    <a:pt x="72442" y="121614"/>
                    <a:pt x="59173" y="121614"/>
                  </a:cubicBez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666E1C46-08EF-470F-9386-7E29027558D6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3549134" y="7271701"/>
              <a:ext cx="86779" cy="128535"/>
            </a:xfrm>
            <a:custGeom>
              <a:avLst/>
              <a:gdLst>
                <a:gd name="connsiteX0" fmla="*/ 46705 w 86779"/>
                <a:gd name="connsiteY0" fmla="*/ 71208 h 128535"/>
                <a:gd name="connsiteX1" fmla="*/ 74304 w 86779"/>
                <a:gd name="connsiteY1" fmla="*/ 96971 h 128535"/>
                <a:gd name="connsiteX2" fmla="*/ 44317 w 86779"/>
                <a:gd name="connsiteY2" fmla="*/ 122454 h 128535"/>
                <a:gd name="connsiteX3" fmla="*/ 7429 w 86779"/>
                <a:gd name="connsiteY3" fmla="*/ 82689 h 128535"/>
                <a:gd name="connsiteX4" fmla="*/ 3714 w 86779"/>
                <a:gd name="connsiteY4" fmla="*/ 77929 h 128535"/>
                <a:gd name="connsiteX5" fmla="*/ 264 w 86779"/>
                <a:gd name="connsiteY5" fmla="*/ 84930 h 128535"/>
                <a:gd name="connsiteX6" fmla="*/ 264 w 86779"/>
                <a:gd name="connsiteY6" fmla="*/ 121894 h 128535"/>
                <a:gd name="connsiteX7" fmla="*/ 3183 w 86779"/>
                <a:gd name="connsiteY7" fmla="*/ 128615 h 128535"/>
                <a:gd name="connsiteX8" fmla="*/ 9817 w 86779"/>
                <a:gd name="connsiteY8" fmla="*/ 123014 h 128535"/>
                <a:gd name="connsiteX9" fmla="*/ 15125 w 86779"/>
                <a:gd name="connsiteY9" fmla="*/ 116574 h 128535"/>
                <a:gd name="connsiteX10" fmla="*/ 44317 w 86779"/>
                <a:gd name="connsiteY10" fmla="*/ 128615 h 128535"/>
                <a:gd name="connsiteX11" fmla="*/ 87043 w 86779"/>
                <a:gd name="connsiteY11" fmla="*/ 89690 h 128535"/>
                <a:gd name="connsiteX12" fmla="*/ 75897 w 86779"/>
                <a:gd name="connsiteY12" fmla="*/ 63087 h 128535"/>
                <a:gd name="connsiteX13" fmla="*/ 45643 w 86779"/>
                <a:gd name="connsiteY13" fmla="*/ 49645 h 128535"/>
                <a:gd name="connsiteX14" fmla="*/ 13002 w 86779"/>
                <a:gd name="connsiteY14" fmla="*/ 26682 h 128535"/>
                <a:gd name="connsiteX15" fmla="*/ 42724 w 86779"/>
                <a:gd name="connsiteY15" fmla="*/ 5400 h 128535"/>
                <a:gd name="connsiteX16" fmla="*/ 73774 w 86779"/>
                <a:gd name="connsiteY16" fmla="*/ 39284 h 128535"/>
                <a:gd name="connsiteX17" fmla="*/ 76958 w 86779"/>
                <a:gd name="connsiteY17" fmla="*/ 41804 h 128535"/>
                <a:gd name="connsiteX18" fmla="*/ 80408 w 86779"/>
                <a:gd name="connsiteY18" fmla="*/ 35083 h 128535"/>
                <a:gd name="connsiteX19" fmla="*/ 80408 w 86779"/>
                <a:gd name="connsiteY19" fmla="*/ 6800 h 128535"/>
                <a:gd name="connsiteX20" fmla="*/ 77489 w 86779"/>
                <a:gd name="connsiteY20" fmla="*/ 79 h 128535"/>
                <a:gd name="connsiteX21" fmla="*/ 72181 w 86779"/>
                <a:gd name="connsiteY21" fmla="*/ 3440 h 128535"/>
                <a:gd name="connsiteX22" fmla="*/ 67670 w 86779"/>
                <a:gd name="connsiteY22" fmla="*/ 7920 h 128535"/>
                <a:gd name="connsiteX23" fmla="*/ 42724 w 86779"/>
                <a:gd name="connsiteY23" fmla="*/ 79 h 128535"/>
                <a:gd name="connsiteX24" fmla="*/ 264 w 86779"/>
                <a:gd name="connsiteY24" fmla="*/ 34523 h 128535"/>
                <a:gd name="connsiteX25" fmla="*/ 11675 w 86779"/>
                <a:gd name="connsiteY25" fmla="*/ 58326 h 128535"/>
                <a:gd name="connsiteX26" fmla="*/ 46705 w 86779"/>
                <a:gd name="connsiteY26" fmla="*/ 71208 h 12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6779" h="128535">
                  <a:moveTo>
                    <a:pt x="46705" y="71208"/>
                  </a:moveTo>
                  <a:cubicBezTo>
                    <a:pt x="52543" y="72328"/>
                    <a:pt x="74304" y="76809"/>
                    <a:pt x="74304" y="96971"/>
                  </a:cubicBezTo>
                  <a:cubicBezTo>
                    <a:pt x="74304" y="111253"/>
                    <a:pt x="65016" y="122454"/>
                    <a:pt x="44317" y="122454"/>
                  </a:cubicBezTo>
                  <a:cubicBezTo>
                    <a:pt x="22025" y="122454"/>
                    <a:pt x="12471" y="106492"/>
                    <a:pt x="7429" y="82689"/>
                  </a:cubicBezTo>
                  <a:cubicBezTo>
                    <a:pt x="6633" y="79049"/>
                    <a:pt x="6367" y="77929"/>
                    <a:pt x="3714" y="77929"/>
                  </a:cubicBezTo>
                  <a:cubicBezTo>
                    <a:pt x="264" y="77929"/>
                    <a:pt x="264" y="79889"/>
                    <a:pt x="264" y="84930"/>
                  </a:cubicBezTo>
                  <a:lnTo>
                    <a:pt x="264" y="121894"/>
                  </a:lnTo>
                  <a:cubicBezTo>
                    <a:pt x="264" y="126655"/>
                    <a:pt x="264" y="128615"/>
                    <a:pt x="3183" y="128615"/>
                  </a:cubicBezTo>
                  <a:cubicBezTo>
                    <a:pt x="4510" y="128615"/>
                    <a:pt x="4775" y="128335"/>
                    <a:pt x="9817" y="123014"/>
                  </a:cubicBezTo>
                  <a:cubicBezTo>
                    <a:pt x="10348" y="122454"/>
                    <a:pt x="10348" y="121894"/>
                    <a:pt x="15125" y="116574"/>
                  </a:cubicBezTo>
                  <a:cubicBezTo>
                    <a:pt x="26802" y="128335"/>
                    <a:pt x="38744" y="128615"/>
                    <a:pt x="44317" y="128615"/>
                  </a:cubicBezTo>
                  <a:cubicBezTo>
                    <a:pt x="74835" y="128615"/>
                    <a:pt x="87043" y="109853"/>
                    <a:pt x="87043" y="89690"/>
                  </a:cubicBezTo>
                  <a:cubicBezTo>
                    <a:pt x="87043" y="74848"/>
                    <a:pt x="79081" y="66447"/>
                    <a:pt x="75897" y="63087"/>
                  </a:cubicBezTo>
                  <a:cubicBezTo>
                    <a:pt x="67139" y="54126"/>
                    <a:pt x="56789" y="51886"/>
                    <a:pt x="45643" y="49645"/>
                  </a:cubicBezTo>
                  <a:cubicBezTo>
                    <a:pt x="30782" y="46565"/>
                    <a:pt x="13002" y="42924"/>
                    <a:pt x="13002" y="26682"/>
                  </a:cubicBezTo>
                  <a:cubicBezTo>
                    <a:pt x="13002" y="16881"/>
                    <a:pt x="19902" y="5400"/>
                    <a:pt x="42724" y="5400"/>
                  </a:cubicBezTo>
                  <a:cubicBezTo>
                    <a:pt x="71916" y="5400"/>
                    <a:pt x="73243" y="30603"/>
                    <a:pt x="73774" y="39284"/>
                  </a:cubicBezTo>
                  <a:cubicBezTo>
                    <a:pt x="74039" y="41804"/>
                    <a:pt x="76428" y="41804"/>
                    <a:pt x="76958" y="41804"/>
                  </a:cubicBezTo>
                  <a:cubicBezTo>
                    <a:pt x="80408" y="41804"/>
                    <a:pt x="80408" y="40404"/>
                    <a:pt x="80408" y="35083"/>
                  </a:cubicBezTo>
                  <a:lnTo>
                    <a:pt x="80408" y="6800"/>
                  </a:lnTo>
                  <a:cubicBezTo>
                    <a:pt x="80408" y="2039"/>
                    <a:pt x="80408" y="79"/>
                    <a:pt x="77489" y="79"/>
                  </a:cubicBezTo>
                  <a:cubicBezTo>
                    <a:pt x="76162" y="79"/>
                    <a:pt x="75631" y="79"/>
                    <a:pt x="72181" y="3440"/>
                  </a:cubicBezTo>
                  <a:cubicBezTo>
                    <a:pt x="71385" y="4560"/>
                    <a:pt x="68731" y="7080"/>
                    <a:pt x="67670" y="7920"/>
                  </a:cubicBezTo>
                  <a:cubicBezTo>
                    <a:pt x="57586" y="79"/>
                    <a:pt x="46705" y="79"/>
                    <a:pt x="42724" y="79"/>
                  </a:cubicBezTo>
                  <a:cubicBezTo>
                    <a:pt x="10348" y="79"/>
                    <a:pt x="264" y="18841"/>
                    <a:pt x="264" y="34523"/>
                  </a:cubicBezTo>
                  <a:cubicBezTo>
                    <a:pt x="264" y="44325"/>
                    <a:pt x="4510" y="52166"/>
                    <a:pt x="11675" y="58326"/>
                  </a:cubicBezTo>
                  <a:cubicBezTo>
                    <a:pt x="20167" y="65607"/>
                    <a:pt x="27598" y="67288"/>
                    <a:pt x="46705" y="71208"/>
                  </a:cubicBez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DCA641EC-7DED-4782-9946-DFC5FD5437D2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3692467" y="7273381"/>
              <a:ext cx="157370" cy="126855"/>
            </a:xfrm>
            <a:custGeom>
              <a:avLst/>
              <a:gdLst>
                <a:gd name="connsiteX0" fmla="*/ 157640 w 157370"/>
                <a:gd name="connsiteY0" fmla="*/ 19682 h 126855"/>
                <a:gd name="connsiteX1" fmla="*/ 147024 w 157370"/>
                <a:gd name="connsiteY1" fmla="*/ 79 h 126855"/>
                <a:gd name="connsiteX2" fmla="*/ 132959 w 157370"/>
                <a:gd name="connsiteY2" fmla="*/ 13241 h 126855"/>
                <a:gd name="connsiteX3" fmla="*/ 136940 w 157370"/>
                <a:gd name="connsiteY3" fmla="*/ 21642 h 126855"/>
                <a:gd name="connsiteX4" fmla="*/ 146228 w 157370"/>
                <a:gd name="connsiteY4" fmla="*/ 45165 h 126855"/>
                <a:gd name="connsiteX5" fmla="*/ 132959 w 157370"/>
                <a:gd name="connsiteY5" fmla="*/ 85210 h 126855"/>
                <a:gd name="connsiteX6" fmla="*/ 102706 w 157370"/>
                <a:gd name="connsiteY6" fmla="*/ 106772 h 126855"/>
                <a:gd name="connsiteX7" fmla="*/ 76964 w 157370"/>
                <a:gd name="connsiteY7" fmla="*/ 81569 h 126855"/>
                <a:gd name="connsiteX8" fmla="*/ 85987 w 157370"/>
                <a:gd name="connsiteY8" fmla="*/ 48525 h 126855"/>
                <a:gd name="connsiteX9" fmla="*/ 81210 w 157370"/>
                <a:gd name="connsiteY9" fmla="*/ 42364 h 126855"/>
                <a:gd name="connsiteX10" fmla="*/ 74045 w 157370"/>
                <a:gd name="connsiteY10" fmla="*/ 47125 h 126855"/>
                <a:gd name="connsiteX11" fmla="*/ 67941 w 157370"/>
                <a:gd name="connsiteY11" fmla="*/ 81009 h 126855"/>
                <a:gd name="connsiteX12" fmla="*/ 31850 w 157370"/>
                <a:gd name="connsiteY12" fmla="*/ 106772 h 126855"/>
                <a:gd name="connsiteX13" fmla="*/ 8762 w 157370"/>
                <a:gd name="connsiteY13" fmla="*/ 74568 h 126855"/>
                <a:gd name="connsiteX14" fmla="*/ 35830 w 157370"/>
                <a:gd name="connsiteY14" fmla="*/ 6520 h 126855"/>
                <a:gd name="connsiteX15" fmla="*/ 30788 w 157370"/>
                <a:gd name="connsiteY15" fmla="*/ 1199 h 126855"/>
                <a:gd name="connsiteX16" fmla="*/ 23888 w 157370"/>
                <a:gd name="connsiteY16" fmla="*/ 7360 h 126855"/>
                <a:gd name="connsiteX17" fmla="*/ 269 w 157370"/>
                <a:gd name="connsiteY17" fmla="*/ 86890 h 126855"/>
                <a:gd name="connsiteX18" fmla="*/ 28134 w 157370"/>
                <a:gd name="connsiteY18" fmla="*/ 126935 h 126855"/>
                <a:gd name="connsiteX19" fmla="*/ 69003 w 157370"/>
                <a:gd name="connsiteY19" fmla="*/ 97531 h 126855"/>
                <a:gd name="connsiteX20" fmla="*/ 98194 w 157370"/>
                <a:gd name="connsiteY20" fmla="*/ 126935 h 126855"/>
                <a:gd name="connsiteX21" fmla="*/ 141186 w 157370"/>
                <a:gd name="connsiteY21" fmla="*/ 88850 h 126855"/>
                <a:gd name="connsiteX22" fmla="*/ 157640 w 157370"/>
                <a:gd name="connsiteY22" fmla="*/ 19682 h 126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7370" h="126855">
                  <a:moveTo>
                    <a:pt x="157640" y="19682"/>
                  </a:moveTo>
                  <a:cubicBezTo>
                    <a:pt x="157640" y="7080"/>
                    <a:pt x="152863" y="79"/>
                    <a:pt x="147024" y="79"/>
                  </a:cubicBezTo>
                  <a:cubicBezTo>
                    <a:pt x="140124" y="79"/>
                    <a:pt x="132959" y="6800"/>
                    <a:pt x="132959" y="13241"/>
                  </a:cubicBezTo>
                  <a:cubicBezTo>
                    <a:pt x="132959" y="16041"/>
                    <a:pt x="134286" y="19122"/>
                    <a:pt x="136940" y="21642"/>
                  </a:cubicBezTo>
                  <a:cubicBezTo>
                    <a:pt x="141451" y="25842"/>
                    <a:pt x="146228" y="33403"/>
                    <a:pt x="146228" y="45165"/>
                  </a:cubicBezTo>
                  <a:cubicBezTo>
                    <a:pt x="146228" y="56366"/>
                    <a:pt x="141186" y="72328"/>
                    <a:pt x="132959" y="85210"/>
                  </a:cubicBezTo>
                  <a:cubicBezTo>
                    <a:pt x="124998" y="97251"/>
                    <a:pt x="115179" y="106772"/>
                    <a:pt x="102706" y="106772"/>
                  </a:cubicBezTo>
                  <a:cubicBezTo>
                    <a:pt x="87579" y="106772"/>
                    <a:pt x="79353" y="96691"/>
                    <a:pt x="76964" y="81569"/>
                  </a:cubicBezTo>
                  <a:cubicBezTo>
                    <a:pt x="79883" y="74288"/>
                    <a:pt x="85987" y="56366"/>
                    <a:pt x="85987" y="48525"/>
                  </a:cubicBezTo>
                  <a:cubicBezTo>
                    <a:pt x="85987" y="45165"/>
                    <a:pt x="84660" y="42364"/>
                    <a:pt x="81210" y="42364"/>
                  </a:cubicBezTo>
                  <a:cubicBezTo>
                    <a:pt x="79087" y="42364"/>
                    <a:pt x="76168" y="42924"/>
                    <a:pt x="74045" y="47125"/>
                  </a:cubicBezTo>
                  <a:cubicBezTo>
                    <a:pt x="71126" y="52726"/>
                    <a:pt x="67941" y="70928"/>
                    <a:pt x="67941" y="81009"/>
                  </a:cubicBezTo>
                  <a:cubicBezTo>
                    <a:pt x="59184" y="94171"/>
                    <a:pt x="48569" y="106772"/>
                    <a:pt x="31850" y="106772"/>
                  </a:cubicBezTo>
                  <a:cubicBezTo>
                    <a:pt x="14335" y="106772"/>
                    <a:pt x="8762" y="90250"/>
                    <a:pt x="8762" y="74568"/>
                  </a:cubicBezTo>
                  <a:cubicBezTo>
                    <a:pt x="8762" y="39564"/>
                    <a:pt x="35830" y="10160"/>
                    <a:pt x="35830" y="6520"/>
                  </a:cubicBezTo>
                  <a:cubicBezTo>
                    <a:pt x="35830" y="3440"/>
                    <a:pt x="33707" y="1199"/>
                    <a:pt x="30788" y="1199"/>
                  </a:cubicBezTo>
                  <a:cubicBezTo>
                    <a:pt x="27338" y="1199"/>
                    <a:pt x="25481" y="4840"/>
                    <a:pt x="23888" y="7360"/>
                  </a:cubicBezTo>
                  <a:cubicBezTo>
                    <a:pt x="10354" y="28083"/>
                    <a:pt x="269" y="61407"/>
                    <a:pt x="269" y="86890"/>
                  </a:cubicBezTo>
                  <a:cubicBezTo>
                    <a:pt x="269" y="106212"/>
                    <a:pt x="6373" y="126935"/>
                    <a:pt x="28134" y="126935"/>
                  </a:cubicBezTo>
                  <a:cubicBezTo>
                    <a:pt x="46976" y="126935"/>
                    <a:pt x="59449" y="112933"/>
                    <a:pt x="69003" y="97531"/>
                  </a:cubicBezTo>
                  <a:cubicBezTo>
                    <a:pt x="71391" y="113773"/>
                    <a:pt x="81741" y="126935"/>
                    <a:pt x="98194" y="126935"/>
                  </a:cubicBezTo>
                  <a:cubicBezTo>
                    <a:pt x="118894" y="126935"/>
                    <a:pt x="131632" y="109853"/>
                    <a:pt x="141186" y="88850"/>
                  </a:cubicBezTo>
                  <a:cubicBezTo>
                    <a:pt x="147555" y="75128"/>
                    <a:pt x="157640" y="37044"/>
                    <a:pt x="157640" y="19682"/>
                  </a:cubicBez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4089DFD1-044F-44C2-85E6-74124F4AE7EF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3865397" y="7357139"/>
              <a:ext cx="76320" cy="83882"/>
            </a:xfrm>
            <a:custGeom>
              <a:avLst/>
              <a:gdLst>
                <a:gd name="connsiteX0" fmla="*/ 66549 w 76320"/>
                <a:gd name="connsiteY0" fmla="*/ 10868 h 83882"/>
                <a:gd name="connsiteX1" fmla="*/ 57560 w 76320"/>
                <a:gd name="connsiteY1" fmla="*/ 21284 h 83882"/>
                <a:gd name="connsiteX2" fmla="*/ 64434 w 76320"/>
                <a:gd name="connsiteY2" fmla="*/ 28166 h 83882"/>
                <a:gd name="connsiteX3" fmla="*/ 74481 w 76320"/>
                <a:gd name="connsiteY3" fmla="*/ 16262 h 83882"/>
                <a:gd name="connsiteX4" fmla="*/ 51215 w 76320"/>
                <a:gd name="connsiteY4" fmla="*/ 81 h 83882"/>
                <a:gd name="connsiteX5" fmla="*/ 276 w 76320"/>
                <a:gd name="connsiteY5" fmla="*/ 51601 h 83882"/>
                <a:gd name="connsiteX6" fmla="*/ 32884 w 76320"/>
                <a:gd name="connsiteY6" fmla="*/ 83963 h 83882"/>
                <a:gd name="connsiteX7" fmla="*/ 76596 w 76320"/>
                <a:gd name="connsiteY7" fmla="*/ 62946 h 83882"/>
                <a:gd name="connsiteX8" fmla="*/ 73600 w 76320"/>
                <a:gd name="connsiteY8" fmla="*/ 59784 h 83882"/>
                <a:gd name="connsiteX9" fmla="*/ 70780 w 76320"/>
                <a:gd name="connsiteY9" fmla="*/ 61644 h 83882"/>
                <a:gd name="connsiteX10" fmla="*/ 33236 w 76320"/>
                <a:gd name="connsiteY10" fmla="*/ 78756 h 83882"/>
                <a:gd name="connsiteX11" fmla="*/ 14906 w 76320"/>
                <a:gd name="connsiteY11" fmla="*/ 58110 h 83882"/>
                <a:gd name="connsiteX12" fmla="*/ 26539 w 76320"/>
                <a:gd name="connsiteY12" fmla="*/ 19610 h 83882"/>
                <a:gd name="connsiteX13" fmla="*/ 51215 w 76320"/>
                <a:gd name="connsiteY13" fmla="*/ 5289 h 83882"/>
                <a:gd name="connsiteX14" fmla="*/ 66549 w 76320"/>
                <a:gd name="connsiteY14" fmla="*/ 10868 h 83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320" h="83882">
                  <a:moveTo>
                    <a:pt x="66549" y="10868"/>
                  </a:moveTo>
                  <a:cubicBezTo>
                    <a:pt x="60204" y="11984"/>
                    <a:pt x="57560" y="17192"/>
                    <a:pt x="57560" y="21284"/>
                  </a:cubicBezTo>
                  <a:cubicBezTo>
                    <a:pt x="57560" y="26306"/>
                    <a:pt x="61262" y="28166"/>
                    <a:pt x="64434" y="28166"/>
                  </a:cubicBezTo>
                  <a:cubicBezTo>
                    <a:pt x="68312" y="28166"/>
                    <a:pt x="74481" y="25190"/>
                    <a:pt x="74481" y="16262"/>
                  </a:cubicBezTo>
                  <a:cubicBezTo>
                    <a:pt x="74481" y="3615"/>
                    <a:pt x="60733" y="81"/>
                    <a:pt x="51215" y="81"/>
                  </a:cubicBezTo>
                  <a:cubicBezTo>
                    <a:pt x="24776" y="81"/>
                    <a:pt x="276" y="25748"/>
                    <a:pt x="276" y="51601"/>
                  </a:cubicBezTo>
                  <a:cubicBezTo>
                    <a:pt x="276" y="67596"/>
                    <a:pt x="10852" y="83963"/>
                    <a:pt x="32884" y="83963"/>
                  </a:cubicBezTo>
                  <a:cubicBezTo>
                    <a:pt x="62672" y="83963"/>
                    <a:pt x="76596" y="65550"/>
                    <a:pt x="76596" y="62946"/>
                  </a:cubicBezTo>
                  <a:cubicBezTo>
                    <a:pt x="76596" y="61830"/>
                    <a:pt x="75010" y="59784"/>
                    <a:pt x="73600" y="59784"/>
                  </a:cubicBezTo>
                  <a:cubicBezTo>
                    <a:pt x="72542" y="59784"/>
                    <a:pt x="72190" y="60156"/>
                    <a:pt x="70780" y="61644"/>
                  </a:cubicBezTo>
                  <a:cubicBezTo>
                    <a:pt x="57031" y="78756"/>
                    <a:pt x="36409" y="78756"/>
                    <a:pt x="33236" y="78756"/>
                  </a:cubicBezTo>
                  <a:cubicBezTo>
                    <a:pt x="20546" y="78756"/>
                    <a:pt x="14906" y="69642"/>
                    <a:pt x="14906" y="58110"/>
                  </a:cubicBezTo>
                  <a:cubicBezTo>
                    <a:pt x="14906" y="52717"/>
                    <a:pt x="17373" y="32443"/>
                    <a:pt x="26539" y="19610"/>
                  </a:cubicBezTo>
                  <a:cubicBezTo>
                    <a:pt x="33236" y="10496"/>
                    <a:pt x="42402" y="5289"/>
                    <a:pt x="51215" y="5289"/>
                  </a:cubicBezTo>
                  <a:cubicBezTo>
                    <a:pt x="53682" y="5289"/>
                    <a:pt x="62143" y="5660"/>
                    <a:pt x="66549" y="10868"/>
                  </a:cubicBez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CAB4B8DE-553E-4A89-90B0-89226D69DAC9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3963149" y="7221855"/>
              <a:ext cx="81471" cy="178382"/>
            </a:xfrm>
            <a:custGeom>
              <a:avLst/>
              <a:gdLst>
                <a:gd name="connsiteX0" fmla="*/ 48845 w 81471"/>
                <a:gd name="connsiteY0" fmla="*/ 63367 h 178382"/>
                <a:gd name="connsiteX1" fmla="*/ 73790 w 81471"/>
                <a:gd name="connsiteY1" fmla="*/ 63367 h 178382"/>
                <a:gd name="connsiteX2" fmla="*/ 81752 w 81471"/>
                <a:gd name="connsiteY2" fmla="*/ 57766 h 178382"/>
                <a:gd name="connsiteX3" fmla="*/ 74321 w 81471"/>
                <a:gd name="connsiteY3" fmla="*/ 54686 h 178382"/>
                <a:gd name="connsiteX4" fmla="*/ 50968 w 81471"/>
                <a:gd name="connsiteY4" fmla="*/ 54686 h 178382"/>
                <a:gd name="connsiteX5" fmla="*/ 61848 w 81471"/>
                <a:gd name="connsiteY5" fmla="*/ 7640 h 178382"/>
                <a:gd name="connsiteX6" fmla="*/ 54152 w 81471"/>
                <a:gd name="connsiteY6" fmla="*/ 79 h 178382"/>
                <a:gd name="connsiteX7" fmla="*/ 43537 w 81471"/>
                <a:gd name="connsiteY7" fmla="*/ 10160 h 178382"/>
                <a:gd name="connsiteX8" fmla="*/ 33187 w 81471"/>
                <a:gd name="connsiteY8" fmla="*/ 54686 h 178382"/>
                <a:gd name="connsiteX9" fmla="*/ 8241 w 81471"/>
                <a:gd name="connsiteY9" fmla="*/ 54686 h 178382"/>
                <a:gd name="connsiteX10" fmla="*/ 280 w 81471"/>
                <a:gd name="connsiteY10" fmla="*/ 60007 h 178382"/>
                <a:gd name="connsiteX11" fmla="*/ 7711 w 81471"/>
                <a:gd name="connsiteY11" fmla="*/ 63367 h 178382"/>
                <a:gd name="connsiteX12" fmla="*/ 31064 w 81471"/>
                <a:gd name="connsiteY12" fmla="*/ 63367 h 178382"/>
                <a:gd name="connsiteX13" fmla="*/ 10895 w 81471"/>
                <a:gd name="connsiteY13" fmla="*/ 152698 h 178382"/>
                <a:gd name="connsiteX14" fmla="*/ 35310 w 81471"/>
                <a:gd name="connsiteY14" fmla="*/ 178461 h 178382"/>
                <a:gd name="connsiteX15" fmla="*/ 77506 w 81471"/>
                <a:gd name="connsiteY15" fmla="*/ 135336 h 178382"/>
                <a:gd name="connsiteX16" fmla="*/ 74321 w 81471"/>
                <a:gd name="connsiteY16" fmla="*/ 132536 h 178382"/>
                <a:gd name="connsiteX17" fmla="*/ 70340 w 81471"/>
                <a:gd name="connsiteY17" fmla="*/ 136456 h 178382"/>
                <a:gd name="connsiteX18" fmla="*/ 35841 w 81471"/>
                <a:gd name="connsiteY18" fmla="*/ 172301 h 178382"/>
                <a:gd name="connsiteX19" fmla="*/ 27614 w 81471"/>
                <a:gd name="connsiteY19" fmla="*/ 159419 h 178382"/>
                <a:gd name="connsiteX20" fmla="*/ 29206 w 81471"/>
                <a:gd name="connsiteY20" fmla="*/ 145977 h 178382"/>
                <a:gd name="connsiteX21" fmla="*/ 48845 w 81471"/>
                <a:gd name="connsiteY21" fmla="*/ 63367 h 17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1471" h="178382">
                  <a:moveTo>
                    <a:pt x="48845" y="63367"/>
                  </a:moveTo>
                  <a:lnTo>
                    <a:pt x="73790" y="63367"/>
                  </a:lnTo>
                  <a:cubicBezTo>
                    <a:pt x="79098" y="63367"/>
                    <a:pt x="81752" y="63367"/>
                    <a:pt x="81752" y="57766"/>
                  </a:cubicBezTo>
                  <a:cubicBezTo>
                    <a:pt x="81752" y="54686"/>
                    <a:pt x="79098" y="54686"/>
                    <a:pt x="74321" y="54686"/>
                  </a:cubicBezTo>
                  <a:lnTo>
                    <a:pt x="50968" y="54686"/>
                  </a:lnTo>
                  <a:cubicBezTo>
                    <a:pt x="60521" y="14921"/>
                    <a:pt x="61848" y="9320"/>
                    <a:pt x="61848" y="7640"/>
                  </a:cubicBezTo>
                  <a:cubicBezTo>
                    <a:pt x="61848" y="2879"/>
                    <a:pt x="58664" y="79"/>
                    <a:pt x="54152" y="79"/>
                  </a:cubicBezTo>
                  <a:cubicBezTo>
                    <a:pt x="53356" y="79"/>
                    <a:pt x="45925" y="359"/>
                    <a:pt x="43537" y="10160"/>
                  </a:cubicBezTo>
                  <a:lnTo>
                    <a:pt x="33187" y="54686"/>
                  </a:lnTo>
                  <a:lnTo>
                    <a:pt x="8241" y="54686"/>
                  </a:lnTo>
                  <a:cubicBezTo>
                    <a:pt x="2934" y="54686"/>
                    <a:pt x="280" y="54686"/>
                    <a:pt x="280" y="60007"/>
                  </a:cubicBezTo>
                  <a:cubicBezTo>
                    <a:pt x="280" y="63367"/>
                    <a:pt x="2403" y="63367"/>
                    <a:pt x="7711" y="63367"/>
                  </a:cubicBezTo>
                  <a:lnTo>
                    <a:pt x="31064" y="63367"/>
                  </a:lnTo>
                  <a:cubicBezTo>
                    <a:pt x="11957" y="142897"/>
                    <a:pt x="10895" y="147657"/>
                    <a:pt x="10895" y="152698"/>
                  </a:cubicBezTo>
                  <a:cubicBezTo>
                    <a:pt x="10895" y="167820"/>
                    <a:pt x="20980" y="178461"/>
                    <a:pt x="35310" y="178461"/>
                  </a:cubicBezTo>
                  <a:cubicBezTo>
                    <a:pt x="62379" y="178461"/>
                    <a:pt x="77506" y="137576"/>
                    <a:pt x="77506" y="135336"/>
                  </a:cubicBezTo>
                  <a:cubicBezTo>
                    <a:pt x="77506" y="132536"/>
                    <a:pt x="75382" y="132536"/>
                    <a:pt x="74321" y="132536"/>
                  </a:cubicBezTo>
                  <a:cubicBezTo>
                    <a:pt x="71933" y="132536"/>
                    <a:pt x="71667" y="133376"/>
                    <a:pt x="70340" y="136456"/>
                  </a:cubicBezTo>
                  <a:cubicBezTo>
                    <a:pt x="58929" y="165580"/>
                    <a:pt x="44864" y="172301"/>
                    <a:pt x="35841" y="172301"/>
                  </a:cubicBezTo>
                  <a:cubicBezTo>
                    <a:pt x="30268" y="172301"/>
                    <a:pt x="27614" y="168660"/>
                    <a:pt x="27614" y="159419"/>
                  </a:cubicBezTo>
                  <a:cubicBezTo>
                    <a:pt x="27614" y="152698"/>
                    <a:pt x="28145" y="150738"/>
                    <a:pt x="29206" y="145977"/>
                  </a:cubicBezTo>
                  <a:lnTo>
                    <a:pt x="48845" y="63367"/>
                  </a:ln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>
                <a:solidFill>
                  <a:srgbClr val="C00000"/>
                </a:solidFill>
              </a:endParaRPr>
            </a:p>
          </p:txBody>
        </p:sp>
      </p:grpSp>
      <p:grpSp>
        <p:nvGrpSpPr>
          <p:cNvPr id="39" name="组合 38" descr="\documentclass[UTF8]{article}&#10;\usepackage{ctex}&#10;\usepackage{xcolor}&#10;\usepackage{amsmath}&#10;\pagestyle{empty}&#10;\begin{document}&#10;&#10;\begin{equation*}&#10;=&#10;\left\{&#10;\begin{array}{ll}&#10;\cos\omega_c t, &amp; \text{发 “1”}\\&#10;0 &amp; \text{发 “0”}&#10;\end{array}&#10;\right.&#10;\end{equation*}&#10;&#10;\end{document}" title="IguanaTex Shape Display">
            <a:extLst>
              <a:ext uri="{FF2B5EF4-FFF2-40B4-BE49-F238E27FC236}">
                <a16:creationId xmlns:a16="http://schemas.microsoft.com/office/drawing/2014/main" id="{B72155DB-D9C1-484B-8870-BA9F5DA0EB75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5323352" y="5082597"/>
            <a:ext cx="2514654" cy="830995"/>
            <a:chOff x="11172271" y="6174138"/>
            <a:chExt cx="2514654" cy="830995"/>
          </a:xfrm>
        </p:grpSpPr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75CC9338-C0B9-470D-9309-DFCB63CFB8F2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1172271" y="6558575"/>
              <a:ext cx="177355" cy="62407"/>
            </a:xfrm>
            <a:custGeom>
              <a:avLst/>
              <a:gdLst>
                <a:gd name="connsiteX0" fmla="*/ 168466 w 177355"/>
                <a:gd name="connsiteY0" fmla="*/ 10751 h 62407"/>
                <a:gd name="connsiteX1" fmla="*/ 177534 w 177355"/>
                <a:gd name="connsiteY1" fmla="*/ 5417 h 62407"/>
                <a:gd name="connsiteX2" fmla="*/ 168732 w 177355"/>
                <a:gd name="connsiteY2" fmla="*/ 83 h 62407"/>
                <a:gd name="connsiteX3" fmla="*/ 8979 w 177355"/>
                <a:gd name="connsiteY3" fmla="*/ 83 h 62407"/>
                <a:gd name="connsiteX4" fmla="*/ 178 w 177355"/>
                <a:gd name="connsiteY4" fmla="*/ 5417 h 62407"/>
                <a:gd name="connsiteX5" fmla="*/ 9246 w 177355"/>
                <a:gd name="connsiteY5" fmla="*/ 10751 h 62407"/>
                <a:gd name="connsiteX6" fmla="*/ 168466 w 177355"/>
                <a:gd name="connsiteY6" fmla="*/ 10751 h 62407"/>
                <a:gd name="connsiteX7" fmla="*/ 168732 w 177355"/>
                <a:gd name="connsiteY7" fmla="*/ 62491 h 62407"/>
                <a:gd name="connsiteX8" fmla="*/ 177534 w 177355"/>
                <a:gd name="connsiteY8" fmla="*/ 57157 h 62407"/>
                <a:gd name="connsiteX9" fmla="*/ 168466 w 177355"/>
                <a:gd name="connsiteY9" fmla="*/ 51823 h 62407"/>
                <a:gd name="connsiteX10" fmla="*/ 9246 w 177355"/>
                <a:gd name="connsiteY10" fmla="*/ 51823 h 62407"/>
                <a:gd name="connsiteX11" fmla="*/ 178 w 177355"/>
                <a:gd name="connsiteY11" fmla="*/ 57157 h 62407"/>
                <a:gd name="connsiteX12" fmla="*/ 8979 w 177355"/>
                <a:gd name="connsiteY12" fmla="*/ 62491 h 62407"/>
                <a:gd name="connsiteX13" fmla="*/ 168732 w 177355"/>
                <a:gd name="connsiteY13" fmla="*/ 62491 h 6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7355" h="62407">
                  <a:moveTo>
                    <a:pt x="168466" y="10751"/>
                  </a:moveTo>
                  <a:cubicBezTo>
                    <a:pt x="172466" y="10751"/>
                    <a:pt x="177534" y="10751"/>
                    <a:pt x="177534" y="5417"/>
                  </a:cubicBezTo>
                  <a:cubicBezTo>
                    <a:pt x="177534" y="83"/>
                    <a:pt x="172466" y="83"/>
                    <a:pt x="168732" y="83"/>
                  </a:cubicBezTo>
                  <a:lnTo>
                    <a:pt x="8979" y="83"/>
                  </a:lnTo>
                  <a:cubicBezTo>
                    <a:pt x="5245" y="83"/>
                    <a:pt x="178" y="83"/>
                    <a:pt x="178" y="5417"/>
                  </a:cubicBezTo>
                  <a:cubicBezTo>
                    <a:pt x="178" y="10751"/>
                    <a:pt x="5245" y="10751"/>
                    <a:pt x="9246" y="10751"/>
                  </a:cubicBezTo>
                  <a:lnTo>
                    <a:pt x="168466" y="10751"/>
                  </a:lnTo>
                  <a:close/>
                  <a:moveTo>
                    <a:pt x="168732" y="62491"/>
                  </a:moveTo>
                  <a:cubicBezTo>
                    <a:pt x="172466" y="62491"/>
                    <a:pt x="177534" y="62491"/>
                    <a:pt x="177534" y="57157"/>
                  </a:cubicBezTo>
                  <a:cubicBezTo>
                    <a:pt x="177534" y="51823"/>
                    <a:pt x="172466" y="51823"/>
                    <a:pt x="168466" y="51823"/>
                  </a:cubicBezTo>
                  <a:lnTo>
                    <a:pt x="9246" y="51823"/>
                  </a:lnTo>
                  <a:cubicBezTo>
                    <a:pt x="5245" y="51823"/>
                    <a:pt x="178" y="51823"/>
                    <a:pt x="178" y="57157"/>
                  </a:cubicBezTo>
                  <a:cubicBezTo>
                    <a:pt x="178" y="62491"/>
                    <a:pt x="5245" y="62491"/>
                    <a:pt x="8979" y="62491"/>
                  </a:cubicBezTo>
                  <a:lnTo>
                    <a:pt x="168732" y="62491"/>
                  </a:ln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C9B71086-B986-4711-9049-E8CC8AB3D87B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1478753" y="6174138"/>
              <a:ext cx="143255" cy="830995"/>
            </a:xfrm>
            <a:custGeom>
              <a:avLst/>
              <a:gdLst>
                <a:gd name="connsiteX0" fmla="*/ 85256 w 143255"/>
                <a:gd name="connsiteY0" fmla="*/ 517393 h 830995"/>
                <a:gd name="connsiteX1" fmla="*/ 15983 w 143255"/>
                <a:gd name="connsiteY1" fmla="*/ 415700 h 830995"/>
                <a:gd name="connsiteX2" fmla="*/ 84979 w 143255"/>
                <a:gd name="connsiteY2" fmla="*/ 315394 h 830995"/>
                <a:gd name="connsiteX3" fmla="*/ 85256 w 143255"/>
                <a:gd name="connsiteY3" fmla="*/ 313731 h 830995"/>
                <a:gd name="connsiteX4" fmla="*/ 85256 w 143255"/>
                <a:gd name="connsiteY4" fmla="*/ 121707 h 830995"/>
                <a:gd name="connsiteX5" fmla="*/ 87473 w 143255"/>
                <a:gd name="connsiteY5" fmla="*/ 83469 h 830995"/>
                <a:gd name="connsiteX6" fmla="*/ 140951 w 143255"/>
                <a:gd name="connsiteY6" fmla="*/ 13088 h 830995"/>
                <a:gd name="connsiteX7" fmla="*/ 143445 w 143255"/>
                <a:gd name="connsiteY7" fmla="*/ 6437 h 830995"/>
                <a:gd name="connsiteX8" fmla="*/ 137072 w 143255"/>
                <a:gd name="connsiteY8" fmla="*/ 64 h 830995"/>
                <a:gd name="connsiteX9" fmla="*/ 124049 w 143255"/>
                <a:gd name="connsiteY9" fmla="*/ 4498 h 830995"/>
                <a:gd name="connsiteX10" fmla="*/ 58378 w 143255"/>
                <a:gd name="connsiteY10" fmla="*/ 100925 h 830995"/>
                <a:gd name="connsiteX11" fmla="*/ 58378 w 143255"/>
                <a:gd name="connsiteY11" fmla="*/ 297937 h 830995"/>
                <a:gd name="connsiteX12" fmla="*/ 43970 w 143255"/>
                <a:gd name="connsiteY12" fmla="*/ 365824 h 830995"/>
                <a:gd name="connsiteX13" fmla="*/ 4346 w 143255"/>
                <a:gd name="connsiteY13" fmla="*/ 407942 h 830995"/>
                <a:gd name="connsiteX14" fmla="*/ 189 w 143255"/>
                <a:gd name="connsiteY14" fmla="*/ 415423 h 830995"/>
                <a:gd name="connsiteX15" fmla="*/ 2683 w 143255"/>
                <a:gd name="connsiteY15" fmla="*/ 422074 h 830995"/>
                <a:gd name="connsiteX16" fmla="*/ 57547 w 143255"/>
                <a:gd name="connsiteY16" fmla="*/ 507418 h 830995"/>
                <a:gd name="connsiteX17" fmla="*/ 58378 w 143255"/>
                <a:gd name="connsiteY17" fmla="*/ 517393 h 830995"/>
                <a:gd name="connsiteX18" fmla="*/ 58378 w 143255"/>
                <a:gd name="connsiteY18" fmla="*/ 730199 h 830995"/>
                <a:gd name="connsiteX19" fmla="*/ 125711 w 143255"/>
                <a:gd name="connsiteY19" fmla="*/ 827457 h 830995"/>
                <a:gd name="connsiteX20" fmla="*/ 137072 w 143255"/>
                <a:gd name="connsiteY20" fmla="*/ 831060 h 830995"/>
                <a:gd name="connsiteX21" fmla="*/ 143445 w 143255"/>
                <a:gd name="connsiteY21" fmla="*/ 824687 h 830995"/>
                <a:gd name="connsiteX22" fmla="*/ 142060 w 143255"/>
                <a:gd name="connsiteY22" fmla="*/ 818868 h 830995"/>
                <a:gd name="connsiteX23" fmla="*/ 86364 w 143255"/>
                <a:gd name="connsiteY23" fmla="*/ 741282 h 830995"/>
                <a:gd name="connsiteX24" fmla="*/ 85256 w 143255"/>
                <a:gd name="connsiteY24" fmla="*/ 729922 h 830995"/>
                <a:gd name="connsiteX25" fmla="*/ 85256 w 143255"/>
                <a:gd name="connsiteY25" fmla="*/ 517393 h 830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3255" h="830995">
                  <a:moveTo>
                    <a:pt x="85256" y="517393"/>
                  </a:moveTo>
                  <a:cubicBezTo>
                    <a:pt x="85256" y="486913"/>
                    <a:pt x="64197" y="440084"/>
                    <a:pt x="15983" y="415700"/>
                  </a:cubicBezTo>
                  <a:cubicBezTo>
                    <a:pt x="45909" y="399629"/>
                    <a:pt x="81654" y="367210"/>
                    <a:pt x="84979" y="315394"/>
                  </a:cubicBezTo>
                  <a:lnTo>
                    <a:pt x="85256" y="313731"/>
                  </a:lnTo>
                  <a:lnTo>
                    <a:pt x="85256" y="121707"/>
                  </a:lnTo>
                  <a:cubicBezTo>
                    <a:pt x="85256" y="98986"/>
                    <a:pt x="85256" y="93998"/>
                    <a:pt x="87473" y="83469"/>
                  </a:cubicBezTo>
                  <a:cubicBezTo>
                    <a:pt x="92460" y="61301"/>
                    <a:pt x="105761" y="33869"/>
                    <a:pt x="140951" y="13088"/>
                  </a:cubicBezTo>
                  <a:cubicBezTo>
                    <a:pt x="143168" y="11702"/>
                    <a:pt x="143445" y="11425"/>
                    <a:pt x="143445" y="6437"/>
                  </a:cubicBezTo>
                  <a:cubicBezTo>
                    <a:pt x="143445" y="341"/>
                    <a:pt x="143168" y="64"/>
                    <a:pt x="137072" y="64"/>
                  </a:cubicBezTo>
                  <a:cubicBezTo>
                    <a:pt x="132084" y="64"/>
                    <a:pt x="131530" y="64"/>
                    <a:pt x="124049" y="4498"/>
                  </a:cubicBezTo>
                  <a:cubicBezTo>
                    <a:pt x="61980" y="39688"/>
                    <a:pt x="58378" y="91227"/>
                    <a:pt x="58378" y="100925"/>
                  </a:cubicBezTo>
                  <a:lnTo>
                    <a:pt x="58378" y="297937"/>
                  </a:lnTo>
                  <a:cubicBezTo>
                    <a:pt x="58378" y="317887"/>
                    <a:pt x="58378" y="340332"/>
                    <a:pt x="43970" y="365824"/>
                  </a:cubicBezTo>
                  <a:cubicBezTo>
                    <a:pt x="31223" y="388546"/>
                    <a:pt x="16261" y="399906"/>
                    <a:pt x="4346" y="407942"/>
                  </a:cubicBezTo>
                  <a:cubicBezTo>
                    <a:pt x="466" y="410436"/>
                    <a:pt x="189" y="410713"/>
                    <a:pt x="189" y="415423"/>
                  </a:cubicBezTo>
                  <a:cubicBezTo>
                    <a:pt x="189" y="420411"/>
                    <a:pt x="466" y="420688"/>
                    <a:pt x="2683" y="422074"/>
                  </a:cubicBezTo>
                  <a:cubicBezTo>
                    <a:pt x="26236" y="437591"/>
                    <a:pt x="51451" y="462252"/>
                    <a:pt x="57547" y="507418"/>
                  </a:cubicBezTo>
                  <a:cubicBezTo>
                    <a:pt x="58378" y="513514"/>
                    <a:pt x="58378" y="514068"/>
                    <a:pt x="58378" y="517393"/>
                  </a:cubicBezTo>
                  <a:lnTo>
                    <a:pt x="58378" y="730199"/>
                  </a:lnTo>
                  <a:cubicBezTo>
                    <a:pt x="58378" y="752643"/>
                    <a:pt x="72233" y="799194"/>
                    <a:pt x="125711" y="827457"/>
                  </a:cubicBezTo>
                  <a:cubicBezTo>
                    <a:pt x="132084" y="831060"/>
                    <a:pt x="132639" y="831060"/>
                    <a:pt x="137072" y="831060"/>
                  </a:cubicBezTo>
                  <a:cubicBezTo>
                    <a:pt x="143168" y="831060"/>
                    <a:pt x="143445" y="830783"/>
                    <a:pt x="143445" y="824687"/>
                  </a:cubicBezTo>
                  <a:cubicBezTo>
                    <a:pt x="143445" y="819699"/>
                    <a:pt x="143168" y="819422"/>
                    <a:pt x="142060" y="818868"/>
                  </a:cubicBezTo>
                  <a:cubicBezTo>
                    <a:pt x="130145" y="811386"/>
                    <a:pt x="93846" y="789496"/>
                    <a:pt x="86364" y="741282"/>
                  </a:cubicBezTo>
                  <a:cubicBezTo>
                    <a:pt x="85256" y="734078"/>
                    <a:pt x="85256" y="733524"/>
                    <a:pt x="85256" y="729922"/>
                  </a:cubicBezTo>
                  <a:lnTo>
                    <a:pt x="85256" y="517393"/>
                  </a:ln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F5C85A5E-6F0F-435F-A24D-0035D86EE121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1797658" y="6345480"/>
              <a:ext cx="101612" cy="122415"/>
            </a:xfrm>
            <a:custGeom>
              <a:avLst/>
              <a:gdLst>
                <a:gd name="connsiteX0" fmla="*/ 22339 w 101612"/>
                <a:gd name="connsiteY0" fmla="*/ 61416 h 122415"/>
                <a:gd name="connsiteX1" fmla="*/ 58344 w 101612"/>
                <a:gd name="connsiteY1" fmla="*/ 6743 h 122415"/>
                <a:gd name="connsiteX2" fmla="*/ 86880 w 101612"/>
                <a:gd name="connsiteY2" fmla="*/ 16611 h 122415"/>
                <a:gd name="connsiteX3" fmla="*/ 74346 w 101612"/>
                <a:gd name="connsiteY3" fmla="*/ 28879 h 122415"/>
                <a:gd name="connsiteX4" fmla="*/ 86614 w 101612"/>
                <a:gd name="connsiteY4" fmla="*/ 41147 h 122415"/>
                <a:gd name="connsiteX5" fmla="*/ 98882 w 101612"/>
                <a:gd name="connsiteY5" fmla="*/ 28612 h 122415"/>
                <a:gd name="connsiteX6" fmla="*/ 58077 w 101612"/>
                <a:gd name="connsiteY6" fmla="*/ 75 h 122415"/>
                <a:gd name="connsiteX7" fmla="*/ 203 w 101612"/>
                <a:gd name="connsiteY7" fmla="*/ 61950 h 122415"/>
                <a:gd name="connsiteX8" fmla="*/ 57543 w 101612"/>
                <a:gd name="connsiteY8" fmla="*/ 122490 h 122415"/>
                <a:gd name="connsiteX9" fmla="*/ 101816 w 101612"/>
                <a:gd name="connsiteY9" fmla="*/ 87819 h 122415"/>
                <a:gd name="connsiteX10" fmla="*/ 98349 w 101612"/>
                <a:gd name="connsiteY10" fmla="*/ 85152 h 122415"/>
                <a:gd name="connsiteX11" fmla="*/ 94881 w 101612"/>
                <a:gd name="connsiteY11" fmla="*/ 87819 h 122415"/>
                <a:gd name="connsiteX12" fmla="*/ 59944 w 101612"/>
                <a:gd name="connsiteY12" fmla="*/ 115823 h 122415"/>
                <a:gd name="connsiteX13" fmla="*/ 22339 w 101612"/>
                <a:gd name="connsiteY13" fmla="*/ 61416 h 122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1612" h="122415">
                  <a:moveTo>
                    <a:pt x="22339" y="61416"/>
                  </a:moveTo>
                  <a:cubicBezTo>
                    <a:pt x="22339" y="17944"/>
                    <a:pt x="44209" y="6743"/>
                    <a:pt x="58344" y="6743"/>
                  </a:cubicBezTo>
                  <a:cubicBezTo>
                    <a:pt x="60744" y="6743"/>
                    <a:pt x="77546" y="7009"/>
                    <a:pt x="86880" y="16611"/>
                  </a:cubicBezTo>
                  <a:cubicBezTo>
                    <a:pt x="75946" y="17411"/>
                    <a:pt x="74346" y="25412"/>
                    <a:pt x="74346" y="28879"/>
                  </a:cubicBezTo>
                  <a:cubicBezTo>
                    <a:pt x="74346" y="35813"/>
                    <a:pt x="79146" y="41147"/>
                    <a:pt x="86614" y="41147"/>
                  </a:cubicBezTo>
                  <a:cubicBezTo>
                    <a:pt x="93548" y="41147"/>
                    <a:pt x="98882" y="36613"/>
                    <a:pt x="98882" y="28612"/>
                  </a:cubicBezTo>
                  <a:cubicBezTo>
                    <a:pt x="98882" y="10477"/>
                    <a:pt x="78613" y="75"/>
                    <a:pt x="58077" y="75"/>
                  </a:cubicBezTo>
                  <a:cubicBezTo>
                    <a:pt x="24739" y="75"/>
                    <a:pt x="203" y="28879"/>
                    <a:pt x="203" y="61950"/>
                  </a:cubicBezTo>
                  <a:cubicBezTo>
                    <a:pt x="203" y="96087"/>
                    <a:pt x="26606" y="122490"/>
                    <a:pt x="57543" y="122490"/>
                  </a:cubicBezTo>
                  <a:cubicBezTo>
                    <a:pt x="93281" y="122490"/>
                    <a:pt x="101816" y="90486"/>
                    <a:pt x="101816" y="87819"/>
                  </a:cubicBezTo>
                  <a:cubicBezTo>
                    <a:pt x="101816" y="85152"/>
                    <a:pt x="99149" y="85152"/>
                    <a:pt x="98349" y="85152"/>
                  </a:cubicBezTo>
                  <a:cubicBezTo>
                    <a:pt x="95948" y="85152"/>
                    <a:pt x="95415" y="86219"/>
                    <a:pt x="94881" y="87819"/>
                  </a:cubicBezTo>
                  <a:cubicBezTo>
                    <a:pt x="87147" y="112623"/>
                    <a:pt x="69812" y="115823"/>
                    <a:pt x="59944" y="115823"/>
                  </a:cubicBezTo>
                  <a:cubicBezTo>
                    <a:pt x="45809" y="115823"/>
                    <a:pt x="22339" y="104355"/>
                    <a:pt x="22339" y="61416"/>
                  </a:cubicBez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B586B3C3-9897-4C74-878B-EE0365CB7FB2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1914591" y="6345480"/>
              <a:ext cx="118147" cy="122415"/>
            </a:xfrm>
            <a:custGeom>
              <a:avLst/>
              <a:gdLst>
                <a:gd name="connsiteX0" fmla="*/ 118356 w 118147"/>
                <a:gd name="connsiteY0" fmla="*/ 62483 h 122415"/>
                <a:gd name="connsiteX1" fmla="*/ 59415 w 118147"/>
                <a:gd name="connsiteY1" fmla="*/ 75 h 122415"/>
                <a:gd name="connsiteX2" fmla="*/ 208 w 118147"/>
                <a:gd name="connsiteY2" fmla="*/ 62483 h 122415"/>
                <a:gd name="connsiteX3" fmla="*/ 59148 w 118147"/>
                <a:gd name="connsiteY3" fmla="*/ 122490 h 122415"/>
                <a:gd name="connsiteX4" fmla="*/ 118356 w 118147"/>
                <a:gd name="connsiteY4" fmla="*/ 62483 h 122415"/>
                <a:gd name="connsiteX5" fmla="*/ 59415 w 118147"/>
                <a:gd name="connsiteY5" fmla="*/ 115823 h 122415"/>
                <a:gd name="connsiteX6" fmla="*/ 29011 w 118147"/>
                <a:gd name="connsiteY6" fmla="*/ 97954 h 122415"/>
                <a:gd name="connsiteX7" fmla="*/ 22344 w 118147"/>
                <a:gd name="connsiteY7" fmla="*/ 60349 h 122415"/>
                <a:gd name="connsiteX8" fmla="*/ 28745 w 118147"/>
                <a:gd name="connsiteY8" fmla="*/ 23812 h 122415"/>
                <a:gd name="connsiteX9" fmla="*/ 59148 w 118147"/>
                <a:gd name="connsiteY9" fmla="*/ 5943 h 122415"/>
                <a:gd name="connsiteX10" fmla="*/ 89285 w 118147"/>
                <a:gd name="connsiteY10" fmla="*/ 23278 h 122415"/>
                <a:gd name="connsiteX11" fmla="*/ 96220 w 118147"/>
                <a:gd name="connsiteY11" fmla="*/ 60349 h 122415"/>
                <a:gd name="connsiteX12" fmla="*/ 90352 w 118147"/>
                <a:gd name="connsiteY12" fmla="*/ 96087 h 122415"/>
                <a:gd name="connsiteX13" fmla="*/ 59415 w 118147"/>
                <a:gd name="connsiteY13" fmla="*/ 115823 h 122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8147" h="122415">
                  <a:moveTo>
                    <a:pt x="118356" y="62483"/>
                  </a:moveTo>
                  <a:cubicBezTo>
                    <a:pt x="118356" y="28345"/>
                    <a:pt x="91686" y="75"/>
                    <a:pt x="59415" y="75"/>
                  </a:cubicBezTo>
                  <a:cubicBezTo>
                    <a:pt x="26078" y="75"/>
                    <a:pt x="208" y="29146"/>
                    <a:pt x="208" y="62483"/>
                  </a:cubicBezTo>
                  <a:cubicBezTo>
                    <a:pt x="208" y="96887"/>
                    <a:pt x="27944" y="122490"/>
                    <a:pt x="59148" y="122490"/>
                  </a:cubicBezTo>
                  <a:cubicBezTo>
                    <a:pt x="91419" y="122490"/>
                    <a:pt x="118356" y="96354"/>
                    <a:pt x="118356" y="62483"/>
                  </a:cubicBezTo>
                  <a:close/>
                  <a:moveTo>
                    <a:pt x="59415" y="115823"/>
                  </a:moveTo>
                  <a:cubicBezTo>
                    <a:pt x="47947" y="115823"/>
                    <a:pt x="36212" y="110222"/>
                    <a:pt x="29011" y="97954"/>
                  </a:cubicBezTo>
                  <a:cubicBezTo>
                    <a:pt x="22344" y="86219"/>
                    <a:pt x="22344" y="69951"/>
                    <a:pt x="22344" y="60349"/>
                  </a:cubicBezTo>
                  <a:cubicBezTo>
                    <a:pt x="22344" y="49948"/>
                    <a:pt x="22344" y="35546"/>
                    <a:pt x="28745" y="23812"/>
                  </a:cubicBezTo>
                  <a:cubicBezTo>
                    <a:pt x="35945" y="11543"/>
                    <a:pt x="48480" y="5943"/>
                    <a:pt x="59148" y="5943"/>
                  </a:cubicBezTo>
                  <a:cubicBezTo>
                    <a:pt x="70883" y="5943"/>
                    <a:pt x="82351" y="11810"/>
                    <a:pt x="89285" y="23278"/>
                  </a:cubicBezTo>
                  <a:cubicBezTo>
                    <a:pt x="96220" y="34746"/>
                    <a:pt x="96220" y="50215"/>
                    <a:pt x="96220" y="60349"/>
                  </a:cubicBezTo>
                  <a:cubicBezTo>
                    <a:pt x="96220" y="69951"/>
                    <a:pt x="96220" y="84352"/>
                    <a:pt x="90352" y="96087"/>
                  </a:cubicBezTo>
                  <a:cubicBezTo>
                    <a:pt x="84485" y="108089"/>
                    <a:pt x="72750" y="115823"/>
                    <a:pt x="59415" y="115823"/>
                  </a:cubicBez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CF696210-F6FA-403E-87C9-851B50BB0697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2049275" y="6345480"/>
              <a:ext cx="87210" cy="122415"/>
            </a:xfrm>
            <a:custGeom>
              <a:avLst/>
              <a:gdLst>
                <a:gd name="connsiteX0" fmla="*/ 46885 w 87210"/>
                <a:gd name="connsiteY0" fmla="*/ 67817 h 122415"/>
                <a:gd name="connsiteX1" fmla="*/ 74622 w 87210"/>
                <a:gd name="connsiteY1" fmla="*/ 92353 h 122415"/>
                <a:gd name="connsiteX2" fmla="*/ 44485 w 87210"/>
                <a:gd name="connsiteY2" fmla="*/ 116623 h 122415"/>
                <a:gd name="connsiteX3" fmla="*/ 7414 w 87210"/>
                <a:gd name="connsiteY3" fmla="*/ 78752 h 122415"/>
                <a:gd name="connsiteX4" fmla="*/ 3680 w 87210"/>
                <a:gd name="connsiteY4" fmla="*/ 74218 h 122415"/>
                <a:gd name="connsiteX5" fmla="*/ 213 w 87210"/>
                <a:gd name="connsiteY5" fmla="*/ 80885 h 122415"/>
                <a:gd name="connsiteX6" fmla="*/ 213 w 87210"/>
                <a:gd name="connsiteY6" fmla="*/ 116090 h 122415"/>
                <a:gd name="connsiteX7" fmla="*/ 3147 w 87210"/>
                <a:gd name="connsiteY7" fmla="*/ 122490 h 122415"/>
                <a:gd name="connsiteX8" fmla="*/ 9814 w 87210"/>
                <a:gd name="connsiteY8" fmla="*/ 117156 h 122415"/>
                <a:gd name="connsiteX9" fmla="*/ 15148 w 87210"/>
                <a:gd name="connsiteY9" fmla="*/ 111022 h 122415"/>
                <a:gd name="connsiteX10" fmla="*/ 44485 w 87210"/>
                <a:gd name="connsiteY10" fmla="*/ 122490 h 122415"/>
                <a:gd name="connsiteX11" fmla="*/ 87424 w 87210"/>
                <a:gd name="connsiteY11" fmla="*/ 85419 h 122415"/>
                <a:gd name="connsiteX12" fmla="*/ 76222 w 87210"/>
                <a:gd name="connsiteY12" fmla="*/ 60083 h 122415"/>
                <a:gd name="connsiteX13" fmla="*/ 45819 w 87210"/>
                <a:gd name="connsiteY13" fmla="*/ 47281 h 122415"/>
                <a:gd name="connsiteX14" fmla="*/ 13015 w 87210"/>
                <a:gd name="connsiteY14" fmla="*/ 25412 h 122415"/>
                <a:gd name="connsiteX15" fmla="*/ 42885 w 87210"/>
                <a:gd name="connsiteY15" fmla="*/ 5143 h 122415"/>
                <a:gd name="connsiteX16" fmla="*/ 74089 w 87210"/>
                <a:gd name="connsiteY16" fmla="*/ 37413 h 122415"/>
                <a:gd name="connsiteX17" fmla="*/ 77289 w 87210"/>
                <a:gd name="connsiteY17" fmla="*/ 39814 h 122415"/>
                <a:gd name="connsiteX18" fmla="*/ 80756 w 87210"/>
                <a:gd name="connsiteY18" fmla="*/ 33413 h 122415"/>
                <a:gd name="connsiteX19" fmla="*/ 80756 w 87210"/>
                <a:gd name="connsiteY19" fmla="*/ 6476 h 122415"/>
                <a:gd name="connsiteX20" fmla="*/ 77823 w 87210"/>
                <a:gd name="connsiteY20" fmla="*/ 75 h 122415"/>
                <a:gd name="connsiteX21" fmla="*/ 72489 w 87210"/>
                <a:gd name="connsiteY21" fmla="*/ 3276 h 122415"/>
                <a:gd name="connsiteX22" fmla="*/ 67955 w 87210"/>
                <a:gd name="connsiteY22" fmla="*/ 7543 h 122415"/>
                <a:gd name="connsiteX23" fmla="*/ 42885 w 87210"/>
                <a:gd name="connsiteY23" fmla="*/ 75 h 122415"/>
                <a:gd name="connsiteX24" fmla="*/ 213 w 87210"/>
                <a:gd name="connsiteY24" fmla="*/ 32879 h 122415"/>
                <a:gd name="connsiteX25" fmla="*/ 11681 w 87210"/>
                <a:gd name="connsiteY25" fmla="*/ 55549 h 122415"/>
                <a:gd name="connsiteX26" fmla="*/ 46885 w 87210"/>
                <a:gd name="connsiteY26" fmla="*/ 67817 h 122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7210" h="122415">
                  <a:moveTo>
                    <a:pt x="46885" y="67817"/>
                  </a:moveTo>
                  <a:cubicBezTo>
                    <a:pt x="52753" y="68884"/>
                    <a:pt x="74622" y="73151"/>
                    <a:pt x="74622" y="92353"/>
                  </a:cubicBezTo>
                  <a:cubicBezTo>
                    <a:pt x="74622" y="105955"/>
                    <a:pt x="65288" y="116623"/>
                    <a:pt x="44485" y="116623"/>
                  </a:cubicBezTo>
                  <a:cubicBezTo>
                    <a:pt x="22082" y="116623"/>
                    <a:pt x="12481" y="101421"/>
                    <a:pt x="7414" y="78752"/>
                  </a:cubicBezTo>
                  <a:cubicBezTo>
                    <a:pt x="6614" y="75285"/>
                    <a:pt x="6347" y="74218"/>
                    <a:pt x="3680" y="74218"/>
                  </a:cubicBezTo>
                  <a:cubicBezTo>
                    <a:pt x="213" y="74218"/>
                    <a:pt x="213" y="76085"/>
                    <a:pt x="213" y="80885"/>
                  </a:cubicBezTo>
                  <a:lnTo>
                    <a:pt x="213" y="116090"/>
                  </a:lnTo>
                  <a:cubicBezTo>
                    <a:pt x="213" y="120624"/>
                    <a:pt x="213" y="122490"/>
                    <a:pt x="3147" y="122490"/>
                  </a:cubicBezTo>
                  <a:cubicBezTo>
                    <a:pt x="4480" y="122490"/>
                    <a:pt x="4747" y="122224"/>
                    <a:pt x="9814" y="117156"/>
                  </a:cubicBezTo>
                  <a:cubicBezTo>
                    <a:pt x="10348" y="116623"/>
                    <a:pt x="10348" y="116090"/>
                    <a:pt x="15148" y="111022"/>
                  </a:cubicBezTo>
                  <a:cubicBezTo>
                    <a:pt x="26883" y="122224"/>
                    <a:pt x="38884" y="122490"/>
                    <a:pt x="44485" y="122490"/>
                  </a:cubicBezTo>
                  <a:cubicBezTo>
                    <a:pt x="75156" y="122490"/>
                    <a:pt x="87424" y="104622"/>
                    <a:pt x="87424" y="85419"/>
                  </a:cubicBezTo>
                  <a:cubicBezTo>
                    <a:pt x="87424" y="71284"/>
                    <a:pt x="79423" y="63283"/>
                    <a:pt x="76222" y="60083"/>
                  </a:cubicBezTo>
                  <a:cubicBezTo>
                    <a:pt x="67421" y="51548"/>
                    <a:pt x="57020" y="49415"/>
                    <a:pt x="45819" y="47281"/>
                  </a:cubicBezTo>
                  <a:cubicBezTo>
                    <a:pt x="30883" y="44347"/>
                    <a:pt x="13015" y="40880"/>
                    <a:pt x="13015" y="25412"/>
                  </a:cubicBezTo>
                  <a:cubicBezTo>
                    <a:pt x="13015" y="16077"/>
                    <a:pt x="19949" y="5143"/>
                    <a:pt x="42885" y="5143"/>
                  </a:cubicBezTo>
                  <a:cubicBezTo>
                    <a:pt x="72222" y="5143"/>
                    <a:pt x="73555" y="29146"/>
                    <a:pt x="74089" y="37413"/>
                  </a:cubicBezTo>
                  <a:cubicBezTo>
                    <a:pt x="74355" y="39814"/>
                    <a:pt x="76756" y="39814"/>
                    <a:pt x="77289" y="39814"/>
                  </a:cubicBezTo>
                  <a:cubicBezTo>
                    <a:pt x="80756" y="39814"/>
                    <a:pt x="80756" y="38480"/>
                    <a:pt x="80756" y="33413"/>
                  </a:cubicBezTo>
                  <a:lnTo>
                    <a:pt x="80756" y="6476"/>
                  </a:lnTo>
                  <a:cubicBezTo>
                    <a:pt x="80756" y="1942"/>
                    <a:pt x="80756" y="75"/>
                    <a:pt x="77823" y="75"/>
                  </a:cubicBezTo>
                  <a:cubicBezTo>
                    <a:pt x="76489" y="75"/>
                    <a:pt x="75956" y="75"/>
                    <a:pt x="72489" y="3276"/>
                  </a:cubicBezTo>
                  <a:cubicBezTo>
                    <a:pt x="71688" y="4342"/>
                    <a:pt x="69021" y="6743"/>
                    <a:pt x="67955" y="7543"/>
                  </a:cubicBezTo>
                  <a:cubicBezTo>
                    <a:pt x="57820" y="75"/>
                    <a:pt x="46885" y="75"/>
                    <a:pt x="42885" y="75"/>
                  </a:cubicBezTo>
                  <a:cubicBezTo>
                    <a:pt x="10348" y="75"/>
                    <a:pt x="213" y="17944"/>
                    <a:pt x="213" y="32879"/>
                  </a:cubicBezTo>
                  <a:cubicBezTo>
                    <a:pt x="213" y="42214"/>
                    <a:pt x="4480" y="49681"/>
                    <a:pt x="11681" y="55549"/>
                  </a:cubicBezTo>
                  <a:cubicBezTo>
                    <a:pt x="20215" y="62483"/>
                    <a:pt x="27683" y="64083"/>
                    <a:pt x="46885" y="67817"/>
                  </a:cubicBez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45" name="任意多边形: 形状 44">
              <a:extLst>
                <a:ext uri="{FF2B5EF4-FFF2-40B4-BE49-F238E27FC236}">
                  <a16:creationId xmlns:a16="http://schemas.microsoft.com/office/drawing/2014/main" id="{E8DD8B19-9212-4B17-A368-B3738312490A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2193322" y="6347080"/>
              <a:ext cx="158152" cy="120815"/>
            </a:xfrm>
            <a:custGeom>
              <a:avLst/>
              <a:gdLst>
                <a:gd name="connsiteX0" fmla="*/ 158372 w 158152"/>
                <a:gd name="connsiteY0" fmla="*/ 18744 h 120815"/>
                <a:gd name="connsiteX1" fmla="*/ 147704 w 158152"/>
                <a:gd name="connsiteY1" fmla="*/ 75 h 120815"/>
                <a:gd name="connsiteX2" fmla="*/ 133569 w 158152"/>
                <a:gd name="connsiteY2" fmla="*/ 12610 h 120815"/>
                <a:gd name="connsiteX3" fmla="*/ 137569 w 158152"/>
                <a:gd name="connsiteY3" fmla="*/ 20611 h 120815"/>
                <a:gd name="connsiteX4" fmla="*/ 146904 w 158152"/>
                <a:gd name="connsiteY4" fmla="*/ 43014 h 120815"/>
                <a:gd name="connsiteX5" fmla="*/ 133569 w 158152"/>
                <a:gd name="connsiteY5" fmla="*/ 81152 h 120815"/>
                <a:gd name="connsiteX6" fmla="*/ 103165 w 158152"/>
                <a:gd name="connsiteY6" fmla="*/ 101688 h 120815"/>
                <a:gd name="connsiteX7" fmla="*/ 77295 w 158152"/>
                <a:gd name="connsiteY7" fmla="*/ 77685 h 120815"/>
                <a:gd name="connsiteX8" fmla="*/ 86363 w 158152"/>
                <a:gd name="connsiteY8" fmla="*/ 46214 h 120815"/>
                <a:gd name="connsiteX9" fmla="*/ 81562 w 158152"/>
                <a:gd name="connsiteY9" fmla="*/ 40347 h 120815"/>
                <a:gd name="connsiteX10" fmla="*/ 74361 w 158152"/>
                <a:gd name="connsiteY10" fmla="*/ 44881 h 120815"/>
                <a:gd name="connsiteX11" fmla="*/ 68227 w 158152"/>
                <a:gd name="connsiteY11" fmla="*/ 77151 h 120815"/>
                <a:gd name="connsiteX12" fmla="*/ 31956 w 158152"/>
                <a:gd name="connsiteY12" fmla="*/ 101688 h 120815"/>
                <a:gd name="connsiteX13" fmla="*/ 8753 w 158152"/>
                <a:gd name="connsiteY13" fmla="*/ 71017 h 120815"/>
                <a:gd name="connsiteX14" fmla="*/ 35957 w 158152"/>
                <a:gd name="connsiteY14" fmla="*/ 6209 h 120815"/>
                <a:gd name="connsiteX15" fmla="*/ 30889 w 158152"/>
                <a:gd name="connsiteY15" fmla="*/ 1142 h 120815"/>
                <a:gd name="connsiteX16" fmla="*/ 23955 w 158152"/>
                <a:gd name="connsiteY16" fmla="*/ 7009 h 120815"/>
                <a:gd name="connsiteX17" fmla="*/ 219 w 158152"/>
                <a:gd name="connsiteY17" fmla="*/ 82752 h 120815"/>
                <a:gd name="connsiteX18" fmla="*/ 28222 w 158152"/>
                <a:gd name="connsiteY18" fmla="*/ 120890 h 120815"/>
                <a:gd name="connsiteX19" fmla="*/ 69294 w 158152"/>
                <a:gd name="connsiteY19" fmla="*/ 92887 h 120815"/>
                <a:gd name="connsiteX20" fmla="*/ 98631 w 158152"/>
                <a:gd name="connsiteY20" fmla="*/ 120890 h 120815"/>
                <a:gd name="connsiteX21" fmla="*/ 141836 w 158152"/>
                <a:gd name="connsiteY21" fmla="*/ 84619 h 120815"/>
                <a:gd name="connsiteX22" fmla="*/ 158372 w 158152"/>
                <a:gd name="connsiteY22" fmla="*/ 18744 h 120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8152" h="120815">
                  <a:moveTo>
                    <a:pt x="158372" y="18744"/>
                  </a:moveTo>
                  <a:cubicBezTo>
                    <a:pt x="158372" y="6743"/>
                    <a:pt x="153571" y="75"/>
                    <a:pt x="147704" y="75"/>
                  </a:cubicBezTo>
                  <a:cubicBezTo>
                    <a:pt x="140770" y="75"/>
                    <a:pt x="133569" y="6476"/>
                    <a:pt x="133569" y="12610"/>
                  </a:cubicBezTo>
                  <a:cubicBezTo>
                    <a:pt x="133569" y="15277"/>
                    <a:pt x="134902" y="18211"/>
                    <a:pt x="137569" y="20611"/>
                  </a:cubicBezTo>
                  <a:cubicBezTo>
                    <a:pt x="142103" y="24612"/>
                    <a:pt x="146904" y="31812"/>
                    <a:pt x="146904" y="43014"/>
                  </a:cubicBezTo>
                  <a:cubicBezTo>
                    <a:pt x="146904" y="53682"/>
                    <a:pt x="141836" y="68884"/>
                    <a:pt x="133569" y="81152"/>
                  </a:cubicBezTo>
                  <a:cubicBezTo>
                    <a:pt x="125568" y="92620"/>
                    <a:pt x="115700" y="101688"/>
                    <a:pt x="103165" y="101688"/>
                  </a:cubicBezTo>
                  <a:cubicBezTo>
                    <a:pt x="87963" y="101688"/>
                    <a:pt x="79695" y="92087"/>
                    <a:pt x="77295" y="77685"/>
                  </a:cubicBezTo>
                  <a:cubicBezTo>
                    <a:pt x="80229" y="70751"/>
                    <a:pt x="86363" y="53682"/>
                    <a:pt x="86363" y="46214"/>
                  </a:cubicBezTo>
                  <a:cubicBezTo>
                    <a:pt x="86363" y="43014"/>
                    <a:pt x="85029" y="40347"/>
                    <a:pt x="81562" y="40347"/>
                  </a:cubicBezTo>
                  <a:cubicBezTo>
                    <a:pt x="79429" y="40347"/>
                    <a:pt x="76495" y="40880"/>
                    <a:pt x="74361" y="44881"/>
                  </a:cubicBezTo>
                  <a:cubicBezTo>
                    <a:pt x="71428" y="50215"/>
                    <a:pt x="68227" y="67550"/>
                    <a:pt x="68227" y="77151"/>
                  </a:cubicBezTo>
                  <a:cubicBezTo>
                    <a:pt x="59426" y="89686"/>
                    <a:pt x="48758" y="101688"/>
                    <a:pt x="31956" y="101688"/>
                  </a:cubicBezTo>
                  <a:cubicBezTo>
                    <a:pt x="14354" y="101688"/>
                    <a:pt x="8753" y="85953"/>
                    <a:pt x="8753" y="71017"/>
                  </a:cubicBezTo>
                  <a:cubicBezTo>
                    <a:pt x="8753" y="37680"/>
                    <a:pt x="35957" y="9676"/>
                    <a:pt x="35957" y="6209"/>
                  </a:cubicBezTo>
                  <a:cubicBezTo>
                    <a:pt x="35957" y="3276"/>
                    <a:pt x="33823" y="1142"/>
                    <a:pt x="30889" y="1142"/>
                  </a:cubicBezTo>
                  <a:cubicBezTo>
                    <a:pt x="27422" y="1142"/>
                    <a:pt x="25555" y="4609"/>
                    <a:pt x="23955" y="7009"/>
                  </a:cubicBezTo>
                  <a:cubicBezTo>
                    <a:pt x="10353" y="26745"/>
                    <a:pt x="219" y="58483"/>
                    <a:pt x="219" y="82752"/>
                  </a:cubicBezTo>
                  <a:cubicBezTo>
                    <a:pt x="219" y="101154"/>
                    <a:pt x="6353" y="120890"/>
                    <a:pt x="28222" y="120890"/>
                  </a:cubicBezTo>
                  <a:cubicBezTo>
                    <a:pt x="47158" y="120890"/>
                    <a:pt x="59693" y="107555"/>
                    <a:pt x="69294" y="92887"/>
                  </a:cubicBezTo>
                  <a:cubicBezTo>
                    <a:pt x="71694" y="108355"/>
                    <a:pt x="82096" y="120890"/>
                    <a:pt x="98631" y="120890"/>
                  </a:cubicBezTo>
                  <a:cubicBezTo>
                    <a:pt x="119434" y="120890"/>
                    <a:pt x="132235" y="104622"/>
                    <a:pt x="141836" y="84619"/>
                  </a:cubicBezTo>
                  <a:cubicBezTo>
                    <a:pt x="148237" y="71551"/>
                    <a:pt x="158372" y="35280"/>
                    <a:pt x="158372" y="18744"/>
                  </a:cubicBez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3D777013-08AF-4E37-8C57-5CB63A1FB5A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2367112" y="6426849"/>
              <a:ext cx="76699" cy="79888"/>
            </a:xfrm>
            <a:custGeom>
              <a:avLst/>
              <a:gdLst>
                <a:gd name="connsiteX0" fmla="*/ 66828 w 76699"/>
                <a:gd name="connsiteY0" fmla="*/ 10351 h 79888"/>
                <a:gd name="connsiteX1" fmla="*/ 57794 w 76699"/>
                <a:gd name="connsiteY1" fmla="*/ 20270 h 79888"/>
                <a:gd name="connsiteX2" fmla="*/ 64703 w 76699"/>
                <a:gd name="connsiteY2" fmla="*/ 26824 h 79888"/>
                <a:gd name="connsiteX3" fmla="*/ 74800 w 76699"/>
                <a:gd name="connsiteY3" fmla="*/ 15488 h 79888"/>
                <a:gd name="connsiteX4" fmla="*/ 51418 w 76699"/>
                <a:gd name="connsiteY4" fmla="*/ 77 h 79888"/>
                <a:gd name="connsiteX5" fmla="*/ 225 w 76699"/>
                <a:gd name="connsiteY5" fmla="*/ 49143 h 79888"/>
                <a:gd name="connsiteX6" fmla="*/ 32995 w 76699"/>
                <a:gd name="connsiteY6" fmla="*/ 79965 h 79888"/>
                <a:gd name="connsiteX7" fmla="*/ 76925 w 76699"/>
                <a:gd name="connsiteY7" fmla="*/ 59949 h 79888"/>
                <a:gd name="connsiteX8" fmla="*/ 73914 w 76699"/>
                <a:gd name="connsiteY8" fmla="*/ 56937 h 79888"/>
                <a:gd name="connsiteX9" fmla="*/ 71080 w 76699"/>
                <a:gd name="connsiteY9" fmla="*/ 58709 h 79888"/>
                <a:gd name="connsiteX10" fmla="*/ 33350 w 76699"/>
                <a:gd name="connsiteY10" fmla="*/ 75005 h 79888"/>
                <a:gd name="connsiteX11" fmla="*/ 14928 w 76699"/>
                <a:gd name="connsiteY11" fmla="*/ 55343 h 79888"/>
                <a:gd name="connsiteX12" fmla="*/ 26619 w 76699"/>
                <a:gd name="connsiteY12" fmla="*/ 18676 h 79888"/>
                <a:gd name="connsiteX13" fmla="*/ 51418 w 76699"/>
                <a:gd name="connsiteY13" fmla="*/ 5037 h 79888"/>
                <a:gd name="connsiteX14" fmla="*/ 66828 w 76699"/>
                <a:gd name="connsiteY14" fmla="*/ 10351 h 7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699" h="79888">
                  <a:moveTo>
                    <a:pt x="66828" y="10351"/>
                  </a:moveTo>
                  <a:cubicBezTo>
                    <a:pt x="60452" y="11413"/>
                    <a:pt x="57794" y="16373"/>
                    <a:pt x="57794" y="20270"/>
                  </a:cubicBezTo>
                  <a:cubicBezTo>
                    <a:pt x="57794" y="25053"/>
                    <a:pt x="61514" y="26824"/>
                    <a:pt x="64703" y="26824"/>
                  </a:cubicBezTo>
                  <a:cubicBezTo>
                    <a:pt x="68600" y="26824"/>
                    <a:pt x="74800" y="23990"/>
                    <a:pt x="74800" y="15488"/>
                  </a:cubicBezTo>
                  <a:cubicBezTo>
                    <a:pt x="74800" y="3442"/>
                    <a:pt x="60983" y="77"/>
                    <a:pt x="51418" y="77"/>
                  </a:cubicBezTo>
                  <a:cubicBezTo>
                    <a:pt x="24847" y="77"/>
                    <a:pt x="225" y="24522"/>
                    <a:pt x="225" y="49143"/>
                  </a:cubicBezTo>
                  <a:cubicBezTo>
                    <a:pt x="225" y="64377"/>
                    <a:pt x="10854" y="79965"/>
                    <a:pt x="32995" y="79965"/>
                  </a:cubicBezTo>
                  <a:cubicBezTo>
                    <a:pt x="62931" y="79965"/>
                    <a:pt x="76925" y="62429"/>
                    <a:pt x="76925" y="59949"/>
                  </a:cubicBezTo>
                  <a:cubicBezTo>
                    <a:pt x="76925" y="58886"/>
                    <a:pt x="75331" y="56937"/>
                    <a:pt x="73914" y="56937"/>
                  </a:cubicBezTo>
                  <a:cubicBezTo>
                    <a:pt x="72851" y="56937"/>
                    <a:pt x="72497" y="57292"/>
                    <a:pt x="71080" y="58709"/>
                  </a:cubicBezTo>
                  <a:cubicBezTo>
                    <a:pt x="57263" y="75005"/>
                    <a:pt x="36538" y="75005"/>
                    <a:pt x="33350" y="75005"/>
                  </a:cubicBezTo>
                  <a:cubicBezTo>
                    <a:pt x="20596" y="75005"/>
                    <a:pt x="14928" y="66326"/>
                    <a:pt x="14928" y="55343"/>
                  </a:cubicBezTo>
                  <a:cubicBezTo>
                    <a:pt x="14928" y="50206"/>
                    <a:pt x="17408" y="30898"/>
                    <a:pt x="26619" y="18676"/>
                  </a:cubicBezTo>
                  <a:cubicBezTo>
                    <a:pt x="33350" y="9996"/>
                    <a:pt x="42561" y="5037"/>
                    <a:pt x="51418" y="5037"/>
                  </a:cubicBezTo>
                  <a:cubicBezTo>
                    <a:pt x="53898" y="5037"/>
                    <a:pt x="62400" y="5391"/>
                    <a:pt x="66828" y="10351"/>
                  </a:cubicBez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D099C895-0164-400A-A731-B21D609C0A3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2465350" y="6298008"/>
              <a:ext cx="81876" cy="169887"/>
            </a:xfrm>
            <a:custGeom>
              <a:avLst/>
              <a:gdLst>
                <a:gd name="connsiteX0" fmla="*/ 49035 w 81876"/>
                <a:gd name="connsiteY0" fmla="*/ 60349 h 169887"/>
                <a:gd name="connsiteX1" fmla="*/ 74105 w 81876"/>
                <a:gd name="connsiteY1" fmla="*/ 60349 h 169887"/>
                <a:gd name="connsiteX2" fmla="*/ 82106 w 81876"/>
                <a:gd name="connsiteY2" fmla="*/ 55015 h 169887"/>
                <a:gd name="connsiteX3" fmla="*/ 74639 w 81876"/>
                <a:gd name="connsiteY3" fmla="*/ 52082 h 169887"/>
                <a:gd name="connsiteX4" fmla="*/ 51169 w 81876"/>
                <a:gd name="connsiteY4" fmla="*/ 52082 h 169887"/>
                <a:gd name="connsiteX5" fmla="*/ 62104 w 81876"/>
                <a:gd name="connsiteY5" fmla="*/ 7276 h 169887"/>
                <a:gd name="connsiteX6" fmla="*/ 54369 w 81876"/>
                <a:gd name="connsiteY6" fmla="*/ 75 h 169887"/>
                <a:gd name="connsiteX7" fmla="*/ 43702 w 81876"/>
                <a:gd name="connsiteY7" fmla="*/ 9676 h 169887"/>
                <a:gd name="connsiteX8" fmla="*/ 33300 w 81876"/>
                <a:gd name="connsiteY8" fmla="*/ 52082 h 169887"/>
                <a:gd name="connsiteX9" fmla="*/ 8230 w 81876"/>
                <a:gd name="connsiteY9" fmla="*/ 52082 h 169887"/>
                <a:gd name="connsiteX10" fmla="*/ 229 w 81876"/>
                <a:gd name="connsiteY10" fmla="*/ 57149 h 169887"/>
                <a:gd name="connsiteX11" fmla="*/ 7697 w 81876"/>
                <a:gd name="connsiteY11" fmla="*/ 60349 h 169887"/>
                <a:gd name="connsiteX12" fmla="*/ 31167 w 81876"/>
                <a:gd name="connsiteY12" fmla="*/ 60349 h 169887"/>
                <a:gd name="connsiteX13" fmla="*/ 10897 w 81876"/>
                <a:gd name="connsiteY13" fmla="*/ 145427 h 169887"/>
                <a:gd name="connsiteX14" fmla="*/ 35434 w 81876"/>
                <a:gd name="connsiteY14" fmla="*/ 169963 h 169887"/>
                <a:gd name="connsiteX15" fmla="*/ 77839 w 81876"/>
                <a:gd name="connsiteY15" fmla="*/ 128891 h 169887"/>
                <a:gd name="connsiteX16" fmla="*/ 74639 w 81876"/>
                <a:gd name="connsiteY16" fmla="*/ 126224 h 169887"/>
                <a:gd name="connsiteX17" fmla="*/ 70638 w 81876"/>
                <a:gd name="connsiteY17" fmla="*/ 129958 h 169887"/>
                <a:gd name="connsiteX18" fmla="*/ 35967 w 81876"/>
                <a:gd name="connsiteY18" fmla="*/ 164096 h 169887"/>
                <a:gd name="connsiteX19" fmla="*/ 27700 w 81876"/>
                <a:gd name="connsiteY19" fmla="*/ 151827 h 169887"/>
                <a:gd name="connsiteX20" fmla="*/ 29300 w 81876"/>
                <a:gd name="connsiteY20" fmla="*/ 139026 h 169887"/>
                <a:gd name="connsiteX21" fmla="*/ 49035 w 81876"/>
                <a:gd name="connsiteY21" fmla="*/ 60349 h 169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1876" h="169887">
                  <a:moveTo>
                    <a:pt x="49035" y="60349"/>
                  </a:moveTo>
                  <a:lnTo>
                    <a:pt x="74105" y="60349"/>
                  </a:lnTo>
                  <a:cubicBezTo>
                    <a:pt x="79439" y="60349"/>
                    <a:pt x="82106" y="60349"/>
                    <a:pt x="82106" y="55015"/>
                  </a:cubicBezTo>
                  <a:cubicBezTo>
                    <a:pt x="82106" y="52082"/>
                    <a:pt x="79439" y="52082"/>
                    <a:pt x="74639" y="52082"/>
                  </a:cubicBezTo>
                  <a:lnTo>
                    <a:pt x="51169" y="52082"/>
                  </a:lnTo>
                  <a:cubicBezTo>
                    <a:pt x="60770" y="14210"/>
                    <a:pt x="62104" y="8876"/>
                    <a:pt x="62104" y="7276"/>
                  </a:cubicBezTo>
                  <a:cubicBezTo>
                    <a:pt x="62104" y="2742"/>
                    <a:pt x="58903" y="75"/>
                    <a:pt x="54369" y="75"/>
                  </a:cubicBezTo>
                  <a:cubicBezTo>
                    <a:pt x="53569" y="75"/>
                    <a:pt x="46102" y="342"/>
                    <a:pt x="43702" y="9676"/>
                  </a:cubicBezTo>
                  <a:lnTo>
                    <a:pt x="33300" y="52082"/>
                  </a:lnTo>
                  <a:lnTo>
                    <a:pt x="8230" y="52082"/>
                  </a:lnTo>
                  <a:cubicBezTo>
                    <a:pt x="2896" y="52082"/>
                    <a:pt x="229" y="52082"/>
                    <a:pt x="229" y="57149"/>
                  </a:cubicBezTo>
                  <a:cubicBezTo>
                    <a:pt x="229" y="60349"/>
                    <a:pt x="2363" y="60349"/>
                    <a:pt x="7697" y="60349"/>
                  </a:cubicBezTo>
                  <a:lnTo>
                    <a:pt x="31167" y="60349"/>
                  </a:lnTo>
                  <a:cubicBezTo>
                    <a:pt x="11964" y="136092"/>
                    <a:pt x="10897" y="140626"/>
                    <a:pt x="10897" y="145427"/>
                  </a:cubicBezTo>
                  <a:cubicBezTo>
                    <a:pt x="10897" y="159828"/>
                    <a:pt x="21032" y="169963"/>
                    <a:pt x="35434" y="169963"/>
                  </a:cubicBezTo>
                  <a:cubicBezTo>
                    <a:pt x="62637" y="169963"/>
                    <a:pt x="77839" y="131025"/>
                    <a:pt x="77839" y="128891"/>
                  </a:cubicBezTo>
                  <a:cubicBezTo>
                    <a:pt x="77839" y="126224"/>
                    <a:pt x="75705" y="126224"/>
                    <a:pt x="74639" y="126224"/>
                  </a:cubicBezTo>
                  <a:cubicBezTo>
                    <a:pt x="72238" y="126224"/>
                    <a:pt x="71972" y="127024"/>
                    <a:pt x="70638" y="129958"/>
                  </a:cubicBezTo>
                  <a:cubicBezTo>
                    <a:pt x="59170" y="157695"/>
                    <a:pt x="45035" y="164096"/>
                    <a:pt x="35967" y="164096"/>
                  </a:cubicBezTo>
                  <a:cubicBezTo>
                    <a:pt x="30367" y="164096"/>
                    <a:pt x="27700" y="160629"/>
                    <a:pt x="27700" y="151827"/>
                  </a:cubicBezTo>
                  <a:cubicBezTo>
                    <a:pt x="27700" y="145427"/>
                    <a:pt x="28233" y="143560"/>
                    <a:pt x="29300" y="139026"/>
                  </a:cubicBezTo>
                  <a:lnTo>
                    <a:pt x="49035" y="60349"/>
                  </a:ln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48" name="任意多边形: 形状 47">
              <a:extLst>
                <a:ext uri="{FF2B5EF4-FFF2-40B4-BE49-F238E27FC236}">
                  <a16:creationId xmlns:a16="http://schemas.microsoft.com/office/drawing/2014/main" id="{D0E9EF9A-2C1D-441F-AE44-FC2E772FE7C6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2578461" y="6436691"/>
              <a:ext cx="31203" cy="79743"/>
            </a:xfrm>
            <a:custGeom>
              <a:avLst/>
              <a:gdLst>
                <a:gd name="connsiteX0" fmla="*/ 31437 w 31203"/>
                <a:gd name="connsiteY0" fmla="*/ 28079 h 79743"/>
                <a:gd name="connsiteX1" fmla="*/ 14368 w 31203"/>
                <a:gd name="connsiteY1" fmla="*/ 75 h 79743"/>
                <a:gd name="connsiteX2" fmla="*/ 233 w 31203"/>
                <a:gd name="connsiteY2" fmla="*/ 14210 h 79743"/>
                <a:gd name="connsiteX3" fmla="*/ 14368 w 31203"/>
                <a:gd name="connsiteY3" fmla="*/ 28345 h 79743"/>
                <a:gd name="connsiteX4" fmla="*/ 23703 w 31203"/>
                <a:gd name="connsiteY4" fmla="*/ 24878 h 79743"/>
                <a:gd name="connsiteX5" fmla="*/ 25036 w 31203"/>
                <a:gd name="connsiteY5" fmla="*/ 24078 h 79743"/>
                <a:gd name="connsiteX6" fmla="*/ 25570 w 31203"/>
                <a:gd name="connsiteY6" fmla="*/ 28079 h 79743"/>
                <a:gd name="connsiteX7" fmla="*/ 7434 w 31203"/>
                <a:gd name="connsiteY7" fmla="*/ 72618 h 79743"/>
                <a:gd name="connsiteX8" fmla="*/ 4500 w 31203"/>
                <a:gd name="connsiteY8" fmla="*/ 76885 h 79743"/>
                <a:gd name="connsiteX9" fmla="*/ 7167 w 31203"/>
                <a:gd name="connsiteY9" fmla="*/ 79818 h 79743"/>
                <a:gd name="connsiteX10" fmla="*/ 31437 w 31203"/>
                <a:gd name="connsiteY10" fmla="*/ 28079 h 79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203" h="79743">
                  <a:moveTo>
                    <a:pt x="31437" y="28079"/>
                  </a:moveTo>
                  <a:cubicBezTo>
                    <a:pt x="31437" y="10477"/>
                    <a:pt x="24770" y="75"/>
                    <a:pt x="14368" y="75"/>
                  </a:cubicBezTo>
                  <a:cubicBezTo>
                    <a:pt x="5567" y="75"/>
                    <a:pt x="233" y="6743"/>
                    <a:pt x="233" y="14210"/>
                  </a:cubicBezTo>
                  <a:cubicBezTo>
                    <a:pt x="233" y="21411"/>
                    <a:pt x="5567" y="28345"/>
                    <a:pt x="14368" y="28345"/>
                  </a:cubicBezTo>
                  <a:cubicBezTo>
                    <a:pt x="17569" y="28345"/>
                    <a:pt x="21036" y="27279"/>
                    <a:pt x="23703" y="24878"/>
                  </a:cubicBezTo>
                  <a:cubicBezTo>
                    <a:pt x="24503" y="24345"/>
                    <a:pt x="24770" y="24078"/>
                    <a:pt x="25036" y="24078"/>
                  </a:cubicBezTo>
                  <a:cubicBezTo>
                    <a:pt x="25303" y="24078"/>
                    <a:pt x="25570" y="24345"/>
                    <a:pt x="25570" y="28079"/>
                  </a:cubicBezTo>
                  <a:cubicBezTo>
                    <a:pt x="25570" y="47814"/>
                    <a:pt x="16235" y="63816"/>
                    <a:pt x="7434" y="72618"/>
                  </a:cubicBezTo>
                  <a:cubicBezTo>
                    <a:pt x="4500" y="75551"/>
                    <a:pt x="4500" y="76085"/>
                    <a:pt x="4500" y="76885"/>
                  </a:cubicBezTo>
                  <a:cubicBezTo>
                    <a:pt x="4500" y="78752"/>
                    <a:pt x="5834" y="79818"/>
                    <a:pt x="7167" y="79818"/>
                  </a:cubicBezTo>
                  <a:cubicBezTo>
                    <a:pt x="10101" y="79818"/>
                    <a:pt x="31437" y="59283"/>
                    <a:pt x="31437" y="28079"/>
                  </a:cubicBez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49" name="任意多边形: 形状 48">
              <a:extLst>
                <a:ext uri="{FF2B5EF4-FFF2-40B4-BE49-F238E27FC236}">
                  <a16:creationId xmlns:a16="http://schemas.microsoft.com/office/drawing/2014/main" id="{21EF61FE-5D03-4FB3-ABC2-1412FE5EF19D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2897244" y="6246184"/>
              <a:ext cx="240654" cy="244822"/>
            </a:xfrm>
            <a:custGeom>
              <a:avLst/>
              <a:gdLst>
                <a:gd name="connsiteX0" fmla="*/ 83590 w 240654"/>
                <a:gd name="connsiteY0" fmla="*/ 68834 h 244822"/>
                <a:gd name="connsiteX1" fmla="*/ 88799 w 240654"/>
                <a:gd name="connsiteY1" fmla="*/ 34454 h 244822"/>
                <a:gd name="connsiteX2" fmla="*/ 92966 w 240654"/>
                <a:gd name="connsiteY2" fmla="*/ 75 h 244822"/>
                <a:gd name="connsiteX3" fmla="*/ 114844 w 240654"/>
                <a:gd name="connsiteY3" fmla="*/ 9451 h 244822"/>
                <a:gd name="connsiteX4" fmla="*/ 107551 w 240654"/>
                <a:gd name="connsiteY4" fmla="*/ 16744 h 244822"/>
                <a:gd name="connsiteX5" fmla="*/ 98175 w 240654"/>
                <a:gd name="connsiteY5" fmla="*/ 68834 h 244822"/>
                <a:gd name="connsiteX6" fmla="*/ 202355 w 240654"/>
                <a:gd name="connsiteY6" fmla="*/ 68834 h 244822"/>
                <a:gd name="connsiteX7" fmla="*/ 216940 w 240654"/>
                <a:gd name="connsiteY7" fmla="*/ 54249 h 244822"/>
                <a:gd name="connsiteX8" fmla="*/ 236734 w 240654"/>
                <a:gd name="connsiteY8" fmla="*/ 75085 h 244822"/>
                <a:gd name="connsiteX9" fmla="*/ 97133 w 240654"/>
                <a:gd name="connsiteY9" fmla="*/ 75085 h 244822"/>
                <a:gd name="connsiteX10" fmla="*/ 88799 w 240654"/>
                <a:gd name="connsiteY10" fmla="*/ 113631 h 244822"/>
                <a:gd name="connsiteX11" fmla="*/ 178393 w 240654"/>
                <a:gd name="connsiteY11" fmla="*/ 113631 h 244822"/>
                <a:gd name="connsiteX12" fmla="*/ 185686 w 240654"/>
                <a:gd name="connsiteY12" fmla="*/ 102171 h 244822"/>
                <a:gd name="connsiteX13" fmla="*/ 203396 w 240654"/>
                <a:gd name="connsiteY13" fmla="*/ 117798 h 244822"/>
                <a:gd name="connsiteX14" fmla="*/ 194020 w 240654"/>
                <a:gd name="connsiteY14" fmla="*/ 125091 h 244822"/>
                <a:gd name="connsiteX15" fmla="*/ 151307 w 240654"/>
                <a:gd name="connsiteY15" fmla="*/ 186557 h 244822"/>
                <a:gd name="connsiteX16" fmla="*/ 240901 w 240654"/>
                <a:gd name="connsiteY16" fmla="*/ 225103 h 244822"/>
                <a:gd name="connsiteX17" fmla="*/ 240901 w 240654"/>
                <a:gd name="connsiteY17" fmla="*/ 228229 h 244822"/>
                <a:gd name="connsiteX18" fmla="*/ 221107 w 240654"/>
                <a:gd name="connsiteY18" fmla="*/ 242814 h 244822"/>
                <a:gd name="connsiteX19" fmla="*/ 142972 w 240654"/>
                <a:gd name="connsiteY19" fmla="*/ 196975 h 244822"/>
                <a:gd name="connsiteX20" fmla="*/ 39834 w 240654"/>
                <a:gd name="connsiteY20" fmla="*/ 244897 h 244822"/>
                <a:gd name="connsiteX21" fmla="*/ 38793 w 240654"/>
                <a:gd name="connsiteY21" fmla="*/ 241772 h 244822"/>
                <a:gd name="connsiteX22" fmla="*/ 133596 w 240654"/>
                <a:gd name="connsiteY22" fmla="*/ 186557 h 244822"/>
                <a:gd name="connsiteX23" fmla="*/ 97133 w 240654"/>
                <a:gd name="connsiteY23" fmla="*/ 119882 h 244822"/>
                <a:gd name="connsiteX24" fmla="*/ 87757 w 240654"/>
                <a:gd name="connsiteY24" fmla="*/ 119882 h 244822"/>
                <a:gd name="connsiteX25" fmla="*/ 55461 w 240654"/>
                <a:gd name="connsiteY25" fmla="*/ 185515 h 244822"/>
                <a:gd name="connsiteX26" fmla="*/ 2330 w 240654"/>
                <a:gd name="connsiteY26" fmla="*/ 237605 h 244822"/>
                <a:gd name="connsiteX27" fmla="*/ 246 w 240654"/>
                <a:gd name="connsiteY27" fmla="*/ 234479 h 244822"/>
                <a:gd name="connsiteX28" fmla="*/ 32542 w 240654"/>
                <a:gd name="connsiteY28" fmla="*/ 198016 h 244822"/>
                <a:gd name="connsiteX29" fmla="*/ 60670 w 240654"/>
                <a:gd name="connsiteY29" fmla="*/ 149052 h 244822"/>
                <a:gd name="connsiteX30" fmla="*/ 82548 w 240654"/>
                <a:gd name="connsiteY30" fmla="*/ 75085 h 244822"/>
                <a:gd name="connsiteX31" fmla="*/ 34625 w 240654"/>
                <a:gd name="connsiteY31" fmla="*/ 75085 h 244822"/>
                <a:gd name="connsiteX32" fmla="*/ 26291 w 240654"/>
                <a:gd name="connsiteY32" fmla="*/ 84461 h 244822"/>
                <a:gd name="connsiteX33" fmla="*/ 12748 w 240654"/>
                <a:gd name="connsiteY33" fmla="*/ 69876 h 244822"/>
                <a:gd name="connsiteX34" fmla="*/ 21082 w 240654"/>
                <a:gd name="connsiteY34" fmla="*/ 64667 h 244822"/>
                <a:gd name="connsiteX35" fmla="*/ 38793 w 240654"/>
                <a:gd name="connsiteY35" fmla="*/ 13619 h 244822"/>
                <a:gd name="connsiteX36" fmla="*/ 59628 w 240654"/>
                <a:gd name="connsiteY36" fmla="*/ 25078 h 244822"/>
                <a:gd name="connsiteX37" fmla="*/ 51294 w 240654"/>
                <a:gd name="connsiteY37" fmla="*/ 31329 h 244822"/>
                <a:gd name="connsiteX38" fmla="*/ 35667 w 240654"/>
                <a:gd name="connsiteY38" fmla="*/ 68834 h 244822"/>
                <a:gd name="connsiteX39" fmla="*/ 83590 w 240654"/>
                <a:gd name="connsiteY39" fmla="*/ 68834 h 244822"/>
                <a:gd name="connsiteX40" fmla="*/ 102342 w 240654"/>
                <a:gd name="connsiteY40" fmla="*/ 119882 h 244822"/>
                <a:gd name="connsiteX41" fmla="*/ 141930 w 240654"/>
                <a:gd name="connsiteY41" fmla="*/ 177181 h 244822"/>
                <a:gd name="connsiteX42" fmla="*/ 178393 w 240654"/>
                <a:gd name="connsiteY42" fmla="*/ 119882 h 244822"/>
                <a:gd name="connsiteX43" fmla="*/ 102342 w 240654"/>
                <a:gd name="connsiteY43" fmla="*/ 119882 h 244822"/>
                <a:gd name="connsiteX44" fmla="*/ 146098 w 240654"/>
                <a:gd name="connsiteY44" fmla="*/ 5284 h 244822"/>
                <a:gd name="connsiteX45" fmla="*/ 185686 w 240654"/>
                <a:gd name="connsiteY45" fmla="*/ 26120 h 244822"/>
                <a:gd name="connsiteX46" fmla="*/ 195062 w 240654"/>
                <a:gd name="connsiteY46" fmla="*/ 40705 h 244822"/>
                <a:gd name="connsiteX47" fmla="*/ 191937 w 240654"/>
                <a:gd name="connsiteY47" fmla="*/ 50081 h 244822"/>
                <a:gd name="connsiteX48" fmla="*/ 187769 w 240654"/>
                <a:gd name="connsiteY48" fmla="*/ 56332 h 244822"/>
                <a:gd name="connsiteX49" fmla="*/ 179435 w 240654"/>
                <a:gd name="connsiteY49" fmla="*/ 46956 h 244822"/>
                <a:gd name="connsiteX50" fmla="*/ 144014 w 240654"/>
                <a:gd name="connsiteY50" fmla="*/ 8410 h 244822"/>
                <a:gd name="connsiteX51" fmla="*/ 146098 w 240654"/>
                <a:gd name="connsiteY51" fmla="*/ 5284 h 24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40654" h="244822">
                  <a:moveTo>
                    <a:pt x="83590" y="68834"/>
                  </a:moveTo>
                  <a:cubicBezTo>
                    <a:pt x="85673" y="57721"/>
                    <a:pt x="87410" y="46262"/>
                    <a:pt x="88799" y="34454"/>
                  </a:cubicBezTo>
                  <a:cubicBezTo>
                    <a:pt x="90882" y="21953"/>
                    <a:pt x="92271" y="10493"/>
                    <a:pt x="92966" y="75"/>
                  </a:cubicBezTo>
                  <a:lnTo>
                    <a:pt x="114844" y="9451"/>
                  </a:lnTo>
                  <a:lnTo>
                    <a:pt x="107551" y="16744"/>
                  </a:lnTo>
                  <a:cubicBezTo>
                    <a:pt x="102689" y="44525"/>
                    <a:pt x="99564" y="61888"/>
                    <a:pt x="98175" y="68834"/>
                  </a:cubicBezTo>
                  <a:lnTo>
                    <a:pt x="202355" y="68834"/>
                  </a:lnTo>
                  <a:lnTo>
                    <a:pt x="216940" y="54249"/>
                  </a:lnTo>
                  <a:lnTo>
                    <a:pt x="236734" y="75085"/>
                  </a:lnTo>
                  <a:lnTo>
                    <a:pt x="97133" y="75085"/>
                  </a:lnTo>
                  <a:cubicBezTo>
                    <a:pt x="95050" y="88281"/>
                    <a:pt x="92271" y="101129"/>
                    <a:pt x="88799" y="113631"/>
                  </a:cubicBezTo>
                  <a:lnTo>
                    <a:pt x="178393" y="113631"/>
                  </a:lnTo>
                  <a:lnTo>
                    <a:pt x="185686" y="102171"/>
                  </a:lnTo>
                  <a:lnTo>
                    <a:pt x="203396" y="117798"/>
                  </a:lnTo>
                  <a:lnTo>
                    <a:pt x="194020" y="125091"/>
                  </a:lnTo>
                  <a:cubicBezTo>
                    <a:pt x="181519" y="148010"/>
                    <a:pt x="167281" y="168499"/>
                    <a:pt x="151307" y="186557"/>
                  </a:cubicBezTo>
                  <a:cubicBezTo>
                    <a:pt x="174226" y="205309"/>
                    <a:pt x="204091" y="218158"/>
                    <a:pt x="240901" y="225103"/>
                  </a:cubicBezTo>
                  <a:lnTo>
                    <a:pt x="240901" y="228229"/>
                  </a:lnTo>
                  <a:cubicBezTo>
                    <a:pt x="230483" y="230312"/>
                    <a:pt x="223885" y="235174"/>
                    <a:pt x="221107" y="242814"/>
                  </a:cubicBezTo>
                  <a:cubicBezTo>
                    <a:pt x="188464" y="231007"/>
                    <a:pt x="162419" y="215727"/>
                    <a:pt x="142972" y="196975"/>
                  </a:cubicBezTo>
                  <a:cubicBezTo>
                    <a:pt x="115885" y="219894"/>
                    <a:pt x="81506" y="235868"/>
                    <a:pt x="39834" y="244897"/>
                  </a:cubicBezTo>
                  <a:lnTo>
                    <a:pt x="38793" y="241772"/>
                  </a:lnTo>
                  <a:cubicBezTo>
                    <a:pt x="81853" y="227187"/>
                    <a:pt x="113455" y="208782"/>
                    <a:pt x="133596" y="186557"/>
                  </a:cubicBezTo>
                  <a:cubicBezTo>
                    <a:pt x="118316" y="166415"/>
                    <a:pt x="106162" y="144190"/>
                    <a:pt x="97133" y="119882"/>
                  </a:cubicBezTo>
                  <a:lnTo>
                    <a:pt x="87757" y="119882"/>
                  </a:lnTo>
                  <a:cubicBezTo>
                    <a:pt x="80117" y="142801"/>
                    <a:pt x="69352" y="164679"/>
                    <a:pt x="55461" y="185515"/>
                  </a:cubicBezTo>
                  <a:cubicBezTo>
                    <a:pt x="42265" y="205656"/>
                    <a:pt x="24555" y="223020"/>
                    <a:pt x="2330" y="237605"/>
                  </a:cubicBezTo>
                  <a:lnTo>
                    <a:pt x="246" y="234479"/>
                  </a:lnTo>
                  <a:cubicBezTo>
                    <a:pt x="11359" y="224756"/>
                    <a:pt x="22124" y="212602"/>
                    <a:pt x="32542" y="198016"/>
                  </a:cubicBezTo>
                  <a:cubicBezTo>
                    <a:pt x="43654" y="183431"/>
                    <a:pt x="53030" y="167110"/>
                    <a:pt x="60670" y="149052"/>
                  </a:cubicBezTo>
                  <a:cubicBezTo>
                    <a:pt x="69005" y="130300"/>
                    <a:pt x="76297" y="105644"/>
                    <a:pt x="82548" y="75085"/>
                  </a:cubicBezTo>
                  <a:lnTo>
                    <a:pt x="34625" y="75085"/>
                  </a:lnTo>
                  <a:lnTo>
                    <a:pt x="26291" y="84461"/>
                  </a:lnTo>
                  <a:lnTo>
                    <a:pt x="12748" y="69876"/>
                  </a:lnTo>
                  <a:lnTo>
                    <a:pt x="21082" y="64667"/>
                  </a:lnTo>
                  <a:cubicBezTo>
                    <a:pt x="30805" y="42442"/>
                    <a:pt x="36709" y="25426"/>
                    <a:pt x="38793" y="13619"/>
                  </a:cubicBezTo>
                  <a:lnTo>
                    <a:pt x="59628" y="25078"/>
                  </a:lnTo>
                  <a:lnTo>
                    <a:pt x="51294" y="31329"/>
                  </a:lnTo>
                  <a:cubicBezTo>
                    <a:pt x="44349" y="48692"/>
                    <a:pt x="39140" y="61194"/>
                    <a:pt x="35667" y="68834"/>
                  </a:cubicBezTo>
                  <a:lnTo>
                    <a:pt x="83590" y="68834"/>
                  </a:lnTo>
                  <a:close/>
                  <a:moveTo>
                    <a:pt x="102342" y="119882"/>
                  </a:moveTo>
                  <a:cubicBezTo>
                    <a:pt x="113455" y="142107"/>
                    <a:pt x="126651" y="161206"/>
                    <a:pt x="141930" y="177181"/>
                  </a:cubicBezTo>
                  <a:cubicBezTo>
                    <a:pt x="155126" y="161901"/>
                    <a:pt x="167281" y="142801"/>
                    <a:pt x="178393" y="119882"/>
                  </a:cubicBezTo>
                  <a:lnTo>
                    <a:pt x="102342" y="119882"/>
                  </a:lnTo>
                  <a:close/>
                  <a:moveTo>
                    <a:pt x="146098" y="5284"/>
                  </a:moveTo>
                  <a:cubicBezTo>
                    <a:pt x="166239" y="13619"/>
                    <a:pt x="179435" y="20564"/>
                    <a:pt x="185686" y="26120"/>
                  </a:cubicBezTo>
                  <a:cubicBezTo>
                    <a:pt x="191937" y="30982"/>
                    <a:pt x="195062" y="35844"/>
                    <a:pt x="195062" y="40705"/>
                  </a:cubicBezTo>
                  <a:cubicBezTo>
                    <a:pt x="195062" y="42789"/>
                    <a:pt x="194020" y="45914"/>
                    <a:pt x="191937" y="50081"/>
                  </a:cubicBezTo>
                  <a:cubicBezTo>
                    <a:pt x="190547" y="54249"/>
                    <a:pt x="189158" y="56332"/>
                    <a:pt x="187769" y="56332"/>
                  </a:cubicBezTo>
                  <a:cubicBezTo>
                    <a:pt x="185686" y="56332"/>
                    <a:pt x="182908" y="53207"/>
                    <a:pt x="179435" y="46956"/>
                  </a:cubicBezTo>
                  <a:cubicBezTo>
                    <a:pt x="173184" y="36538"/>
                    <a:pt x="161377" y="23689"/>
                    <a:pt x="144014" y="8410"/>
                  </a:cubicBezTo>
                  <a:lnTo>
                    <a:pt x="146098" y="5284"/>
                  </a:ln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id="{53C87195-45C4-46E2-819A-9805F65969BA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3274374" y="6260665"/>
              <a:ext cx="105221" cy="80322"/>
            </a:xfrm>
            <a:custGeom>
              <a:avLst/>
              <a:gdLst>
                <a:gd name="connsiteX0" fmla="*/ 16925 w 105221"/>
                <a:gd name="connsiteY0" fmla="*/ 46018 h 80322"/>
                <a:gd name="connsiteX1" fmla="*/ 33594 w 105221"/>
                <a:gd name="connsiteY1" fmla="*/ 51227 h 80322"/>
                <a:gd name="connsiteX2" fmla="*/ 37761 w 105221"/>
                <a:gd name="connsiteY2" fmla="*/ 64771 h 80322"/>
                <a:gd name="connsiteX3" fmla="*/ 31510 w 105221"/>
                <a:gd name="connsiteY3" fmla="*/ 76231 h 80322"/>
                <a:gd name="connsiteX4" fmla="*/ 20051 w 105221"/>
                <a:gd name="connsiteY4" fmla="*/ 80398 h 80322"/>
                <a:gd name="connsiteX5" fmla="*/ 10675 w 105221"/>
                <a:gd name="connsiteY5" fmla="*/ 79356 h 80322"/>
                <a:gd name="connsiteX6" fmla="*/ 2340 w 105221"/>
                <a:gd name="connsiteY6" fmla="*/ 72063 h 80322"/>
                <a:gd name="connsiteX7" fmla="*/ 257 w 105221"/>
                <a:gd name="connsiteY7" fmla="*/ 59562 h 80322"/>
                <a:gd name="connsiteX8" fmla="*/ 2340 w 105221"/>
                <a:gd name="connsiteY8" fmla="*/ 46018 h 80322"/>
                <a:gd name="connsiteX9" fmla="*/ 12758 w 105221"/>
                <a:gd name="connsiteY9" fmla="*/ 28308 h 80322"/>
                <a:gd name="connsiteX10" fmla="*/ 33594 w 105221"/>
                <a:gd name="connsiteY10" fmla="*/ 8514 h 80322"/>
                <a:gd name="connsiteX11" fmla="*/ 47137 w 105221"/>
                <a:gd name="connsiteY11" fmla="*/ 179 h 80322"/>
                <a:gd name="connsiteX12" fmla="*/ 49221 w 105221"/>
                <a:gd name="connsiteY12" fmla="*/ 1221 h 80322"/>
                <a:gd name="connsiteX13" fmla="*/ 41928 w 105221"/>
                <a:gd name="connsiteY13" fmla="*/ 9556 h 80322"/>
                <a:gd name="connsiteX14" fmla="*/ 26301 w 105221"/>
                <a:gd name="connsiteY14" fmla="*/ 26224 h 80322"/>
                <a:gd name="connsiteX15" fmla="*/ 16925 w 105221"/>
                <a:gd name="connsiteY15" fmla="*/ 46018 h 80322"/>
                <a:gd name="connsiteX16" fmla="*/ 73182 w 105221"/>
                <a:gd name="connsiteY16" fmla="*/ 46018 h 80322"/>
                <a:gd name="connsiteX17" fmla="*/ 89851 w 105221"/>
                <a:gd name="connsiteY17" fmla="*/ 51227 h 80322"/>
                <a:gd name="connsiteX18" fmla="*/ 94018 w 105221"/>
                <a:gd name="connsiteY18" fmla="*/ 64771 h 80322"/>
                <a:gd name="connsiteX19" fmla="*/ 87767 w 105221"/>
                <a:gd name="connsiteY19" fmla="*/ 76231 h 80322"/>
                <a:gd name="connsiteX20" fmla="*/ 76308 w 105221"/>
                <a:gd name="connsiteY20" fmla="*/ 80398 h 80322"/>
                <a:gd name="connsiteX21" fmla="*/ 66932 w 105221"/>
                <a:gd name="connsiteY21" fmla="*/ 79356 h 80322"/>
                <a:gd name="connsiteX22" fmla="*/ 58597 w 105221"/>
                <a:gd name="connsiteY22" fmla="*/ 72063 h 80322"/>
                <a:gd name="connsiteX23" fmla="*/ 56514 w 105221"/>
                <a:gd name="connsiteY23" fmla="*/ 59562 h 80322"/>
                <a:gd name="connsiteX24" fmla="*/ 58597 w 105221"/>
                <a:gd name="connsiteY24" fmla="*/ 46018 h 80322"/>
                <a:gd name="connsiteX25" fmla="*/ 69015 w 105221"/>
                <a:gd name="connsiteY25" fmla="*/ 28308 h 80322"/>
                <a:gd name="connsiteX26" fmla="*/ 89851 w 105221"/>
                <a:gd name="connsiteY26" fmla="*/ 8514 h 80322"/>
                <a:gd name="connsiteX27" fmla="*/ 103394 w 105221"/>
                <a:gd name="connsiteY27" fmla="*/ 179 h 80322"/>
                <a:gd name="connsiteX28" fmla="*/ 105478 w 105221"/>
                <a:gd name="connsiteY28" fmla="*/ 1221 h 80322"/>
                <a:gd name="connsiteX29" fmla="*/ 98185 w 105221"/>
                <a:gd name="connsiteY29" fmla="*/ 9556 h 80322"/>
                <a:gd name="connsiteX30" fmla="*/ 82558 w 105221"/>
                <a:gd name="connsiteY30" fmla="*/ 26224 h 80322"/>
                <a:gd name="connsiteX31" fmla="*/ 73182 w 105221"/>
                <a:gd name="connsiteY31" fmla="*/ 46018 h 80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5221" h="80322">
                  <a:moveTo>
                    <a:pt x="16925" y="46018"/>
                  </a:moveTo>
                  <a:cubicBezTo>
                    <a:pt x="25260" y="45324"/>
                    <a:pt x="30816" y="47060"/>
                    <a:pt x="33594" y="51227"/>
                  </a:cubicBezTo>
                  <a:cubicBezTo>
                    <a:pt x="37067" y="55395"/>
                    <a:pt x="38456" y="59909"/>
                    <a:pt x="37761" y="64771"/>
                  </a:cubicBezTo>
                  <a:cubicBezTo>
                    <a:pt x="37067" y="69632"/>
                    <a:pt x="34983" y="73452"/>
                    <a:pt x="31510" y="76231"/>
                  </a:cubicBezTo>
                  <a:cubicBezTo>
                    <a:pt x="28038" y="79009"/>
                    <a:pt x="24218" y="80398"/>
                    <a:pt x="20051" y="80398"/>
                  </a:cubicBezTo>
                  <a:cubicBezTo>
                    <a:pt x="17273" y="80398"/>
                    <a:pt x="14147" y="80050"/>
                    <a:pt x="10675" y="79356"/>
                  </a:cubicBezTo>
                  <a:cubicBezTo>
                    <a:pt x="7202" y="77967"/>
                    <a:pt x="4424" y="75536"/>
                    <a:pt x="2340" y="72063"/>
                  </a:cubicBezTo>
                  <a:cubicBezTo>
                    <a:pt x="951" y="67896"/>
                    <a:pt x="257" y="63729"/>
                    <a:pt x="257" y="59562"/>
                  </a:cubicBezTo>
                  <a:cubicBezTo>
                    <a:pt x="257" y="56089"/>
                    <a:pt x="951" y="51575"/>
                    <a:pt x="2340" y="46018"/>
                  </a:cubicBezTo>
                  <a:cubicBezTo>
                    <a:pt x="4424" y="40462"/>
                    <a:pt x="7896" y="34559"/>
                    <a:pt x="12758" y="28308"/>
                  </a:cubicBezTo>
                  <a:cubicBezTo>
                    <a:pt x="18314" y="21363"/>
                    <a:pt x="25260" y="14765"/>
                    <a:pt x="33594" y="8514"/>
                  </a:cubicBezTo>
                  <a:cubicBezTo>
                    <a:pt x="41928" y="2263"/>
                    <a:pt x="46443" y="-515"/>
                    <a:pt x="47137" y="179"/>
                  </a:cubicBezTo>
                  <a:cubicBezTo>
                    <a:pt x="48526" y="179"/>
                    <a:pt x="49221" y="527"/>
                    <a:pt x="49221" y="1221"/>
                  </a:cubicBezTo>
                  <a:cubicBezTo>
                    <a:pt x="49221" y="2610"/>
                    <a:pt x="46790" y="5388"/>
                    <a:pt x="41928" y="9556"/>
                  </a:cubicBezTo>
                  <a:cubicBezTo>
                    <a:pt x="34983" y="15806"/>
                    <a:pt x="29774" y="21363"/>
                    <a:pt x="26301" y="26224"/>
                  </a:cubicBezTo>
                  <a:cubicBezTo>
                    <a:pt x="22829" y="31086"/>
                    <a:pt x="19703" y="37684"/>
                    <a:pt x="16925" y="46018"/>
                  </a:cubicBezTo>
                  <a:close/>
                  <a:moveTo>
                    <a:pt x="73182" y="46018"/>
                  </a:moveTo>
                  <a:cubicBezTo>
                    <a:pt x="81517" y="45324"/>
                    <a:pt x="87073" y="47060"/>
                    <a:pt x="89851" y="51227"/>
                  </a:cubicBezTo>
                  <a:cubicBezTo>
                    <a:pt x="93324" y="55395"/>
                    <a:pt x="94713" y="59909"/>
                    <a:pt x="94018" y="64771"/>
                  </a:cubicBezTo>
                  <a:cubicBezTo>
                    <a:pt x="93324" y="69632"/>
                    <a:pt x="91240" y="73452"/>
                    <a:pt x="87767" y="76231"/>
                  </a:cubicBezTo>
                  <a:cubicBezTo>
                    <a:pt x="84295" y="79009"/>
                    <a:pt x="80475" y="80398"/>
                    <a:pt x="76308" y="80398"/>
                  </a:cubicBezTo>
                  <a:cubicBezTo>
                    <a:pt x="73530" y="80398"/>
                    <a:pt x="70404" y="80050"/>
                    <a:pt x="66932" y="79356"/>
                  </a:cubicBezTo>
                  <a:cubicBezTo>
                    <a:pt x="63459" y="77967"/>
                    <a:pt x="60681" y="75536"/>
                    <a:pt x="58597" y="72063"/>
                  </a:cubicBezTo>
                  <a:cubicBezTo>
                    <a:pt x="57208" y="67896"/>
                    <a:pt x="56514" y="63729"/>
                    <a:pt x="56514" y="59562"/>
                  </a:cubicBezTo>
                  <a:cubicBezTo>
                    <a:pt x="56514" y="56089"/>
                    <a:pt x="57208" y="51575"/>
                    <a:pt x="58597" y="46018"/>
                  </a:cubicBezTo>
                  <a:cubicBezTo>
                    <a:pt x="60681" y="40462"/>
                    <a:pt x="64153" y="34559"/>
                    <a:pt x="69015" y="28308"/>
                  </a:cubicBezTo>
                  <a:cubicBezTo>
                    <a:pt x="74571" y="21363"/>
                    <a:pt x="81517" y="14765"/>
                    <a:pt x="89851" y="8514"/>
                  </a:cubicBezTo>
                  <a:cubicBezTo>
                    <a:pt x="98185" y="2263"/>
                    <a:pt x="102700" y="-515"/>
                    <a:pt x="103394" y="179"/>
                  </a:cubicBezTo>
                  <a:cubicBezTo>
                    <a:pt x="104783" y="179"/>
                    <a:pt x="105478" y="527"/>
                    <a:pt x="105478" y="1221"/>
                  </a:cubicBezTo>
                  <a:cubicBezTo>
                    <a:pt x="105478" y="2610"/>
                    <a:pt x="103047" y="5388"/>
                    <a:pt x="98185" y="9556"/>
                  </a:cubicBezTo>
                  <a:cubicBezTo>
                    <a:pt x="91240" y="15806"/>
                    <a:pt x="86031" y="21363"/>
                    <a:pt x="82558" y="26224"/>
                  </a:cubicBezTo>
                  <a:cubicBezTo>
                    <a:pt x="79086" y="31086"/>
                    <a:pt x="75960" y="37684"/>
                    <a:pt x="73182" y="46018"/>
                  </a:cubicBez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id="{86CC0AD9-091B-455A-A568-83F152EB4BFF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3439794" y="6287340"/>
              <a:ext cx="88010" cy="177622"/>
            </a:xfrm>
            <a:custGeom>
              <a:avLst/>
              <a:gdLst>
                <a:gd name="connsiteX0" fmla="*/ 54941 w 88010"/>
                <a:gd name="connsiteY0" fmla="*/ 7009 h 177622"/>
                <a:gd name="connsiteX1" fmla="*/ 48806 w 88010"/>
                <a:gd name="connsiteY1" fmla="*/ 75 h 177622"/>
                <a:gd name="connsiteX2" fmla="*/ 267 w 88010"/>
                <a:gd name="connsiteY2" fmla="*/ 17144 h 177622"/>
                <a:gd name="connsiteX3" fmla="*/ 267 w 88010"/>
                <a:gd name="connsiteY3" fmla="*/ 25412 h 177622"/>
                <a:gd name="connsiteX4" fmla="*/ 35205 w 88010"/>
                <a:gd name="connsiteY4" fmla="*/ 18477 h 177622"/>
                <a:gd name="connsiteX5" fmla="*/ 35205 w 88010"/>
                <a:gd name="connsiteY5" fmla="*/ 156628 h 177622"/>
                <a:gd name="connsiteX6" fmla="*/ 10402 w 88010"/>
                <a:gd name="connsiteY6" fmla="*/ 169430 h 177622"/>
                <a:gd name="connsiteX7" fmla="*/ 1867 w 88010"/>
                <a:gd name="connsiteY7" fmla="*/ 169430 h 177622"/>
                <a:gd name="connsiteX8" fmla="*/ 1867 w 88010"/>
                <a:gd name="connsiteY8" fmla="*/ 177697 h 177622"/>
                <a:gd name="connsiteX9" fmla="*/ 45073 w 88010"/>
                <a:gd name="connsiteY9" fmla="*/ 176897 h 177622"/>
                <a:gd name="connsiteX10" fmla="*/ 88278 w 88010"/>
                <a:gd name="connsiteY10" fmla="*/ 177697 h 177622"/>
                <a:gd name="connsiteX11" fmla="*/ 88278 w 88010"/>
                <a:gd name="connsiteY11" fmla="*/ 169430 h 177622"/>
                <a:gd name="connsiteX12" fmla="*/ 79744 w 88010"/>
                <a:gd name="connsiteY12" fmla="*/ 169430 h 177622"/>
                <a:gd name="connsiteX13" fmla="*/ 54941 w 88010"/>
                <a:gd name="connsiteY13" fmla="*/ 156628 h 177622"/>
                <a:gd name="connsiteX14" fmla="*/ 54941 w 88010"/>
                <a:gd name="connsiteY14" fmla="*/ 7009 h 177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8010" h="177622">
                  <a:moveTo>
                    <a:pt x="54941" y="7009"/>
                  </a:moveTo>
                  <a:cubicBezTo>
                    <a:pt x="54941" y="609"/>
                    <a:pt x="54941" y="75"/>
                    <a:pt x="48806" y="75"/>
                  </a:cubicBezTo>
                  <a:cubicBezTo>
                    <a:pt x="32271" y="17144"/>
                    <a:pt x="8802" y="17144"/>
                    <a:pt x="267" y="17144"/>
                  </a:cubicBezTo>
                  <a:lnTo>
                    <a:pt x="267" y="25412"/>
                  </a:lnTo>
                  <a:cubicBezTo>
                    <a:pt x="5601" y="25412"/>
                    <a:pt x="21336" y="25412"/>
                    <a:pt x="35205" y="18477"/>
                  </a:cubicBezTo>
                  <a:lnTo>
                    <a:pt x="35205" y="156628"/>
                  </a:lnTo>
                  <a:cubicBezTo>
                    <a:pt x="35205" y="166229"/>
                    <a:pt x="34405" y="169430"/>
                    <a:pt x="10402" y="169430"/>
                  </a:cubicBezTo>
                  <a:lnTo>
                    <a:pt x="1867" y="169430"/>
                  </a:lnTo>
                  <a:lnTo>
                    <a:pt x="1867" y="177697"/>
                  </a:lnTo>
                  <a:cubicBezTo>
                    <a:pt x="11202" y="176897"/>
                    <a:pt x="34405" y="176897"/>
                    <a:pt x="45073" y="176897"/>
                  </a:cubicBezTo>
                  <a:cubicBezTo>
                    <a:pt x="55741" y="176897"/>
                    <a:pt x="78944" y="176897"/>
                    <a:pt x="88278" y="177697"/>
                  </a:cubicBezTo>
                  <a:lnTo>
                    <a:pt x="88278" y="169430"/>
                  </a:lnTo>
                  <a:lnTo>
                    <a:pt x="79744" y="169430"/>
                  </a:lnTo>
                  <a:cubicBezTo>
                    <a:pt x="55741" y="169430"/>
                    <a:pt x="54941" y="166496"/>
                    <a:pt x="54941" y="156628"/>
                  </a:cubicBezTo>
                  <a:lnTo>
                    <a:pt x="54941" y="7009"/>
                  </a:ln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52" name="任意多边形: 形状 51">
              <a:extLst>
                <a:ext uri="{FF2B5EF4-FFF2-40B4-BE49-F238E27FC236}">
                  <a16:creationId xmlns:a16="http://schemas.microsoft.com/office/drawing/2014/main" id="{9D7D9621-6312-49B5-99AB-9F8E86C6E70B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3586534" y="6263895"/>
              <a:ext cx="100391" cy="78238"/>
            </a:xfrm>
            <a:custGeom>
              <a:avLst/>
              <a:gdLst>
                <a:gd name="connsiteX0" fmla="*/ 30863 w 100391"/>
                <a:gd name="connsiteY0" fmla="*/ 34455 h 78238"/>
                <a:gd name="connsiteX1" fmla="*/ 15236 w 100391"/>
                <a:gd name="connsiteY1" fmla="*/ 29246 h 78238"/>
                <a:gd name="connsiteX2" fmla="*/ 11069 w 100391"/>
                <a:gd name="connsiteY2" fmla="*/ 15702 h 78238"/>
                <a:gd name="connsiteX3" fmla="*/ 16278 w 100391"/>
                <a:gd name="connsiteY3" fmla="*/ 4242 h 78238"/>
                <a:gd name="connsiteX4" fmla="*/ 26696 w 100391"/>
                <a:gd name="connsiteY4" fmla="*/ 75 h 78238"/>
                <a:gd name="connsiteX5" fmla="*/ 36072 w 100391"/>
                <a:gd name="connsiteY5" fmla="*/ 2159 h 78238"/>
                <a:gd name="connsiteX6" fmla="*/ 44407 w 100391"/>
                <a:gd name="connsiteY6" fmla="*/ 9451 h 78238"/>
                <a:gd name="connsiteX7" fmla="*/ 46490 w 100391"/>
                <a:gd name="connsiteY7" fmla="*/ 19869 h 78238"/>
                <a:gd name="connsiteX8" fmla="*/ 43365 w 100391"/>
                <a:gd name="connsiteY8" fmla="*/ 33413 h 78238"/>
                <a:gd name="connsiteX9" fmla="*/ 33989 w 100391"/>
                <a:gd name="connsiteY9" fmla="*/ 50081 h 78238"/>
                <a:gd name="connsiteX10" fmla="*/ 14195 w 100391"/>
                <a:gd name="connsiteY10" fmla="*/ 69876 h 78238"/>
                <a:gd name="connsiteX11" fmla="*/ 651 w 100391"/>
                <a:gd name="connsiteY11" fmla="*/ 78210 h 78238"/>
                <a:gd name="connsiteX12" fmla="*/ 7944 w 100391"/>
                <a:gd name="connsiteY12" fmla="*/ 67792 h 78238"/>
                <a:gd name="connsiteX13" fmla="*/ 21487 w 100391"/>
                <a:gd name="connsiteY13" fmla="*/ 52165 h 78238"/>
                <a:gd name="connsiteX14" fmla="*/ 30863 w 100391"/>
                <a:gd name="connsiteY14" fmla="*/ 34455 h 78238"/>
                <a:gd name="connsiteX15" fmla="*/ 85037 w 100391"/>
                <a:gd name="connsiteY15" fmla="*/ 34455 h 78238"/>
                <a:gd name="connsiteX16" fmla="*/ 69410 w 100391"/>
                <a:gd name="connsiteY16" fmla="*/ 29246 h 78238"/>
                <a:gd name="connsiteX17" fmla="*/ 65243 w 100391"/>
                <a:gd name="connsiteY17" fmla="*/ 15702 h 78238"/>
                <a:gd name="connsiteX18" fmla="*/ 70452 w 100391"/>
                <a:gd name="connsiteY18" fmla="*/ 4242 h 78238"/>
                <a:gd name="connsiteX19" fmla="*/ 80869 w 100391"/>
                <a:gd name="connsiteY19" fmla="*/ 75 h 78238"/>
                <a:gd name="connsiteX20" fmla="*/ 90246 w 100391"/>
                <a:gd name="connsiteY20" fmla="*/ 2159 h 78238"/>
                <a:gd name="connsiteX21" fmla="*/ 98580 w 100391"/>
                <a:gd name="connsiteY21" fmla="*/ 9451 h 78238"/>
                <a:gd name="connsiteX22" fmla="*/ 100664 w 100391"/>
                <a:gd name="connsiteY22" fmla="*/ 19869 h 78238"/>
                <a:gd name="connsiteX23" fmla="*/ 97538 w 100391"/>
                <a:gd name="connsiteY23" fmla="*/ 33413 h 78238"/>
                <a:gd name="connsiteX24" fmla="*/ 88162 w 100391"/>
                <a:gd name="connsiteY24" fmla="*/ 50081 h 78238"/>
                <a:gd name="connsiteX25" fmla="*/ 68368 w 100391"/>
                <a:gd name="connsiteY25" fmla="*/ 69876 h 78238"/>
                <a:gd name="connsiteX26" fmla="*/ 54825 w 100391"/>
                <a:gd name="connsiteY26" fmla="*/ 78210 h 78238"/>
                <a:gd name="connsiteX27" fmla="*/ 62117 w 100391"/>
                <a:gd name="connsiteY27" fmla="*/ 67792 h 78238"/>
                <a:gd name="connsiteX28" fmla="*/ 75661 w 100391"/>
                <a:gd name="connsiteY28" fmla="*/ 52165 h 78238"/>
                <a:gd name="connsiteX29" fmla="*/ 85037 w 100391"/>
                <a:gd name="connsiteY29" fmla="*/ 34455 h 78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391" h="78238">
                  <a:moveTo>
                    <a:pt x="30863" y="34455"/>
                  </a:moveTo>
                  <a:cubicBezTo>
                    <a:pt x="23223" y="34455"/>
                    <a:pt x="18014" y="32718"/>
                    <a:pt x="15236" y="29246"/>
                  </a:cubicBezTo>
                  <a:cubicBezTo>
                    <a:pt x="12458" y="25078"/>
                    <a:pt x="11069" y="20564"/>
                    <a:pt x="11069" y="15702"/>
                  </a:cubicBezTo>
                  <a:cubicBezTo>
                    <a:pt x="11764" y="10146"/>
                    <a:pt x="13500" y="6326"/>
                    <a:pt x="16278" y="4242"/>
                  </a:cubicBezTo>
                  <a:cubicBezTo>
                    <a:pt x="19751" y="1464"/>
                    <a:pt x="23223" y="75"/>
                    <a:pt x="26696" y="75"/>
                  </a:cubicBezTo>
                  <a:cubicBezTo>
                    <a:pt x="29474" y="75"/>
                    <a:pt x="32600" y="770"/>
                    <a:pt x="36072" y="2159"/>
                  </a:cubicBezTo>
                  <a:cubicBezTo>
                    <a:pt x="40239" y="2853"/>
                    <a:pt x="43018" y="5284"/>
                    <a:pt x="44407" y="9451"/>
                  </a:cubicBezTo>
                  <a:cubicBezTo>
                    <a:pt x="45796" y="12924"/>
                    <a:pt x="46490" y="16397"/>
                    <a:pt x="46490" y="19869"/>
                  </a:cubicBezTo>
                  <a:cubicBezTo>
                    <a:pt x="46490" y="24037"/>
                    <a:pt x="45448" y="28551"/>
                    <a:pt x="43365" y="33413"/>
                  </a:cubicBezTo>
                  <a:cubicBezTo>
                    <a:pt x="41976" y="38274"/>
                    <a:pt x="38850" y="43831"/>
                    <a:pt x="33989" y="50081"/>
                  </a:cubicBezTo>
                  <a:cubicBezTo>
                    <a:pt x="29127" y="56332"/>
                    <a:pt x="22529" y="62930"/>
                    <a:pt x="14195" y="69876"/>
                  </a:cubicBezTo>
                  <a:cubicBezTo>
                    <a:pt x="6555" y="76126"/>
                    <a:pt x="2040" y="78904"/>
                    <a:pt x="651" y="78210"/>
                  </a:cubicBezTo>
                  <a:cubicBezTo>
                    <a:pt x="-738" y="77515"/>
                    <a:pt x="1693" y="74043"/>
                    <a:pt x="7944" y="67792"/>
                  </a:cubicBezTo>
                  <a:cubicBezTo>
                    <a:pt x="14195" y="61541"/>
                    <a:pt x="18709" y="56332"/>
                    <a:pt x="21487" y="52165"/>
                  </a:cubicBezTo>
                  <a:cubicBezTo>
                    <a:pt x="24265" y="47303"/>
                    <a:pt x="27391" y="41400"/>
                    <a:pt x="30863" y="34455"/>
                  </a:cubicBezTo>
                  <a:close/>
                  <a:moveTo>
                    <a:pt x="85037" y="34455"/>
                  </a:moveTo>
                  <a:cubicBezTo>
                    <a:pt x="77397" y="34455"/>
                    <a:pt x="72188" y="32718"/>
                    <a:pt x="69410" y="29246"/>
                  </a:cubicBezTo>
                  <a:cubicBezTo>
                    <a:pt x="66632" y="25078"/>
                    <a:pt x="65243" y="20564"/>
                    <a:pt x="65243" y="15702"/>
                  </a:cubicBezTo>
                  <a:cubicBezTo>
                    <a:pt x="65937" y="10146"/>
                    <a:pt x="67673" y="6326"/>
                    <a:pt x="70452" y="4242"/>
                  </a:cubicBezTo>
                  <a:cubicBezTo>
                    <a:pt x="73924" y="1464"/>
                    <a:pt x="77397" y="75"/>
                    <a:pt x="80869" y="75"/>
                  </a:cubicBezTo>
                  <a:cubicBezTo>
                    <a:pt x="83648" y="75"/>
                    <a:pt x="86773" y="770"/>
                    <a:pt x="90246" y="2159"/>
                  </a:cubicBezTo>
                  <a:cubicBezTo>
                    <a:pt x="94413" y="2853"/>
                    <a:pt x="97191" y="5284"/>
                    <a:pt x="98580" y="9451"/>
                  </a:cubicBezTo>
                  <a:cubicBezTo>
                    <a:pt x="99969" y="12924"/>
                    <a:pt x="100664" y="16397"/>
                    <a:pt x="100664" y="19869"/>
                  </a:cubicBezTo>
                  <a:cubicBezTo>
                    <a:pt x="100664" y="24037"/>
                    <a:pt x="99622" y="28551"/>
                    <a:pt x="97538" y="33413"/>
                  </a:cubicBezTo>
                  <a:cubicBezTo>
                    <a:pt x="96149" y="38274"/>
                    <a:pt x="93024" y="43831"/>
                    <a:pt x="88162" y="50081"/>
                  </a:cubicBezTo>
                  <a:cubicBezTo>
                    <a:pt x="83300" y="56332"/>
                    <a:pt x="76702" y="62930"/>
                    <a:pt x="68368" y="69876"/>
                  </a:cubicBezTo>
                  <a:cubicBezTo>
                    <a:pt x="60728" y="76126"/>
                    <a:pt x="56214" y="78904"/>
                    <a:pt x="54825" y="78210"/>
                  </a:cubicBezTo>
                  <a:cubicBezTo>
                    <a:pt x="53436" y="77515"/>
                    <a:pt x="55866" y="74043"/>
                    <a:pt x="62117" y="67792"/>
                  </a:cubicBezTo>
                  <a:cubicBezTo>
                    <a:pt x="68368" y="61541"/>
                    <a:pt x="72882" y="56332"/>
                    <a:pt x="75661" y="52165"/>
                  </a:cubicBezTo>
                  <a:cubicBezTo>
                    <a:pt x="78439" y="47303"/>
                    <a:pt x="81564" y="41400"/>
                    <a:pt x="85037" y="34455"/>
                  </a:cubicBez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296A2944-9DE2-4E8E-B3D7-BA1CC827B226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1798991" y="6703392"/>
              <a:ext cx="112280" cy="183489"/>
            </a:xfrm>
            <a:custGeom>
              <a:avLst/>
              <a:gdLst>
                <a:gd name="connsiteX0" fmla="*/ 112484 w 112280"/>
                <a:gd name="connsiteY0" fmla="*/ 92370 h 183489"/>
                <a:gd name="connsiteX1" fmla="*/ 101816 w 112280"/>
                <a:gd name="connsiteY1" fmla="*/ 29962 h 183489"/>
                <a:gd name="connsiteX2" fmla="*/ 56477 w 112280"/>
                <a:gd name="connsiteY2" fmla="*/ 92 h 183489"/>
                <a:gd name="connsiteX3" fmla="*/ 10071 w 112280"/>
                <a:gd name="connsiteY3" fmla="*/ 31829 h 183489"/>
                <a:gd name="connsiteX4" fmla="*/ 203 w 112280"/>
                <a:gd name="connsiteY4" fmla="*/ 92370 h 183489"/>
                <a:gd name="connsiteX5" fmla="*/ 12205 w 112280"/>
                <a:gd name="connsiteY5" fmla="*/ 156644 h 183489"/>
                <a:gd name="connsiteX6" fmla="*/ 56210 w 112280"/>
                <a:gd name="connsiteY6" fmla="*/ 183581 h 183489"/>
                <a:gd name="connsiteX7" fmla="*/ 102616 w 112280"/>
                <a:gd name="connsiteY7" fmla="*/ 152644 h 183489"/>
                <a:gd name="connsiteX8" fmla="*/ 112484 w 112280"/>
                <a:gd name="connsiteY8" fmla="*/ 92370 h 183489"/>
                <a:gd name="connsiteX9" fmla="*/ 56210 w 112280"/>
                <a:gd name="connsiteY9" fmla="*/ 177714 h 183489"/>
                <a:gd name="connsiteX10" fmla="*/ 25273 w 112280"/>
                <a:gd name="connsiteY10" fmla="*/ 145443 h 183489"/>
                <a:gd name="connsiteX11" fmla="*/ 22339 w 112280"/>
                <a:gd name="connsiteY11" fmla="*/ 89169 h 183489"/>
                <a:gd name="connsiteX12" fmla="*/ 24473 w 112280"/>
                <a:gd name="connsiteY12" fmla="*/ 40097 h 183489"/>
                <a:gd name="connsiteX13" fmla="*/ 56210 w 112280"/>
                <a:gd name="connsiteY13" fmla="*/ 5959 h 183489"/>
                <a:gd name="connsiteX14" fmla="*/ 87681 w 112280"/>
                <a:gd name="connsiteY14" fmla="*/ 37163 h 183489"/>
                <a:gd name="connsiteX15" fmla="*/ 90348 w 112280"/>
                <a:gd name="connsiteY15" fmla="*/ 89169 h 183489"/>
                <a:gd name="connsiteX16" fmla="*/ 87414 w 112280"/>
                <a:gd name="connsiteY16" fmla="*/ 144376 h 183489"/>
                <a:gd name="connsiteX17" fmla="*/ 56210 w 112280"/>
                <a:gd name="connsiteY17" fmla="*/ 177714 h 18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2280" h="183489">
                  <a:moveTo>
                    <a:pt x="112484" y="92370"/>
                  </a:moveTo>
                  <a:cubicBezTo>
                    <a:pt x="112484" y="71034"/>
                    <a:pt x="111150" y="49698"/>
                    <a:pt x="101816" y="29962"/>
                  </a:cubicBezTo>
                  <a:cubicBezTo>
                    <a:pt x="89547" y="4359"/>
                    <a:pt x="67678" y="92"/>
                    <a:pt x="56477" y="92"/>
                  </a:cubicBezTo>
                  <a:cubicBezTo>
                    <a:pt x="40475" y="92"/>
                    <a:pt x="21006" y="7026"/>
                    <a:pt x="10071" y="31829"/>
                  </a:cubicBezTo>
                  <a:cubicBezTo>
                    <a:pt x="1537" y="50231"/>
                    <a:pt x="203" y="71034"/>
                    <a:pt x="203" y="92370"/>
                  </a:cubicBezTo>
                  <a:cubicBezTo>
                    <a:pt x="203" y="112372"/>
                    <a:pt x="1270" y="136375"/>
                    <a:pt x="12205" y="156644"/>
                  </a:cubicBezTo>
                  <a:cubicBezTo>
                    <a:pt x="23673" y="178247"/>
                    <a:pt x="43142" y="183581"/>
                    <a:pt x="56210" y="183581"/>
                  </a:cubicBezTo>
                  <a:cubicBezTo>
                    <a:pt x="70612" y="183581"/>
                    <a:pt x="90881" y="177980"/>
                    <a:pt x="102616" y="152644"/>
                  </a:cubicBezTo>
                  <a:cubicBezTo>
                    <a:pt x="111150" y="134242"/>
                    <a:pt x="112484" y="113439"/>
                    <a:pt x="112484" y="92370"/>
                  </a:cubicBezTo>
                  <a:close/>
                  <a:moveTo>
                    <a:pt x="56210" y="177714"/>
                  </a:moveTo>
                  <a:cubicBezTo>
                    <a:pt x="45809" y="177714"/>
                    <a:pt x="30073" y="171046"/>
                    <a:pt x="25273" y="145443"/>
                  </a:cubicBezTo>
                  <a:cubicBezTo>
                    <a:pt x="22339" y="129441"/>
                    <a:pt x="22339" y="104905"/>
                    <a:pt x="22339" y="89169"/>
                  </a:cubicBezTo>
                  <a:cubicBezTo>
                    <a:pt x="22339" y="72101"/>
                    <a:pt x="22339" y="54498"/>
                    <a:pt x="24473" y="40097"/>
                  </a:cubicBezTo>
                  <a:cubicBezTo>
                    <a:pt x="29540" y="8359"/>
                    <a:pt x="49542" y="5959"/>
                    <a:pt x="56210" y="5959"/>
                  </a:cubicBezTo>
                  <a:cubicBezTo>
                    <a:pt x="65011" y="5959"/>
                    <a:pt x="82613" y="10760"/>
                    <a:pt x="87681" y="37163"/>
                  </a:cubicBezTo>
                  <a:cubicBezTo>
                    <a:pt x="90348" y="52098"/>
                    <a:pt x="90348" y="72367"/>
                    <a:pt x="90348" y="89169"/>
                  </a:cubicBezTo>
                  <a:cubicBezTo>
                    <a:pt x="90348" y="109172"/>
                    <a:pt x="90348" y="127307"/>
                    <a:pt x="87414" y="144376"/>
                  </a:cubicBezTo>
                  <a:cubicBezTo>
                    <a:pt x="83413" y="169713"/>
                    <a:pt x="68211" y="177714"/>
                    <a:pt x="56210" y="177714"/>
                  </a:cubicBez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54" name="任意多边形: 形状 53">
              <a:extLst>
                <a:ext uri="{FF2B5EF4-FFF2-40B4-BE49-F238E27FC236}">
                  <a16:creationId xmlns:a16="http://schemas.microsoft.com/office/drawing/2014/main" id="{A09FF6C7-8C6E-40CF-9077-7ADDFB30D9B0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2897244" y="6662237"/>
              <a:ext cx="240654" cy="244822"/>
            </a:xfrm>
            <a:custGeom>
              <a:avLst/>
              <a:gdLst>
                <a:gd name="connsiteX0" fmla="*/ 83590 w 240654"/>
                <a:gd name="connsiteY0" fmla="*/ 68850 h 244822"/>
                <a:gd name="connsiteX1" fmla="*/ 88799 w 240654"/>
                <a:gd name="connsiteY1" fmla="*/ 34471 h 244822"/>
                <a:gd name="connsiteX2" fmla="*/ 92966 w 240654"/>
                <a:gd name="connsiteY2" fmla="*/ 92 h 244822"/>
                <a:gd name="connsiteX3" fmla="*/ 114844 w 240654"/>
                <a:gd name="connsiteY3" fmla="*/ 9468 h 244822"/>
                <a:gd name="connsiteX4" fmla="*/ 107551 w 240654"/>
                <a:gd name="connsiteY4" fmla="*/ 16760 h 244822"/>
                <a:gd name="connsiteX5" fmla="*/ 98175 w 240654"/>
                <a:gd name="connsiteY5" fmla="*/ 68850 h 244822"/>
                <a:gd name="connsiteX6" fmla="*/ 202355 w 240654"/>
                <a:gd name="connsiteY6" fmla="*/ 68850 h 244822"/>
                <a:gd name="connsiteX7" fmla="*/ 216940 w 240654"/>
                <a:gd name="connsiteY7" fmla="*/ 54265 h 244822"/>
                <a:gd name="connsiteX8" fmla="*/ 236734 w 240654"/>
                <a:gd name="connsiteY8" fmla="*/ 75101 h 244822"/>
                <a:gd name="connsiteX9" fmla="*/ 97133 w 240654"/>
                <a:gd name="connsiteY9" fmla="*/ 75101 h 244822"/>
                <a:gd name="connsiteX10" fmla="*/ 88799 w 240654"/>
                <a:gd name="connsiteY10" fmla="*/ 113647 h 244822"/>
                <a:gd name="connsiteX11" fmla="*/ 178393 w 240654"/>
                <a:gd name="connsiteY11" fmla="*/ 113647 h 244822"/>
                <a:gd name="connsiteX12" fmla="*/ 185686 w 240654"/>
                <a:gd name="connsiteY12" fmla="*/ 102188 h 244822"/>
                <a:gd name="connsiteX13" fmla="*/ 203396 w 240654"/>
                <a:gd name="connsiteY13" fmla="*/ 117815 h 244822"/>
                <a:gd name="connsiteX14" fmla="*/ 194020 w 240654"/>
                <a:gd name="connsiteY14" fmla="*/ 125107 h 244822"/>
                <a:gd name="connsiteX15" fmla="*/ 151307 w 240654"/>
                <a:gd name="connsiteY15" fmla="*/ 186573 h 244822"/>
                <a:gd name="connsiteX16" fmla="*/ 240901 w 240654"/>
                <a:gd name="connsiteY16" fmla="*/ 225120 h 244822"/>
                <a:gd name="connsiteX17" fmla="*/ 240901 w 240654"/>
                <a:gd name="connsiteY17" fmla="*/ 228245 h 244822"/>
                <a:gd name="connsiteX18" fmla="*/ 221107 w 240654"/>
                <a:gd name="connsiteY18" fmla="*/ 242830 h 244822"/>
                <a:gd name="connsiteX19" fmla="*/ 142972 w 240654"/>
                <a:gd name="connsiteY19" fmla="*/ 196991 h 244822"/>
                <a:gd name="connsiteX20" fmla="*/ 39834 w 240654"/>
                <a:gd name="connsiteY20" fmla="*/ 244914 h 244822"/>
                <a:gd name="connsiteX21" fmla="*/ 38793 w 240654"/>
                <a:gd name="connsiteY21" fmla="*/ 241788 h 244822"/>
                <a:gd name="connsiteX22" fmla="*/ 133596 w 240654"/>
                <a:gd name="connsiteY22" fmla="*/ 186573 h 244822"/>
                <a:gd name="connsiteX23" fmla="*/ 97133 w 240654"/>
                <a:gd name="connsiteY23" fmla="*/ 119898 h 244822"/>
                <a:gd name="connsiteX24" fmla="*/ 87757 w 240654"/>
                <a:gd name="connsiteY24" fmla="*/ 119898 h 244822"/>
                <a:gd name="connsiteX25" fmla="*/ 55461 w 240654"/>
                <a:gd name="connsiteY25" fmla="*/ 185531 h 244822"/>
                <a:gd name="connsiteX26" fmla="*/ 2330 w 240654"/>
                <a:gd name="connsiteY26" fmla="*/ 237621 h 244822"/>
                <a:gd name="connsiteX27" fmla="*/ 246 w 240654"/>
                <a:gd name="connsiteY27" fmla="*/ 234496 h 244822"/>
                <a:gd name="connsiteX28" fmla="*/ 32542 w 240654"/>
                <a:gd name="connsiteY28" fmla="*/ 198033 h 244822"/>
                <a:gd name="connsiteX29" fmla="*/ 60670 w 240654"/>
                <a:gd name="connsiteY29" fmla="*/ 149068 h 244822"/>
                <a:gd name="connsiteX30" fmla="*/ 82548 w 240654"/>
                <a:gd name="connsiteY30" fmla="*/ 75101 h 244822"/>
                <a:gd name="connsiteX31" fmla="*/ 34625 w 240654"/>
                <a:gd name="connsiteY31" fmla="*/ 75101 h 244822"/>
                <a:gd name="connsiteX32" fmla="*/ 26291 w 240654"/>
                <a:gd name="connsiteY32" fmla="*/ 84477 h 244822"/>
                <a:gd name="connsiteX33" fmla="*/ 12748 w 240654"/>
                <a:gd name="connsiteY33" fmla="*/ 69892 h 244822"/>
                <a:gd name="connsiteX34" fmla="*/ 21082 w 240654"/>
                <a:gd name="connsiteY34" fmla="*/ 64683 h 244822"/>
                <a:gd name="connsiteX35" fmla="*/ 38793 w 240654"/>
                <a:gd name="connsiteY35" fmla="*/ 13635 h 244822"/>
                <a:gd name="connsiteX36" fmla="*/ 59628 w 240654"/>
                <a:gd name="connsiteY36" fmla="*/ 25095 h 244822"/>
                <a:gd name="connsiteX37" fmla="*/ 51294 w 240654"/>
                <a:gd name="connsiteY37" fmla="*/ 31345 h 244822"/>
                <a:gd name="connsiteX38" fmla="*/ 35667 w 240654"/>
                <a:gd name="connsiteY38" fmla="*/ 68850 h 244822"/>
                <a:gd name="connsiteX39" fmla="*/ 83590 w 240654"/>
                <a:gd name="connsiteY39" fmla="*/ 68850 h 244822"/>
                <a:gd name="connsiteX40" fmla="*/ 102342 w 240654"/>
                <a:gd name="connsiteY40" fmla="*/ 119898 h 244822"/>
                <a:gd name="connsiteX41" fmla="*/ 141930 w 240654"/>
                <a:gd name="connsiteY41" fmla="*/ 177197 h 244822"/>
                <a:gd name="connsiteX42" fmla="*/ 178393 w 240654"/>
                <a:gd name="connsiteY42" fmla="*/ 119898 h 244822"/>
                <a:gd name="connsiteX43" fmla="*/ 102342 w 240654"/>
                <a:gd name="connsiteY43" fmla="*/ 119898 h 244822"/>
                <a:gd name="connsiteX44" fmla="*/ 146098 w 240654"/>
                <a:gd name="connsiteY44" fmla="*/ 5301 h 244822"/>
                <a:gd name="connsiteX45" fmla="*/ 185686 w 240654"/>
                <a:gd name="connsiteY45" fmla="*/ 26137 h 244822"/>
                <a:gd name="connsiteX46" fmla="*/ 195062 w 240654"/>
                <a:gd name="connsiteY46" fmla="*/ 40722 h 244822"/>
                <a:gd name="connsiteX47" fmla="*/ 191937 w 240654"/>
                <a:gd name="connsiteY47" fmla="*/ 50098 h 244822"/>
                <a:gd name="connsiteX48" fmla="*/ 187769 w 240654"/>
                <a:gd name="connsiteY48" fmla="*/ 56349 h 244822"/>
                <a:gd name="connsiteX49" fmla="*/ 179435 w 240654"/>
                <a:gd name="connsiteY49" fmla="*/ 46972 h 244822"/>
                <a:gd name="connsiteX50" fmla="*/ 144014 w 240654"/>
                <a:gd name="connsiteY50" fmla="*/ 8426 h 244822"/>
                <a:gd name="connsiteX51" fmla="*/ 146098 w 240654"/>
                <a:gd name="connsiteY51" fmla="*/ 5301 h 24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40654" h="244822">
                  <a:moveTo>
                    <a:pt x="83590" y="68850"/>
                  </a:moveTo>
                  <a:cubicBezTo>
                    <a:pt x="85673" y="57738"/>
                    <a:pt x="87410" y="46278"/>
                    <a:pt x="88799" y="34471"/>
                  </a:cubicBezTo>
                  <a:cubicBezTo>
                    <a:pt x="90882" y="21969"/>
                    <a:pt x="92271" y="10510"/>
                    <a:pt x="92966" y="92"/>
                  </a:cubicBezTo>
                  <a:lnTo>
                    <a:pt x="114844" y="9468"/>
                  </a:lnTo>
                  <a:lnTo>
                    <a:pt x="107551" y="16760"/>
                  </a:lnTo>
                  <a:cubicBezTo>
                    <a:pt x="102689" y="44542"/>
                    <a:pt x="99564" y="61905"/>
                    <a:pt x="98175" y="68850"/>
                  </a:cubicBezTo>
                  <a:lnTo>
                    <a:pt x="202355" y="68850"/>
                  </a:lnTo>
                  <a:lnTo>
                    <a:pt x="216940" y="54265"/>
                  </a:lnTo>
                  <a:lnTo>
                    <a:pt x="236734" y="75101"/>
                  </a:lnTo>
                  <a:lnTo>
                    <a:pt x="97133" y="75101"/>
                  </a:lnTo>
                  <a:cubicBezTo>
                    <a:pt x="95050" y="88297"/>
                    <a:pt x="92271" y="101146"/>
                    <a:pt x="88799" y="113647"/>
                  </a:cubicBezTo>
                  <a:lnTo>
                    <a:pt x="178393" y="113647"/>
                  </a:lnTo>
                  <a:lnTo>
                    <a:pt x="185686" y="102188"/>
                  </a:lnTo>
                  <a:lnTo>
                    <a:pt x="203396" y="117815"/>
                  </a:lnTo>
                  <a:lnTo>
                    <a:pt x="194020" y="125107"/>
                  </a:lnTo>
                  <a:cubicBezTo>
                    <a:pt x="181519" y="148027"/>
                    <a:pt x="167281" y="168515"/>
                    <a:pt x="151307" y="186573"/>
                  </a:cubicBezTo>
                  <a:cubicBezTo>
                    <a:pt x="174226" y="205325"/>
                    <a:pt x="204091" y="218174"/>
                    <a:pt x="240901" y="225120"/>
                  </a:cubicBezTo>
                  <a:lnTo>
                    <a:pt x="240901" y="228245"/>
                  </a:lnTo>
                  <a:cubicBezTo>
                    <a:pt x="230483" y="230329"/>
                    <a:pt x="223885" y="235190"/>
                    <a:pt x="221107" y="242830"/>
                  </a:cubicBezTo>
                  <a:cubicBezTo>
                    <a:pt x="188464" y="231023"/>
                    <a:pt x="162419" y="215743"/>
                    <a:pt x="142972" y="196991"/>
                  </a:cubicBezTo>
                  <a:cubicBezTo>
                    <a:pt x="115885" y="219911"/>
                    <a:pt x="81506" y="235885"/>
                    <a:pt x="39834" y="244914"/>
                  </a:cubicBezTo>
                  <a:lnTo>
                    <a:pt x="38793" y="241788"/>
                  </a:lnTo>
                  <a:cubicBezTo>
                    <a:pt x="81853" y="227203"/>
                    <a:pt x="113455" y="208798"/>
                    <a:pt x="133596" y="186573"/>
                  </a:cubicBezTo>
                  <a:cubicBezTo>
                    <a:pt x="118316" y="166432"/>
                    <a:pt x="106162" y="144207"/>
                    <a:pt x="97133" y="119898"/>
                  </a:cubicBezTo>
                  <a:lnTo>
                    <a:pt x="87757" y="119898"/>
                  </a:lnTo>
                  <a:cubicBezTo>
                    <a:pt x="80117" y="142818"/>
                    <a:pt x="69352" y="164695"/>
                    <a:pt x="55461" y="185531"/>
                  </a:cubicBezTo>
                  <a:cubicBezTo>
                    <a:pt x="42265" y="205673"/>
                    <a:pt x="24555" y="223036"/>
                    <a:pt x="2330" y="237621"/>
                  </a:cubicBezTo>
                  <a:lnTo>
                    <a:pt x="246" y="234496"/>
                  </a:lnTo>
                  <a:cubicBezTo>
                    <a:pt x="11359" y="224772"/>
                    <a:pt x="22124" y="212618"/>
                    <a:pt x="32542" y="198033"/>
                  </a:cubicBezTo>
                  <a:cubicBezTo>
                    <a:pt x="43654" y="183448"/>
                    <a:pt x="53030" y="167126"/>
                    <a:pt x="60670" y="149068"/>
                  </a:cubicBezTo>
                  <a:cubicBezTo>
                    <a:pt x="69005" y="130316"/>
                    <a:pt x="76297" y="105660"/>
                    <a:pt x="82548" y="75101"/>
                  </a:cubicBezTo>
                  <a:lnTo>
                    <a:pt x="34625" y="75101"/>
                  </a:lnTo>
                  <a:lnTo>
                    <a:pt x="26291" y="84477"/>
                  </a:lnTo>
                  <a:lnTo>
                    <a:pt x="12748" y="69892"/>
                  </a:lnTo>
                  <a:lnTo>
                    <a:pt x="21082" y="64683"/>
                  </a:lnTo>
                  <a:cubicBezTo>
                    <a:pt x="30805" y="42458"/>
                    <a:pt x="36709" y="25442"/>
                    <a:pt x="38793" y="13635"/>
                  </a:cubicBezTo>
                  <a:lnTo>
                    <a:pt x="59628" y="25095"/>
                  </a:lnTo>
                  <a:lnTo>
                    <a:pt x="51294" y="31345"/>
                  </a:lnTo>
                  <a:cubicBezTo>
                    <a:pt x="44349" y="48709"/>
                    <a:pt x="39140" y="61210"/>
                    <a:pt x="35667" y="68850"/>
                  </a:cubicBezTo>
                  <a:lnTo>
                    <a:pt x="83590" y="68850"/>
                  </a:lnTo>
                  <a:close/>
                  <a:moveTo>
                    <a:pt x="102342" y="119898"/>
                  </a:moveTo>
                  <a:cubicBezTo>
                    <a:pt x="113455" y="142123"/>
                    <a:pt x="126651" y="161223"/>
                    <a:pt x="141930" y="177197"/>
                  </a:cubicBezTo>
                  <a:cubicBezTo>
                    <a:pt x="155126" y="161917"/>
                    <a:pt x="167281" y="142818"/>
                    <a:pt x="178393" y="119898"/>
                  </a:cubicBezTo>
                  <a:lnTo>
                    <a:pt x="102342" y="119898"/>
                  </a:lnTo>
                  <a:close/>
                  <a:moveTo>
                    <a:pt x="146098" y="5301"/>
                  </a:moveTo>
                  <a:cubicBezTo>
                    <a:pt x="166239" y="13635"/>
                    <a:pt x="179435" y="20580"/>
                    <a:pt x="185686" y="26137"/>
                  </a:cubicBezTo>
                  <a:cubicBezTo>
                    <a:pt x="191937" y="30998"/>
                    <a:pt x="195062" y="35860"/>
                    <a:pt x="195062" y="40722"/>
                  </a:cubicBezTo>
                  <a:cubicBezTo>
                    <a:pt x="195062" y="42805"/>
                    <a:pt x="194020" y="45931"/>
                    <a:pt x="191937" y="50098"/>
                  </a:cubicBezTo>
                  <a:cubicBezTo>
                    <a:pt x="190547" y="54265"/>
                    <a:pt x="189158" y="56349"/>
                    <a:pt x="187769" y="56349"/>
                  </a:cubicBezTo>
                  <a:cubicBezTo>
                    <a:pt x="185686" y="56349"/>
                    <a:pt x="182908" y="53223"/>
                    <a:pt x="179435" y="46972"/>
                  </a:cubicBezTo>
                  <a:cubicBezTo>
                    <a:pt x="173184" y="36554"/>
                    <a:pt x="161377" y="23706"/>
                    <a:pt x="144014" y="8426"/>
                  </a:cubicBezTo>
                  <a:lnTo>
                    <a:pt x="146098" y="5301"/>
                  </a:ln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55" name="任意多边形: 形状 54">
              <a:extLst>
                <a:ext uri="{FF2B5EF4-FFF2-40B4-BE49-F238E27FC236}">
                  <a16:creationId xmlns:a16="http://schemas.microsoft.com/office/drawing/2014/main" id="{8556DD57-8999-4EB9-B0F5-8E04876CE447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3274374" y="6676718"/>
              <a:ext cx="105221" cy="80322"/>
            </a:xfrm>
            <a:custGeom>
              <a:avLst/>
              <a:gdLst>
                <a:gd name="connsiteX0" fmla="*/ 16925 w 105221"/>
                <a:gd name="connsiteY0" fmla="*/ 46035 h 80322"/>
                <a:gd name="connsiteX1" fmla="*/ 33594 w 105221"/>
                <a:gd name="connsiteY1" fmla="*/ 51244 h 80322"/>
                <a:gd name="connsiteX2" fmla="*/ 37761 w 105221"/>
                <a:gd name="connsiteY2" fmla="*/ 64787 h 80322"/>
                <a:gd name="connsiteX3" fmla="*/ 31510 w 105221"/>
                <a:gd name="connsiteY3" fmla="*/ 76247 h 80322"/>
                <a:gd name="connsiteX4" fmla="*/ 20051 w 105221"/>
                <a:gd name="connsiteY4" fmla="*/ 80414 h 80322"/>
                <a:gd name="connsiteX5" fmla="*/ 10675 w 105221"/>
                <a:gd name="connsiteY5" fmla="*/ 79372 h 80322"/>
                <a:gd name="connsiteX6" fmla="*/ 2340 w 105221"/>
                <a:gd name="connsiteY6" fmla="*/ 72080 h 80322"/>
                <a:gd name="connsiteX7" fmla="*/ 257 w 105221"/>
                <a:gd name="connsiteY7" fmla="*/ 59578 h 80322"/>
                <a:gd name="connsiteX8" fmla="*/ 2340 w 105221"/>
                <a:gd name="connsiteY8" fmla="*/ 46035 h 80322"/>
                <a:gd name="connsiteX9" fmla="*/ 12758 w 105221"/>
                <a:gd name="connsiteY9" fmla="*/ 28324 h 80322"/>
                <a:gd name="connsiteX10" fmla="*/ 33594 w 105221"/>
                <a:gd name="connsiteY10" fmla="*/ 8530 h 80322"/>
                <a:gd name="connsiteX11" fmla="*/ 47137 w 105221"/>
                <a:gd name="connsiteY11" fmla="*/ 196 h 80322"/>
                <a:gd name="connsiteX12" fmla="*/ 49221 w 105221"/>
                <a:gd name="connsiteY12" fmla="*/ 1238 h 80322"/>
                <a:gd name="connsiteX13" fmla="*/ 41928 w 105221"/>
                <a:gd name="connsiteY13" fmla="*/ 9572 h 80322"/>
                <a:gd name="connsiteX14" fmla="*/ 26301 w 105221"/>
                <a:gd name="connsiteY14" fmla="*/ 26241 h 80322"/>
                <a:gd name="connsiteX15" fmla="*/ 16925 w 105221"/>
                <a:gd name="connsiteY15" fmla="*/ 46035 h 80322"/>
                <a:gd name="connsiteX16" fmla="*/ 73182 w 105221"/>
                <a:gd name="connsiteY16" fmla="*/ 46035 h 80322"/>
                <a:gd name="connsiteX17" fmla="*/ 89851 w 105221"/>
                <a:gd name="connsiteY17" fmla="*/ 51244 h 80322"/>
                <a:gd name="connsiteX18" fmla="*/ 94018 w 105221"/>
                <a:gd name="connsiteY18" fmla="*/ 64787 h 80322"/>
                <a:gd name="connsiteX19" fmla="*/ 87767 w 105221"/>
                <a:gd name="connsiteY19" fmla="*/ 76247 h 80322"/>
                <a:gd name="connsiteX20" fmla="*/ 76308 w 105221"/>
                <a:gd name="connsiteY20" fmla="*/ 80414 h 80322"/>
                <a:gd name="connsiteX21" fmla="*/ 66932 w 105221"/>
                <a:gd name="connsiteY21" fmla="*/ 79372 h 80322"/>
                <a:gd name="connsiteX22" fmla="*/ 58597 w 105221"/>
                <a:gd name="connsiteY22" fmla="*/ 72080 h 80322"/>
                <a:gd name="connsiteX23" fmla="*/ 56514 w 105221"/>
                <a:gd name="connsiteY23" fmla="*/ 59578 h 80322"/>
                <a:gd name="connsiteX24" fmla="*/ 58597 w 105221"/>
                <a:gd name="connsiteY24" fmla="*/ 46035 h 80322"/>
                <a:gd name="connsiteX25" fmla="*/ 69015 w 105221"/>
                <a:gd name="connsiteY25" fmla="*/ 28324 h 80322"/>
                <a:gd name="connsiteX26" fmla="*/ 89851 w 105221"/>
                <a:gd name="connsiteY26" fmla="*/ 8530 h 80322"/>
                <a:gd name="connsiteX27" fmla="*/ 103394 w 105221"/>
                <a:gd name="connsiteY27" fmla="*/ 196 h 80322"/>
                <a:gd name="connsiteX28" fmla="*/ 105478 w 105221"/>
                <a:gd name="connsiteY28" fmla="*/ 1238 h 80322"/>
                <a:gd name="connsiteX29" fmla="*/ 98185 w 105221"/>
                <a:gd name="connsiteY29" fmla="*/ 9572 h 80322"/>
                <a:gd name="connsiteX30" fmla="*/ 82558 w 105221"/>
                <a:gd name="connsiteY30" fmla="*/ 26241 h 80322"/>
                <a:gd name="connsiteX31" fmla="*/ 73182 w 105221"/>
                <a:gd name="connsiteY31" fmla="*/ 46035 h 80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5221" h="80322">
                  <a:moveTo>
                    <a:pt x="16925" y="46035"/>
                  </a:moveTo>
                  <a:cubicBezTo>
                    <a:pt x="25260" y="45340"/>
                    <a:pt x="30816" y="47077"/>
                    <a:pt x="33594" y="51244"/>
                  </a:cubicBezTo>
                  <a:cubicBezTo>
                    <a:pt x="37067" y="55411"/>
                    <a:pt x="38456" y="59925"/>
                    <a:pt x="37761" y="64787"/>
                  </a:cubicBezTo>
                  <a:cubicBezTo>
                    <a:pt x="37067" y="69649"/>
                    <a:pt x="34983" y="73469"/>
                    <a:pt x="31510" y="76247"/>
                  </a:cubicBezTo>
                  <a:cubicBezTo>
                    <a:pt x="28038" y="79025"/>
                    <a:pt x="24218" y="80414"/>
                    <a:pt x="20051" y="80414"/>
                  </a:cubicBezTo>
                  <a:cubicBezTo>
                    <a:pt x="17273" y="80414"/>
                    <a:pt x="14147" y="80067"/>
                    <a:pt x="10675" y="79372"/>
                  </a:cubicBezTo>
                  <a:cubicBezTo>
                    <a:pt x="7202" y="77983"/>
                    <a:pt x="4424" y="75552"/>
                    <a:pt x="2340" y="72080"/>
                  </a:cubicBezTo>
                  <a:cubicBezTo>
                    <a:pt x="951" y="67913"/>
                    <a:pt x="257" y="63745"/>
                    <a:pt x="257" y="59578"/>
                  </a:cubicBezTo>
                  <a:cubicBezTo>
                    <a:pt x="257" y="56106"/>
                    <a:pt x="951" y="51591"/>
                    <a:pt x="2340" y="46035"/>
                  </a:cubicBezTo>
                  <a:cubicBezTo>
                    <a:pt x="4424" y="40479"/>
                    <a:pt x="7896" y="34575"/>
                    <a:pt x="12758" y="28324"/>
                  </a:cubicBezTo>
                  <a:cubicBezTo>
                    <a:pt x="18314" y="21379"/>
                    <a:pt x="25260" y="14781"/>
                    <a:pt x="33594" y="8530"/>
                  </a:cubicBezTo>
                  <a:cubicBezTo>
                    <a:pt x="41928" y="2279"/>
                    <a:pt x="46443" y="-499"/>
                    <a:pt x="47137" y="196"/>
                  </a:cubicBezTo>
                  <a:cubicBezTo>
                    <a:pt x="48526" y="196"/>
                    <a:pt x="49221" y="543"/>
                    <a:pt x="49221" y="1238"/>
                  </a:cubicBezTo>
                  <a:cubicBezTo>
                    <a:pt x="49221" y="2627"/>
                    <a:pt x="46790" y="5405"/>
                    <a:pt x="41928" y="9572"/>
                  </a:cubicBezTo>
                  <a:cubicBezTo>
                    <a:pt x="34983" y="15823"/>
                    <a:pt x="29774" y="21379"/>
                    <a:pt x="26301" y="26241"/>
                  </a:cubicBezTo>
                  <a:cubicBezTo>
                    <a:pt x="22829" y="31102"/>
                    <a:pt x="19703" y="37700"/>
                    <a:pt x="16925" y="46035"/>
                  </a:cubicBezTo>
                  <a:close/>
                  <a:moveTo>
                    <a:pt x="73182" y="46035"/>
                  </a:moveTo>
                  <a:cubicBezTo>
                    <a:pt x="81517" y="45340"/>
                    <a:pt x="87073" y="47077"/>
                    <a:pt x="89851" y="51244"/>
                  </a:cubicBezTo>
                  <a:cubicBezTo>
                    <a:pt x="93324" y="55411"/>
                    <a:pt x="94713" y="59925"/>
                    <a:pt x="94018" y="64787"/>
                  </a:cubicBezTo>
                  <a:cubicBezTo>
                    <a:pt x="93324" y="69649"/>
                    <a:pt x="91240" y="73469"/>
                    <a:pt x="87767" y="76247"/>
                  </a:cubicBezTo>
                  <a:cubicBezTo>
                    <a:pt x="84295" y="79025"/>
                    <a:pt x="80475" y="80414"/>
                    <a:pt x="76308" y="80414"/>
                  </a:cubicBezTo>
                  <a:cubicBezTo>
                    <a:pt x="73530" y="80414"/>
                    <a:pt x="70404" y="80067"/>
                    <a:pt x="66932" y="79372"/>
                  </a:cubicBezTo>
                  <a:cubicBezTo>
                    <a:pt x="63459" y="77983"/>
                    <a:pt x="60681" y="75552"/>
                    <a:pt x="58597" y="72080"/>
                  </a:cubicBezTo>
                  <a:cubicBezTo>
                    <a:pt x="57208" y="67913"/>
                    <a:pt x="56514" y="63745"/>
                    <a:pt x="56514" y="59578"/>
                  </a:cubicBezTo>
                  <a:cubicBezTo>
                    <a:pt x="56514" y="56106"/>
                    <a:pt x="57208" y="51591"/>
                    <a:pt x="58597" y="46035"/>
                  </a:cubicBezTo>
                  <a:cubicBezTo>
                    <a:pt x="60681" y="40479"/>
                    <a:pt x="64153" y="34575"/>
                    <a:pt x="69015" y="28324"/>
                  </a:cubicBezTo>
                  <a:cubicBezTo>
                    <a:pt x="74571" y="21379"/>
                    <a:pt x="81517" y="14781"/>
                    <a:pt x="89851" y="8530"/>
                  </a:cubicBezTo>
                  <a:cubicBezTo>
                    <a:pt x="98185" y="2279"/>
                    <a:pt x="102700" y="-499"/>
                    <a:pt x="103394" y="196"/>
                  </a:cubicBezTo>
                  <a:cubicBezTo>
                    <a:pt x="104783" y="196"/>
                    <a:pt x="105478" y="543"/>
                    <a:pt x="105478" y="1238"/>
                  </a:cubicBezTo>
                  <a:cubicBezTo>
                    <a:pt x="105478" y="2627"/>
                    <a:pt x="103047" y="5405"/>
                    <a:pt x="98185" y="9572"/>
                  </a:cubicBezTo>
                  <a:cubicBezTo>
                    <a:pt x="91240" y="15823"/>
                    <a:pt x="86031" y="21379"/>
                    <a:pt x="82558" y="26241"/>
                  </a:cubicBezTo>
                  <a:cubicBezTo>
                    <a:pt x="79086" y="31102"/>
                    <a:pt x="75960" y="37700"/>
                    <a:pt x="73182" y="46035"/>
                  </a:cubicBez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56" name="任意多边形: 形状 55">
              <a:extLst>
                <a:ext uri="{FF2B5EF4-FFF2-40B4-BE49-F238E27FC236}">
                  <a16:creationId xmlns:a16="http://schemas.microsoft.com/office/drawing/2014/main" id="{6B4CA54A-71AE-4FD5-B63A-7173DAE429D0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3426459" y="6703392"/>
              <a:ext cx="112280" cy="183489"/>
            </a:xfrm>
            <a:custGeom>
              <a:avLst/>
              <a:gdLst>
                <a:gd name="connsiteX0" fmla="*/ 112548 w 112280"/>
                <a:gd name="connsiteY0" fmla="*/ 92370 h 183489"/>
                <a:gd name="connsiteX1" fmla="*/ 101880 w 112280"/>
                <a:gd name="connsiteY1" fmla="*/ 29962 h 183489"/>
                <a:gd name="connsiteX2" fmla="*/ 56541 w 112280"/>
                <a:gd name="connsiteY2" fmla="*/ 92 h 183489"/>
                <a:gd name="connsiteX3" fmla="*/ 10135 w 112280"/>
                <a:gd name="connsiteY3" fmla="*/ 31829 h 183489"/>
                <a:gd name="connsiteX4" fmla="*/ 267 w 112280"/>
                <a:gd name="connsiteY4" fmla="*/ 92370 h 183489"/>
                <a:gd name="connsiteX5" fmla="*/ 12269 w 112280"/>
                <a:gd name="connsiteY5" fmla="*/ 156644 h 183489"/>
                <a:gd name="connsiteX6" fmla="*/ 56274 w 112280"/>
                <a:gd name="connsiteY6" fmla="*/ 183581 h 183489"/>
                <a:gd name="connsiteX7" fmla="*/ 102680 w 112280"/>
                <a:gd name="connsiteY7" fmla="*/ 152644 h 183489"/>
                <a:gd name="connsiteX8" fmla="*/ 112548 w 112280"/>
                <a:gd name="connsiteY8" fmla="*/ 92370 h 183489"/>
                <a:gd name="connsiteX9" fmla="*/ 56274 w 112280"/>
                <a:gd name="connsiteY9" fmla="*/ 177714 h 183489"/>
                <a:gd name="connsiteX10" fmla="*/ 25337 w 112280"/>
                <a:gd name="connsiteY10" fmla="*/ 145443 h 183489"/>
                <a:gd name="connsiteX11" fmla="*/ 22403 w 112280"/>
                <a:gd name="connsiteY11" fmla="*/ 89169 h 183489"/>
                <a:gd name="connsiteX12" fmla="*/ 24537 w 112280"/>
                <a:gd name="connsiteY12" fmla="*/ 40097 h 183489"/>
                <a:gd name="connsiteX13" fmla="*/ 56274 w 112280"/>
                <a:gd name="connsiteY13" fmla="*/ 5959 h 183489"/>
                <a:gd name="connsiteX14" fmla="*/ 87745 w 112280"/>
                <a:gd name="connsiteY14" fmla="*/ 37163 h 183489"/>
                <a:gd name="connsiteX15" fmla="*/ 90412 w 112280"/>
                <a:gd name="connsiteY15" fmla="*/ 89169 h 183489"/>
                <a:gd name="connsiteX16" fmla="*/ 87478 w 112280"/>
                <a:gd name="connsiteY16" fmla="*/ 144376 h 183489"/>
                <a:gd name="connsiteX17" fmla="*/ 56274 w 112280"/>
                <a:gd name="connsiteY17" fmla="*/ 177714 h 18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2280" h="183489">
                  <a:moveTo>
                    <a:pt x="112548" y="92370"/>
                  </a:moveTo>
                  <a:cubicBezTo>
                    <a:pt x="112548" y="71034"/>
                    <a:pt x="111214" y="49698"/>
                    <a:pt x="101880" y="29962"/>
                  </a:cubicBezTo>
                  <a:cubicBezTo>
                    <a:pt x="89612" y="4359"/>
                    <a:pt x="67742" y="92"/>
                    <a:pt x="56541" y="92"/>
                  </a:cubicBezTo>
                  <a:cubicBezTo>
                    <a:pt x="40539" y="92"/>
                    <a:pt x="21070" y="7026"/>
                    <a:pt x="10135" y="31829"/>
                  </a:cubicBezTo>
                  <a:cubicBezTo>
                    <a:pt x="1601" y="50231"/>
                    <a:pt x="267" y="71034"/>
                    <a:pt x="267" y="92370"/>
                  </a:cubicBezTo>
                  <a:cubicBezTo>
                    <a:pt x="267" y="112372"/>
                    <a:pt x="1334" y="136375"/>
                    <a:pt x="12269" y="156644"/>
                  </a:cubicBezTo>
                  <a:cubicBezTo>
                    <a:pt x="23737" y="178247"/>
                    <a:pt x="43206" y="183581"/>
                    <a:pt x="56274" y="183581"/>
                  </a:cubicBezTo>
                  <a:cubicBezTo>
                    <a:pt x="70676" y="183581"/>
                    <a:pt x="90945" y="177980"/>
                    <a:pt x="102680" y="152644"/>
                  </a:cubicBezTo>
                  <a:cubicBezTo>
                    <a:pt x="111214" y="134242"/>
                    <a:pt x="112548" y="113439"/>
                    <a:pt x="112548" y="92370"/>
                  </a:cubicBezTo>
                  <a:close/>
                  <a:moveTo>
                    <a:pt x="56274" y="177714"/>
                  </a:moveTo>
                  <a:cubicBezTo>
                    <a:pt x="45873" y="177714"/>
                    <a:pt x="30137" y="171046"/>
                    <a:pt x="25337" y="145443"/>
                  </a:cubicBezTo>
                  <a:cubicBezTo>
                    <a:pt x="22403" y="129441"/>
                    <a:pt x="22403" y="104905"/>
                    <a:pt x="22403" y="89169"/>
                  </a:cubicBezTo>
                  <a:cubicBezTo>
                    <a:pt x="22403" y="72101"/>
                    <a:pt x="22403" y="54498"/>
                    <a:pt x="24537" y="40097"/>
                  </a:cubicBezTo>
                  <a:cubicBezTo>
                    <a:pt x="29604" y="8359"/>
                    <a:pt x="49607" y="5959"/>
                    <a:pt x="56274" y="5959"/>
                  </a:cubicBezTo>
                  <a:cubicBezTo>
                    <a:pt x="65075" y="5959"/>
                    <a:pt x="82677" y="10760"/>
                    <a:pt x="87745" y="37163"/>
                  </a:cubicBezTo>
                  <a:cubicBezTo>
                    <a:pt x="90412" y="52098"/>
                    <a:pt x="90412" y="72367"/>
                    <a:pt x="90412" y="89169"/>
                  </a:cubicBezTo>
                  <a:cubicBezTo>
                    <a:pt x="90412" y="109172"/>
                    <a:pt x="90412" y="127307"/>
                    <a:pt x="87478" y="144376"/>
                  </a:cubicBezTo>
                  <a:cubicBezTo>
                    <a:pt x="83477" y="169713"/>
                    <a:pt x="68276" y="177714"/>
                    <a:pt x="56274" y="177714"/>
                  </a:cubicBez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57" name="任意多边形: 形状 56">
              <a:extLst>
                <a:ext uri="{FF2B5EF4-FFF2-40B4-BE49-F238E27FC236}">
                  <a16:creationId xmlns:a16="http://schemas.microsoft.com/office/drawing/2014/main" id="{65342694-1981-417F-9A05-523E8BEA0A22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3586534" y="6679947"/>
              <a:ext cx="100391" cy="78238"/>
            </a:xfrm>
            <a:custGeom>
              <a:avLst/>
              <a:gdLst>
                <a:gd name="connsiteX0" fmla="*/ 30863 w 100391"/>
                <a:gd name="connsiteY0" fmla="*/ 34471 h 78238"/>
                <a:gd name="connsiteX1" fmla="*/ 15236 w 100391"/>
                <a:gd name="connsiteY1" fmla="*/ 29262 h 78238"/>
                <a:gd name="connsiteX2" fmla="*/ 11069 w 100391"/>
                <a:gd name="connsiteY2" fmla="*/ 15719 h 78238"/>
                <a:gd name="connsiteX3" fmla="*/ 16278 w 100391"/>
                <a:gd name="connsiteY3" fmla="*/ 4259 h 78238"/>
                <a:gd name="connsiteX4" fmla="*/ 26696 w 100391"/>
                <a:gd name="connsiteY4" fmla="*/ 92 h 78238"/>
                <a:gd name="connsiteX5" fmla="*/ 36072 w 100391"/>
                <a:gd name="connsiteY5" fmla="*/ 2175 h 78238"/>
                <a:gd name="connsiteX6" fmla="*/ 44407 w 100391"/>
                <a:gd name="connsiteY6" fmla="*/ 9468 h 78238"/>
                <a:gd name="connsiteX7" fmla="*/ 46490 w 100391"/>
                <a:gd name="connsiteY7" fmla="*/ 19886 h 78238"/>
                <a:gd name="connsiteX8" fmla="*/ 43365 w 100391"/>
                <a:gd name="connsiteY8" fmla="*/ 33429 h 78238"/>
                <a:gd name="connsiteX9" fmla="*/ 33989 w 100391"/>
                <a:gd name="connsiteY9" fmla="*/ 50098 h 78238"/>
                <a:gd name="connsiteX10" fmla="*/ 14195 w 100391"/>
                <a:gd name="connsiteY10" fmla="*/ 69892 h 78238"/>
                <a:gd name="connsiteX11" fmla="*/ 651 w 100391"/>
                <a:gd name="connsiteY11" fmla="*/ 78226 h 78238"/>
                <a:gd name="connsiteX12" fmla="*/ 7944 w 100391"/>
                <a:gd name="connsiteY12" fmla="*/ 67808 h 78238"/>
                <a:gd name="connsiteX13" fmla="*/ 21487 w 100391"/>
                <a:gd name="connsiteY13" fmla="*/ 52181 h 78238"/>
                <a:gd name="connsiteX14" fmla="*/ 30863 w 100391"/>
                <a:gd name="connsiteY14" fmla="*/ 34471 h 78238"/>
                <a:gd name="connsiteX15" fmla="*/ 85037 w 100391"/>
                <a:gd name="connsiteY15" fmla="*/ 34471 h 78238"/>
                <a:gd name="connsiteX16" fmla="*/ 69410 w 100391"/>
                <a:gd name="connsiteY16" fmla="*/ 29262 h 78238"/>
                <a:gd name="connsiteX17" fmla="*/ 65243 w 100391"/>
                <a:gd name="connsiteY17" fmla="*/ 15719 h 78238"/>
                <a:gd name="connsiteX18" fmla="*/ 70452 w 100391"/>
                <a:gd name="connsiteY18" fmla="*/ 4259 h 78238"/>
                <a:gd name="connsiteX19" fmla="*/ 80869 w 100391"/>
                <a:gd name="connsiteY19" fmla="*/ 92 h 78238"/>
                <a:gd name="connsiteX20" fmla="*/ 90246 w 100391"/>
                <a:gd name="connsiteY20" fmla="*/ 2175 h 78238"/>
                <a:gd name="connsiteX21" fmla="*/ 98580 w 100391"/>
                <a:gd name="connsiteY21" fmla="*/ 9468 h 78238"/>
                <a:gd name="connsiteX22" fmla="*/ 100664 w 100391"/>
                <a:gd name="connsiteY22" fmla="*/ 19886 h 78238"/>
                <a:gd name="connsiteX23" fmla="*/ 97538 w 100391"/>
                <a:gd name="connsiteY23" fmla="*/ 33429 h 78238"/>
                <a:gd name="connsiteX24" fmla="*/ 88162 w 100391"/>
                <a:gd name="connsiteY24" fmla="*/ 50098 h 78238"/>
                <a:gd name="connsiteX25" fmla="*/ 68368 w 100391"/>
                <a:gd name="connsiteY25" fmla="*/ 69892 h 78238"/>
                <a:gd name="connsiteX26" fmla="*/ 54825 w 100391"/>
                <a:gd name="connsiteY26" fmla="*/ 78226 h 78238"/>
                <a:gd name="connsiteX27" fmla="*/ 62117 w 100391"/>
                <a:gd name="connsiteY27" fmla="*/ 67808 h 78238"/>
                <a:gd name="connsiteX28" fmla="*/ 75661 w 100391"/>
                <a:gd name="connsiteY28" fmla="*/ 52181 h 78238"/>
                <a:gd name="connsiteX29" fmla="*/ 85037 w 100391"/>
                <a:gd name="connsiteY29" fmla="*/ 34471 h 78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391" h="78238">
                  <a:moveTo>
                    <a:pt x="30863" y="34471"/>
                  </a:moveTo>
                  <a:cubicBezTo>
                    <a:pt x="23223" y="34471"/>
                    <a:pt x="18014" y="32735"/>
                    <a:pt x="15236" y="29262"/>
                  </a:cubicBezTo>
                  <a:cubicBezTo>
                    <a:pt x="12458" y="25095"/>
                    <a:pt x="11069" y="20580"/>
                    <a:pt x="11069" y="15719"/>
                  </a:cubicBezTo>
                  <a:cubicBezTo>
                    <a:pt x="11764" y="10162"/>
                    <a:pt x="13500" y="6342"/>
                    <a:pt x="16278" y="4259"/>
                  </a:cubicBezTo>
                  <a:cubicBezTo>
                    <a:pt x="19751" y="1481"/>
                    <a:pt x="23223" y="92"/>
                    <a:pt x="26696" y="92"/>
                  </a:cubicBezTo>
                  <a:cubicBezTo>
                    <a:pt x="29474" y="92"/>
                    <a:pt x="32600" y="786"/>
                    <a:pt x="36072" y="2175"/>
                  </a:cubicBezTo>
                  <a:cubicBezTo>
                    <a:pt x="40239" y="2870"/>
                    <a:pt x="43018" y="5301"/>
                    <a:pt x="44407" y="9468"/>
                  </a:cubicBezTo>
                  <a:cubicBezTo>
                    <a:pt x="45796" y="12940"/>
                    <a:pt x="46490" y="16413"/>
                    <a:pt x="46490" y="19886"/>
                  </a:cubicBezTo>
                  <a:cubicBezTo>
                    <a:pt x="46490" y="24053"/>
                    <a:pt x="45448" y="28567"/>
                    <a:pt x="43365" y="33429"/>
                  </a:cubicBezTo>
                  <a:cubicBezTo>
                    <a:pt x="41976" y="38291"/>
                    <a:pt x="38850" y="43847"/>
                    <a:pt x="33989" y="50098"/>
                  </a:cubicBezTo>
                  <a:cubicBezTo>
                    <a:pt x="29127" y="56349"/>
                    <a:pt x="22529" y="62947"/>
                    <a:pt x="14195" y="69892"/>
                  </a:cubicBezTo>
                  <a:cubicBezTo>
                    <a:pt x="6555" y="76143"/>
                    <a:pt x="2040" y="78921"/>
                    <a:pt x="651" y="78226"/>
                  </a:cubicBezTo>
                  <a:cubicBezTo>
                    <a:pt x="-738" y="77532"/>
                    <a:pt x="1693" y="74059"/>
                    <a:pt x="7944" y="67808"/>
                  </a:cubicBezTo>
                  <a:cubicBezTo>
                    <a:pt x="14195" y="61558"/>
                    <a:pt x="18709" y="56349"/>
                    <a:pt x="21487" y="52181"/>
                  </a:cubicBezTo>
                  <a:cubicBezTo>
                    <a:pt x="24265" y="47320"/>
                    <a:pt x="27391" y="41416"/>
                    <a:pt x="30863" y="34471"/>
                  </a:cubicBezTo>
                  <a:close/>
                  <a:moveTo>
                    <a:pt x="85037" y="34471"/>
                  </a:moveTo>
                  <a:cubicBezTo>
                    <a:pt x="77397" y="34471"/>
                    <a:pt x="72188" y="32735"/>
                    <a:pt x="69410" y="29262"/>
                  </a:cubicBezTo>
                  <a:cubicBezTo>
                    <a:pt x="66632" y="25095"/>
                    <a:pt x="65243" y="20580"/>
                    <a:pt x="65243" y="15719"/>
                  </a:cubicBezTo>
                  <a:cubicBezTo>
                    <a:pt x="65937" y="10162"/>
                    <a:pt x="67673" y="6342"/>
                    <a:pt x="70452" y="4259"/>
                  </a:cubicBezTo>
                  <a:cubicBezTo>
                    <a:pt x="73924" y="1481"/>
                    <a:pt x="77397" y="92"/>
                    <a:pt x="80869" y="92"/>
                  </a:cubicBezTo>
                  <a:cubicBezTo>
                    <a:pt x="83648" y="92"/>
                    <a:pt x="86773" y="786"/>
                    <a:pt x="90246" y="2175"/>
                  </a:cubicBezTo>
                  <a:cubicBezTo>
                    <a:pt x="94413" y="2870"/>
                    <a:pt x="97191" y="5301"/>
                    <a:pt x="98580" y="9468"/>
                  </a:cubicBezTo>
                  <a:cubicBezTo>
                    <a:pt x="99969" y="12940"/>
                    <a:pt x="100664" y="16413"/>
                    <a:pt x="100664" y="19886"/>
                  </a:cubicBezTo>
                  <a:cubicBezTo>
                    <a:pt x="100664" y="24053"/>
                    <a:pt x="99622" y="28567"/>
                    <a:pt x="97538" y="33429"/>
                  </a:cubicBezTo>
                  <a:cubicBezTo>
                    <a:pt x="96149" y="38291"/>
                    <a:pt x="93024" y="43847"/>
                    <a:pt x="88162" y="50098"/>
                  </a:cubicBezTo>
                  <a:cubicBezTo>
                    <a:pt x="83300" y="56349"/>
                    <a:pt x="76702" y="62947"/>
                    <a:pt x="68368" y="69892"/>
                  </a:cubicBezTo>
                  <a:cubicBezTo>
                    <a:pt x="60728" y="76143"/>
                    <a:pt x="56214" y="78921"/>
                    <a:pt x="54825" y="78226"/>
                  </a:cubicBezTo>
                  <a:cubicBezTo>
                    <a:pt x="53436" y="77532"/>
                    <a:pt x="55866" y="74059"/>
                    <a:pt x="62117" y="67808"/>
                  </a:cubicBezTo>
                  <a:cubicBezTo>
                    <a:pt x="68368" y="61558"/>
                    <a:pt x="72882" y="56349"/>
                    <a:pt x="75661" y="52181"/>
                  </a:cubicBezTo>
                  <a:cubicBezTo>
                    <a:pt x="78439" y="47320"/>
                    <a:pt x="81564" y="41416"/>
                    <a:pt x="85037" y="34471"/>
                  </a:cubicBezTo>
                  <a:close/>
                </a:path>
              </a:pathLst>
            </a:custGeom>
            <a:solidFill>
              <a:srgbClr val="000000"/>
            </a:solidFill>
            <a:ln w="255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solidFill>
                  <a:srgbClr val="C00000"/>
                </a:solidFill>
              </a:endParaRP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52B697AB-2BB4-41FC-B34E-D8442E2AD49D}"/>
              </a:ext>
            </a:extLst>
          </p:cNvPr>
          <p:cNvSpPr txBox="1"/>
          <p:nvPr/>
        </p:nvSpPr>
        <p:spPr>
          <a:xfrm>
            <a:off x="353777" y="6104590"/>
            <a:ext cx="4777782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利用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振幅变化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区分不同信息传输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7D83712-0497-45E6-80BC-C27659619003}"/>
              </a:ext>
            </a:extLst>
          </p:cNvPr>
          <p:cNvSpPr txBox="1"/>
          <p:nvPr/>
        </p:nvSpPr>
        <p:spPr>
          <a:xfrm>
            <a:off x="6083340" y="1864256"/>
            <a:ext cx="1383036" cy="523220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1 0 0 1</a:t>
            </a:r>
            <a:endParaRPr lang="zh-CN" altLang="en-US" sz="2800" dirty="0"/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D4224EE9-5068-4FA2-83CE-134A7DE5E4DE}"/>
              </a:ext>
            </a:extLst>
          </p:cNvPr>
          <p:cNvSpPr/>
          <p:nvPr/>
        </p:nvSpPr>
        <p:spPr>
          <a:xfrm flipH="1">
            <a:off x="5389196" y="1950674"/>
            <a:ext cx="532251" cy="3242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4309EC8-63D2-4AA3-BF1E-7F00C4D90B73}"/>
              </a:ext>
            </a:extLst>
          </p:cNvPr>
          <p:cNvSpPr txBox="1"/>
          <p:nvPr/>
        </p:nvSpPr>
        <p:spPr>
          <a:xfrm>
            <a:off x="7947659" y="1661200"/>
            <a:ext cx="9403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调制</a:t>
            </a:r>
            <a:endParaRPr lang="en-US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信号</a:t>
            </a:r>
            <a:endParaRPr lang="en-US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1" name="箭头: 右 60">
            <a:extLst>
              <a:ext uri="{FF2B5EF4-FFF2-40B4-BE49-F238E27FC236}">
                <a16:creationId xmlns:a16="http://schemas.microsoft.com/office/drawing/2014/main" id="{582D87D9-D155-4096-9550-19C3A1FBCF39}"/>
              </a:ext>
            </a:extLst>
          </p:cNvPr>
          <p:cNvSpPr/>
          <p:nvPr/>
        </p:nvSpPr>
        <p:spPr>
          <a:xfrm flipH="1">
            <a:off x="5390644" y="3546707"/>
            <a:ext cx="532251" cy="3242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EEED04F2-E99D-4835-89A8-B2DEDEFA0EAE}"/>
              </a:ext>
            </a:extLst>
          </p:cNvPr>
          <p:cNvSpPr txBox="1"/>
          <p:nvPr/>
        </p:nvSpPr>
        <p:spPr>
          <a:xfrm>
            <a:off x="7947659" y="3305708"/>
            <a:ext cx="9403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载波</a:t>
            </a:r>
            <a:endParaRPr lang="en-US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信号</a:t>
            </a:r>
            <a:endParaRPr lang="en-US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AC74A65D-9AEF-4AC6-A62E-CC8534D25876}"/>
              </a:ext>
            </a:extLst>
          </p:cNvPr>
          <p:cNvSpPr txBox="1"/>
          <p:nvPr/>
        </p:nvSpPr>
        <p:spPr>
          <a:xfrm>
            <a:off x="7954245" y="4888519"/>
            <a:ext cx="9403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已调信号</a:t>
            </a:r>
            <a:endParaRPr lang="en-US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76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8" grpId="0"/>
      <p:bldP spid="59" grpId="0"/>
      <p:bldP spid="2" grpId="0" animBg="1"/>
      <p:bldP spid="60" grpId="0"/>
      <p:bldP spid="61" grpId="0" animBg="1"/>
      <p:bldP spid="62" grpId="0"/>
      <p:bldP spid="6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2375" y="693208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30000"/>
              </a:lnSpc>
              <a:buFont typeface="+mj-ea"/>
              <a:buAutoNum type="circleNumDbPlain" startAt="2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二进制频移键控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2FSK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9AA20E4-4542-4CFA-8D25-3479458806B5}"/>
              </a:ext>
            </a:extLst>
          </p:cNvPr>
          <p:cNvPicPr>
            <a:picLocks noChangeAspect="1"/>
          </p:cNvPicPr>
          <p:nvPr/>
        </p:nvPicPr>
        <p:blipFill rotWithShape="1">
          <a:blip r:embed="rId5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534"/>
          <a:stretch/>
        </p:blipFill>
        <p:spPr>
          <a:xfrm>
            <a:off x="597112" y="1365282"/>
            <a:ext cx="5835869" cy="1080399"/>
          </a:xfrm>
          <a:prstGeom prst="rect">
            <a:avLst/>
          </a:prstGeom>
        </p:spPr>
      </p:pic>
      <p:grpSp>
        <p:nvGrpSpPr>
          <p:cNvPr id="58" name="组合 57" descr="\documentclass[UTF8]{article}&#10;\usepackage{ctex}&#10;\usepackage{amsmath}&#10;\pagestyle{empty}&#10;\begin{document}&#10;&#10;\begin{equation*}&#10; e_{\text{2FSK}}(t) =\left\{&#10; \begin{array}{ll}&#10;  A\cos\omega_1t, &amp; \text{发送“1”时} \\&#10;  A\cos\omega_2t, &amp; \text{发送“0”时}&#10; \end{array}&#10; \right.&#10;\end{equation*}&#10;&#10;\end{document}" title="IguanaTex Shape Display">
            <a:extLst>
              <a:ext uri="{FF2B5EF4-FFF2-40B4-BE49-F238E27FC236}">
                <a16:creationId xmlns:a16="http://schemas.microsoft.com/office/drawing/2014/main" id="{76E74818-958C-49CC-A833-168A1B01C459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349779" y="4371314"/>
            <a:ext cx="4419276" cy="830995"/>
            <a:chOff x="4386352" y="3812193"/>
            <a:chExt cx="4419276" cy="830995"/>
          </a:xfrm>
        </p:grpSpPr>
        <p:sp>
          <p:nvSpPr>
            <p:cNvPr id="59" name="任意多边形: 形状 58">
              <a:extLst>
                <a:ext uri="{FF2B5EF4-FFF2-40B4-BE49-F238E27FC236}">
                  <a16:creationId xmlns:a16="http://schemas.microsoft.com/office/drawing/2014/main" id="{A3B339A7-2844-48B1-9162-8581EF12B5B8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4386352" y="4176627"/>
              <a:ext cx="102121" cy="120815"/>
            </a:xfrm>
            <a:custGeom>
              <a:avLst/>
              <a:gdLst>
                <a:gd name="connsiteX0" fmla="*/ 37641 w 102121"/>
                <a:gd name="connsiteY0" fmla="*/ 56356 h 120815"/>
                <a:gd name="connsiteX1" fmla="*/ 78330 w 102121"/>
                <a:gd name="connsiteY1" fmla="*/ 50222 h 120815"/>
                <a:gd name="connsiteX2" fmla="*/ 98275 w 102121"/>
                <a:gd name="connsiteY2" fmla="*/ 22752 h 120815"/>
                <a:gd name="connsiteX3" fmla="*/ 69820 w 102121"/>
                <a:gd name="connsiteY3" fmla="*/ 83 h 120815"/>
                <a:gd name="connsiteX4" fmla="*/ 143 w 102121"/>
                <a:gd name="connsiteY4" fmla="*/ 72625 h 120815"/>
                <a:gd name="connsiteX5" fmla="*/ 41896 w 102121"/>
                <a:gd name="connsiteY5" fmla="*/ 120898 h 120815"/>
                <a:gd name="connsiteX6" fmla="*/ 102264 w 102121"/>
                <a:gd name="connsiteY6" fmla="*/ 89427 h 120815"/>
                <a:gd name="connsiteX7" fmla="*/ 99073 w 102121"/>
                <a:gd name="connsiteY7" fmla="*/ 85960 h 120815"/>
                <a:gd name="connsiteX8" fmla="*/ 95616 w 102121"/>
                <a:gd name="connsiteY8" fmla="*/ 88627 h 120815"/>
                <a:gd name="connsiteX9" fmla="*/ 42428 w 102121"/>
                <a:gd name="connsiteY9" fmla="*/ 115030 h 120815"/>
                <a:gd name="connsiteX10" fmla="*/ 19291 w 102121"/>
                <a:gd name="connsiteY10" fmla="*/ 84093 h 120815"/>
                <a:gd name="connsiteX11" fmla="*/ 23546 w 102121"/>
                <a:gd name="connsiteY11" fmla="*/ 56356 h 120815"/>
                <a:gd name="connsiteX12" fmla="*/ 37641 w 102121"/>
                <a:gd name="connsiteY12" fmla="*/ 56356 h 120815"/>
                <a:gd name="connsiteX13" fmla="*/ 25141 w 102121"/>
                <a:gd name="connsiteY13" fmla="*/ 50489 h 120815"/>
                <a:gd name="connsiteX14" fmla="*/ 69820 w 102121"/>
                <a:gd name="connsiteY14" fmla="*/ 5950 h 120815"/>
                <a:gd name="connsiteX15" fmla="*/ 89499 w 102121"/>
                <a:gd name="connsiteY15" fmla="*/ 22752 h 120815"/>
                <a:gd name="connsiteX16" fmla="*/ 36045 w 102121"/>
                <a:gd name="connsiteY16" fmla="*/ 50489 h 120815"/>
                <a:gd name="connsiteX17" fmla="*/ 25141 w 102121"/>
                <a:gd name="connsiteY17" fmla="*/ 50489 h 120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2121" h="120815">
                  <a:moveTo>
                    <a:pt x="37641" y="56356"/>
                  </a:moveTo>
                  <a:cubicBezTo>
                    <a:pt x="45353" y="56356"/>
                    <a:pt x="65033" y="55823"/>
                    <a:pt x="78330" y="50222"/>
                  </a:cubicBezTo>
                  <a:cubicBezTo>
                    <a:pt x="96946" y="42221"/>
                    <a:pt x="98275" y="26486"/>
                    <a:pt x="98275" y="22752"/>
                  </a:cubicBezTo>
                  <a:cubicBezTo>
                    <a:pt x="98275" y="11017"/>
                    <a:pt x="88170" y="83"/>
                    <a:pt x="69820" y="83"/>
                  </a:cubicBezTo>
                  <a:cubicBezTo>
                    <a:pt x="40300" y="83"/>
                    <a:pt x="143" y="25953"/>
                    <a:pt x="143" y="72625"/>
                  </a:cubicBezTo>
                  <a:cubicBezTo>
                    <a:pt x="143" y="99828"/>
                    <a:pt x="15833" y="120898"/>
                    <a:pt x="41896" y="120898"/>
                  </a:cubicBezTo>
                  <a:cubicBezTo>
                    <a:pt x="79925" y="120898"/>
                    <a:pt x="102264" y="92628"/>
                    <a:pt x="102264" y="89427"/>
                  </a:cubicBezTo>
                  <a:cubicBezTo>
                    <a:pt x="102264" y="87827"/>
                    <a:pt x="100669" y="85960"/>
                    <a:pt x="99073" y="85960"/>
                  </a:cubicBezTo>
                  <a:cubicBezTo>
                    <a:pt x="97743" y="85960"/>
                    <a:pt x="97212" y="86494"/>
                    <a:pt x="95616" y="88627"/>
                  </a:cubicBezTo>
                  <a:cubicBezTo>
                    <a:pt x="74607" y="115030"/>
                    <a:pt x="45619" y="115030"/>
                    <a:pt x="42428" y="115030"/>
                  </a:cubicBezTo>
                  <a:cubicBezTo>
                    <a:pt x="21684" y="115030"/>
                    <a:pt x="19291" y="92628"/>
                    <a:pt x="19291" y="84093"/>
                  </a:cubicBezTo>
                  <a:cubicBezTo>
                    <a:pt x="19291" y="80893"/>
                    <a:pt x="19557" y="72625"/>
                    <a:pt x="23546" y="56356"/>
                  </a:cubicBezTo>
                  <a:lnTo>
                    <a:pt x="37641" y="56356"/>
                  </a:lnTo>
                  <a:close/>
                  <a:moveTo>
                    <a:pt x="25141" y="50489"/>
                  </a:moveTo>
                  <a:cubicBezTo>
                    <a:pt x="35513" y="9951"/>
                    <a:pt x="62905" y="5950"/>
                    <a:pt x="69820" y="5950"/>
                  </a:cubicBezTo>
                  <a:cubicBezTo>
                    <a:pt x="82319" y="5950"/>
                    <a:pt x="89499" y="13684"/>
                    <a:pt x="89499" y="22752"/>
                  </a:cubicBezTo>
                  <a:cubicBezTo>
                    <a:pt x="89499" y="50489"/>
                    <a:pt x="46949" y="50489"/>
                    <a:pt x="36045" y="50489"/>
                  </a:cubicBezTo>
                  <a:lnTo>
                    <a:pt x="25141" y="50489"/>
                  </a:ln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CFDAEE84-BE07-4F91-93D9-EE5CB4380865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4509076" y="4216895"/>
              <a:ext cx="78071" cy="117618"/>
            </a:xfrm>
            <a:custGeom>
              <a:avLst/>
              <a:gdLst>
                <a:gd name="connsiteX0" fmla="*/ 78219 w 78071"/>
                <a:gd name="connsiteY0" fmla="*/ 85464 h 117618"/>
                <a:gd name="connsiteX1" fmla="*/ 72214 w 78071"/>
                <a:gd name="connsiteY1" fmla="*/ 85464 h 117618"/>
                <a:gd name="connsiteX2" fmla="*/ 67621 w 78071"/>
                <a:gd name="connsiteY2" fmla="*/ 101583 h 117618"/>
                <a:gd name="connsiteX3" fmla="*/ 50135 w 78071"/>
                <a:gd name="connsiteY3" fmla="*/ 102646 h 117618"/>
                <a:gd name="connsiteX4" fmla="*/ 17634 w 78071"/>
                <a:gd name="connsiteY4" fmla="*/ 102646 h 117618"/>
                <a:gd name="connsiteX5" fmla="*/ 52961 w 78071"/>
                <a:gd name="connsiteY5" fmla="*/ 72887 h 117618"/>
                <a:gd name="connsiteX6" fmla="*/ 78219 w 78071"/>
                <a:gd name="connsiteY6" fmla="*/ 34626 h 117618"/>
                <a:gd name="connsiteX7" fmla="*/ 36887 w 78071"/>
                <a:gd name="connsiteY7" fmla="*/ 84 h 117618"/>
                <a:gd name="connsiteX8" fmla="*/ 148 w 78071"/>
                <a:gd name="connsiteY8" fmla="*/ 31792 h 117618"/>
                <a:gd name="connsiteX9" fmla="*/ 9509 w 78071"/>
                <a:gd name="connsiteY9" fmla="*/ 41711 h 117618"/>
                <a:gd name="connsiteX10" fmla="*/ 18871 w 78071"/>
                <a:gd name="connsiteY10" fmla="*/ 32323 h 117618"/>
                <a:gd name="connsiteX11" fmla="*/ 8449 w 78071"/>
                <a:gd name="connsiteY11" fmla="*/ 22935 h 117618"/>
                <a:gd name="connsiteX12" fmla="*/ 34238 w 78071"/>
                <a:gd name="connsiteY12" fmla="*/ 6461 h 117618"/>
                <a:gd name="connsiteX13" fmla="*/ 61086 w 78071"/>
                <a:gd name="connsiteY13" fmla="*/ 34626 h 117618"/>
                <a:gd name="connsiteX14" fmla="*/ 44482 w 78071"/>
                <a:gd name="connsiteY14" fmla="*/ 68636 h 117618"/>
                <a:gd name="connsiteX15" fmla="*/ 1914 w 78071"/>
                <a:gd name="connsiteY15" fmla="*/ 110794 h 117618"/>
                <a:gd name="connsiteX16" fmla="*/ 148 w 78071"/>
                <a:gd name="connsiteY16" fmla="*/ 117702 h 117618"/>
                <a:gd name="connsiteX17" fmla="*/ 72920 w 78071"/>
                <a:gd name="connsiteY17" fmla="*/ 117702 h 117618"/>
                <a:gd name="connsiteX18" fmla="*/ 78219 w 78071"/>
                <a:gd name="connsiteY18" fmla="*/ 85464 h 117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8071" h="117618">
                  <a:moveTo>
                    <a:pt x="78219" y="85464"/>
                  </a:moveTo>
                  <a:lnTo>
                    <a:pt x="72214" y="85464"/>
                  </a:lnTo>
                  <a:cubicBezTo>
                    <a:pt x="71684" y="89361"/>
                    <a:pt x="69917" y="99812"/>
                    <a:pt x="67621" y="101583"/>
                  </a:cubicBezTo>
                  <a:cubicBezTo>
                    <a:pt x="66208" y="102646"/>
                    <a:pt x="52607" y="102646"/>
                    <a:pt x="50135" y="102646"/>
                  </a:cubicBezTo>
                  <a:lnTo>
                    <a:pt x="17634" y="102646"/>
                  </a:lnTo>
                  <a:cubicBezTo>
                    <a:pt x="36181" y="86172"/>
                    <a:pt x="42363" y="81212"/>
                    <a:pt x="52961" y="72887"/>
                  </a:cubicBezTo>
                  <a:cubicBezTo>
                    <a:pt x="66032" y="62436"/>
                    <a:pt x="78219" y="51454"/>
                    <a:pt x="78219" y="34626"/>
                  </a:cubicBezTo>
                  <a:cubicBezTo>
                    <a:pt x="78219" y="13192"/>
                    <a:pt x="59496" y="84"/>
                    <a:pt x="36887" y="84"/>
                  </a:cubicBezTo>
                  <a:cubicBezTo>
                    <a:pt x="14985" y="84"/>
                    <a:pt x="148" y="15495"/>
                    <a:pt x="148" y="31792"/>
                  </a:cubicBezTo>
                  <a:cubicBezTo>
                    <a:pt x="148" y="40826"/>
                    <a:pt x="7743" y="41711"/>
                    <a:pt x="9509" y="41711"/>
                  </a:cubicBezTo>
                  <a:cubicBezTo>
                    <a:pt x="13748" y="41711"/>
                    <a:pt x="18871" y="38700"/>
                    <a:pt x="18871" y="32323"/>
                  </a:cubicBezTo>
                  <a:cubicBezTo>
                    <a:pt x="18871" y="29135"/>
                    <a:pt x="17634" y="22935"/>
                    <a:pt x="8449" y="22935"/>
                  </a:cubicBezTo>
                  <a:cubicBezTo>
                    <a:pt x="13925" y="10358"/>
                    <a:pt x="25936" y="6461"/>
                    <a:pt x="34238" y="6461"/>
                  </a:cubicBezTo>
                  <a:cubicBezTo>
                    <a:pt x="51901" y="6461"/>
                    <a:pt x="61086" y="20278"/>
                    <a:pt x="61086" y="34626"/>
                  </a:cubicBezTo>
                  <a:cubicBezTo>
                    <a:pt x="61086" y="50037"/>
                    <a:pt x="50135" y="62259"/>
                    <a:pt x="44482" y="68636"/>
                  </a:cubicBezTo>
                  <a:lnTo>
                    <a:pt x="1914" y="110794"/>
                  </a:lnTo>
                  <a:cubicBezTo>
                    <a:pt x="148" y="112388"/>
                    <a:pt x="148" y="112743"/>
                    <a:pt x="148" y="117702"/>
                  </a:cubicBezTo>
                  <a:lnTo>
                    <a:pt x="72920" y="117702"/>
                  </a:lnTo>
                  <a:lnTo>
                    <a:pt x="78219" y="85464"/>
                  </a:ln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731C5679-8FAD-4FDE-AA9D-347BA03D5D32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4608423" y="4214238"/>
              <a:ext cx="110571" cy="120275"/>
            </a:xfrm>
            <a:custGeom>
              <a:avLst/>
              <a:gdLst>
                <a:gd name="connsiteX0" fmla="*/ 105425 w 110571"/>
                <a:gd name="connsiteY0" fmla="*/ 84 h 120275"/>
                <a:gd name="connsiteX1" fmla="*/ 152 w 110571"/>
                <a:gd name="connsiteY1" fmla="*/ 84 h 120275"/>
                <a:gd name="connsiteX2" fmla="*/ 152 w 110571"/>
                <a:gd name="connsiteY2" fmla="*/ 6461 h 120275"/>
                <a:gd name="connsiteX3" fmla="*/ 4391 w 110571"/>
                <a:gd name="connsiteY3" fmla="*/ 6461 h 120275"/>
                <a:gd name="connsiteX4" fmla="*/ 18345 w 110571"/>
                <a:gd name="connsiteY4" fmla="*/ 14432 h 120275"/>
                <a:gd name="connsiteX5" fmla="*/ 18345 w 110571"/>
                <a:gd name="connsiteY5" fmla="*/ 106012 h 120275"/>
                <a:gd name="connsiteX6" fmla="*/ 4391 w 110571"/>
                <a:gd name="connsiteY6" fmla="*/ 113983 h 120275"/>
                <a:gd name="connsiteX7" fmla="*/ 152 w 110571"/>
                <a:gd name="connsiteY7" fmla="*/ 113983 h 120275"/>
                <a:gd name="connsiteX8" fmla="*/ 152 w 110571"/>
                <a:gd name="connsiteY8" fmla="*/ 120360 h 120275"/>
                <a:gd name="connsiteX9" fmla="*/ 27000 w 110571"/>
                <a:gd name="connsiteY9" fmla="*/ 119651 h 120275"/>
                <a:gd name="connsiteX10" fmla="*/ 57910 w 110571"/>
                <a:gd name="connsiteY10" fmla="*/ 120360 h 120275"/>
                <a:gd name="connsiteX11" fmla="*/ 57910 w 110571"/>
                <a:gd name="connsiteY11" fmla="*/ 113983 h 120275"/>
                <a:gd name="connsiteX12" fmla="*/ 51728 w 110571"/>
                <a:gd name="connsiteY12" fmla="*/ 113983 h 120275"/>
                <a:gd name="connsiteX13" fmla="*/ 35125 w 110571"/>
                <a:gd name="connsiteY13" fmla="*/ 105834 h 120275"/>
                <a:gd name="connsiteX14" fmla="*/ 35125 w 110571"/>
                <a:gd name="connsiteY14" fmla="*/ 63322 h 120275"/>
                <a:gd name="connsiteX15" fmla="*/ 52258 w 110571"/>
                <a:gd name="connsiteY15" fmla="*/ 63322 h 120275"/>
                <a:gd name="connsiteX16" fmla="*/ 72394 w 110571"/>
                <a:gd name="connsiteY16" fmla="*/ 84047 h 120275"/>
                <a:gd name="connsiteX17" fmla="*/ 78400 w 110571"/>
                <a:gd name="connsiteY17" fmla="*/ 84047 h 120275"/>
                <a:gd name="connsiteX18" fmla="*/ 78400 w 110571"/>
                <a:gd name="connsiteY18" fmla="*/ 36220 h 120275"/>
                <a:gd name="connsiteX19" fmla="*/ 72394 w 110571"/>
                <a:gd name="connsiteY19" fmla="*/ 36220 h 120275"/>
                <a:gd name="connsiteX20" fmla="*/ 52258 w 110571"/>
                <a:gd name="connsiteY20" fmla="*/ 56945 h 120275"/>
                <a:gd name="connsiteX21" fmla="*/ 35125 w 110571"/>
                <a:gd name="connsiteY21" fmla="*/ 56945 h 120275"/>
                <a:gd name="connsiteX22" fmla="*/ 35125 w 110571"/>
                <a:gd name="connsiteY22" fmla="*/ 13370 h 120275"/>
                <a:gd name="connsiteX23" fmla="*/ 43603 w 110571"/>
                <a:gd name="connsiteY23" fmla="*/ 6461 h 120275"/>
                <a:gd name="connsiteX24" fmla="*/ 68332 w 110571"/>
                <a:gd name="connsiteY24" fmla="*/ 6461 h 120275"/>
                <a:gd name="connsiteX25" fmla="*/ 104718 w 110571"/>
                <a:gd name="connsiteY25" fmla="*/ 40826 h 120275"/>
                <a:gd name="connsiteX26" fmla="*/ 110724 w 110571"/>
                <a:gd name="connsiteY26" fmla="*/ 40826 h 120275"/>
                <a:gd name="connsiteX27" fmla="*/ 105425 w 110571"/>
                <a:gd name="connsiteY27" fmla="*/ 84 h 12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10571" h="120275">
                  <a:moveTo>
                    <a:pt x="105425" y="84"/>
                  </a:moveTo>
                  <a:lnTo>
                    <a:pt x="152" y="84"/>
                  </a:lnTo>
                  <a:lnTo>
                    <a:pt x="152" y="6461"/>
                  </a:lnTo>
                  <a:lnTo>
                    <a:pt x="4391" y="6461"/>
                  </a:lnTo>
                  <a:cubicBezTo>
                    <a:pt x="17991" y="6461"/>
                    <a:pt x="18345" y="8233"/>
                    <a:pt x="18345" y="14432"/>
                  </a:cubicBezTo>
                  <a:lnTo>
                    <a:pt x="18345" y="106012"/>
                  </a:lnTo>
                  <a:cubicBezTo>
                    <a:pt x="18345" y="112034"/>
                    <a:pt x="17991" y="113983"/>
                    <a:pt x="4391" y="113983"/>
                  </a:cubicBezTo>
                  <a:lnTo>
                    <a:pt x="152" y="113983"/>
                  </a:lnTo>
                  <a:lnTo>
                    <a:pt x="152" y="120360"/>
                  </a:lnTo>
                  <a:cubicBezTo>
                    <a:pt x="328" y="120360"/>
                    <a:pt x="20288" y="119651"/>
                    <a:pt x="27000" y="119651"/>
                  </a:cubicBezTo>
                  <a:cubicBezTo>
                    <a:pt x="34242" y="119651"/>
                    <a:pt x="55261" y="120182"/>
                    <a:pt x="57910" y="120360"/>
                  </a:cubicBezTo>
                  <a:lnTo>
                    <a:pt x="57910" y="113983"/>
                  </a:lnTo>
                  <a:lnTo>
                    <a:pt x="51728" y="113983"/>
                  </a:lnTo>
                  <a:cubicBezTo>
                    <a:pt x="35125" y="113983"/>
                    <a:pt x="35125" y="111680"/>
                    <a:pt x="35125" y="105834"/>
                  </a:cubicBezTo>
                  <a:lnTo>
                    <a:pt x="35125" y="63322"/>
                  </a:lnTo>
                  <a:lnTo>
                    <a:pt x="52258" y="63322"/>
                  </a:lnTo>
                  <a:cubicBezTo>
                    <a:pt x="69921" y="63322"/>
                    <a:pt x="72394" y="68636"/>
                    <a:pt x="72394" y="84047"/>
                  </a:cubicBezTo>
                  <a:lnTo>
                    <a:pt x="78400" y="84047"/>
                  </a:lnTo>
                  <a:lnTo>
                    <a:pt x="78400" y="36220"/>
                  </a:lnTo>
                  <a:lnTo>
                    <a:pt x="72394" y="36220"/>
                  </a:lnTo>
                  <a:cubicBezTo>
                    <a:pt x="72394" y="51454"/>
                    <a:pt x="69921" y="56945"/>
                    <a:pt x="52258" y="56945"/>
                  </a:cubicBezTo>
                  <a:lnTo>
                    <a:pt x="35125" y="56945"/>
                  </a:lnTo>
                  <a:lnTo>
                    <a:pt x="35125" y="13370"/>
                  </a:lnTo>
                  <a:cubicBezTo>
                    <a:pt x="35125" y="7878"/>
                    <a:pt x="35301" y="6461"/>
                    <a:pt x="43603" y="6461"/>
                  </a:cubicBezTo>
                  <a:lnTo>
                    <a:pt x="68332" y="6461"/>
                  </a:lnTo>
                  <a:cubicBezTo>
                    <a:pt x="96770" y="6461"/>
                    <a:pt x="101539" y="16027"/>
                    <a:pt x="104718" y="40826"/>
                  </a:cubicBezTo>
                  <a:lnTo>
                    <a:pt x="110724" y="40826"/>
                  </a:lnTo>
                  <a:lnTo>
                    <a:pt x="105425" y="84"/>
                  </a:ln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262FE2A2-E4D2-447C-A898-AD5DE00E5E9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4741093" y="4209987"/>
              <a:ext cx="86549" cy="128069"/>
            </a:xfrm>
            <a:custGeom>
              <a:avLst/>
              <a:gdLst>
                <a:gd name="connsiteX0" fmla="*/ 31774 w 86549"/>
                <a:gd name="connsiteY0" fmla="*/ 50745 h 128069"/>
                <a:gd name="connsiteX1" fmla="*/ 11461 w 86549"/>
                <a:gd name="connsiteY1" fmla="*/ 28603 h 128069"/>
                <a:gd name="connsiteX2" fmla="*/ 38309 w 86549"/>
                <a:gd name="connsiteY2" fmla="*/ 5753 h 128069"/>
                <a:gd name="connsiteX3" fmla="*/ 75226 w 86549"/>
                <a:gd name="connsiteY3" fmla="*/ 40294 h 128069"/>
                <a:gd name="connsiteX4" fmla="*/ 78405 w 86549"/>
                <a:gd name="connsiteY4" fmla="*/ 43837 h 128069"/>
                <a:gd name="connsiteX5" fmla="*/ 81408 w 86549"/>
                <a:gd name="connsiteY5" fmla="*/ 39231 h 128069"/>
                <a:gd name="connsiteX6" fmla="*/ 81408 w 86549"/>
                <a:gd name="connsiteY6" fmla="*/ 4690 h 128069"/>
                <a:gd name="connsiteX7" fmla="*/ 78935 w 86549"/>
                <a:gd name="connsiteY7" fmla="*/ 84 h 128069"/>
                <a:gd name="connsiteX8" fmla="*/ 75932 w 86549"/>
                <a:gd name="connsiteY8" fmla="*/ 2564 h 128069"/>
                <a:gd name="connsiteX9" fmla="*/ 69573 w 86549"/>
                <a:gd name="connsiteY9" fmla="*/ 12484 h 128069"/>
                <a:gd name="connsiteX10" fmla="*/ 38309 w 86549"/>
                <a:gd name="connsiteY10" fmla="*/ 84 h 128069"/>
                <a:gd name="connsiteX11" fmla="*/ 157 w 86549"/>
                <a:gd name="connsiteY11" fmla="*/ 33917 h 128069"/>
                <a:gd name="connsiteX12" fmla="*/ 10931 w 86549"/>
                <a:gd name="connsiteY12" fmla="*/ 57476 h 128069"/>
                <a:gd name="connsiteX13" fmla="*/ 42902 w 86549"/>
                <a:gd name="connsiteY13" fmla="*/ 69876 h 128069"/>
                <a:gd name="connsiteX14" fmla="*/ 67630 w 86549"/>
                <a:gd name="connsiteY14" fmla="*/ 79087 h 128069"/>
                <a:gd name="connsiteX15" fmla="*/ 75402 w 86549"/>
                <a:gd name="connsiteY15" fmla="*/ 96800 h 128069"/>
                <a:gd name="connsiteX16" fmla="*/ 48201 w 86549"/>
                <a:gd name="connsiteY16" fmla="*/ 121777 h 128069"/>
                <a:gd name="connsiteX17" fmla="*/ 6162 w 86549"/>
                <a:gd name="connsiteY17" fmla="*/ 88298 h 128069"/>
                <a:gd name="connsiteX18" fmla="*/ 3160 w 86549"/>
                <a:gd name="connsiteY18" fmla="*/ 84401 h 128069"/>
                <a:gd name="connsiteX19" fmla="*/ 157 w 86549"/>
                <a:gd name="connsiteY19" fmla="*/ 89184 h 128069"/>
                <a:gd name="connsiteX20" fmla="*/ 157 w 86549"/>
                <a:gd name="connsiteY20" fmla="*/ 123548 h 128069"/>
                <a:gd name="connsiteX21" fmla="*/ 2630 w 86549"/>
                <a:gd name="connsiteY21" fmla="*/ 128153 h 128069"/>
                <a:gd name="connsiteX22" fmla="*/ 5456 w 86549"/>
                <a:gd name="connsiteY22" fmla="*/ 126028 h 128069"/>
                <a:gd name="connsiteX23" fmla="*/ 11991 w 86549"/>
                <a:gd name="connsiteY23" fmla="*/ 115931 h 128069"/>
                <a:gd name="connsiteX24" fmla="*/ 48201 w 86549"/>
                <a:gd name="connsiteY24" fmla="*/ 128153 h 128069"/>
                <a:gd name="connsiteX25" fmla="*/ 86707 w 86549"/>
                <a:gd name="connsiteY25" fmla="*/ 91841 h 128069"/>
                <a:gd name="connsiteX26" fmla="*/ 57916 w 86549"/>
                <a:gd name="connsiteY26" fmla="*/ 56768 h 128069"/>
                <a:gd name="connsiteX27" fmla="*/ 31774 w 86549"/>
                <a:gd name="connsiteY27" fmla="*/ 50745 h 128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86549" h="128069">
                  <a:moveTo>
                    <a:pt x="31774" y="50745"/>
                  </a:moveTo>
                  <a:cubicBezTo>
                    <a:pt x="16230" y="47202"/>
                    <a:pt x="11461" y="36043"/>
                    <a:pt x="11461" y="28603"/>
                  </a:cubicBezTo>
                  <a:cubicBezTo>
                    <a:pt x="11461" y="16912"/>
                    <a:pt x="22236" y="5753"/>
                    <a:pt x="38309" y="5753"/>
                  </a:cubicBezTo>
                  <a:cubicBezTo>
                    <a:pt x="62155" y="5753"/>
                    <a:pt x="72399" y="21695"/>
                    <a:pt x="75226" y="40294"/>
                  </a:cubicBezTo>
                  <a:cubicBezTo>
                    <a:pt x="75579" y="42951"/>
                    <a:pt x="75755" y="43837"/>
                    <a:pt x="78405" y="43837"/>
                  </a:cubicBezTo>
                  <a:cubicBezTo>
                    <a:pt x="81408" y="43837"/>
                    <a:pt x="81408" y="42597"/>
                    <a:pt x="81408" y="39231"/>
                  </a:cubicBezTo>
                  <a:lnTo>
                    <a:pt x="81408" y="4690"/>
                  </a:lnTo>
                  <a:cubicBezTo>
                    <a:pt x="81408" y="1679"/>
                    <a:pt x="81408" y="84"/>
                    <a:pt x="78935" y="84"/>
                  </a:cubicBezTo>
                  <a:cubicBezTo>
                    <a:pt x="77522" y="84"/>
                    <a:pt x="77168" y="616"/>
                    <a:pt x="75932" y="2564"/>
                  </a:cubicBezTo>
                  <a:lnTo>
                    <a:pt x="69573" y="12484"/>
                  </a:lnTo>
                  <a:cubicBezTo>
                    <a:pt x="57916" y="616"/>
                    <a:pt x="43255" y="84"/>
                    <a:pt x="38309" y="84"/>
                  </a:cubicBezTo>
                  <a:cubicBezTo>
                    <a:pt x="16054" y="84"/>
                    <a:pt x="157" y="16027"/>
                    <a:pt x="157" y="33917"/>
                  </a:cubicBezTo>
                  <a:cubicBezTo>
                    <a:pt x="157" y="43837"/>
                    <a:pt x="4573" y="51454"/>
                    <a:pt x="10931" y="57476"/>
                  </a:cubicBezTo>
                  <a:cubicBezTo>
                    <a:pt x="17997" y="64385"/>
                    <a:pt x="23826" y="65625"/>
                    <a:pt x="42902" y="69876"/>
                  </a:cubicBezTo>
                  <a:cubicBezTo>
                    <a:pt x="58975" y="73419"/>
                    <a:pt x="62508" y="74127"/>
                    <a:pt x="67630" y="79087"/>
                  </a:cubicBezTo>
                  <a:cubicBezTo>
                    <a:pt x="71693" y="83161"/>
                    <a:pt x="75402" y="88829"/>
                    <a:pt x="75402" y="96800"/>
                  </a:cubicBezTo>
                  <a:cubicBezTo>
                    <a:pt x="75402" y="109200"/>
                    <a:pt x="65157" y="121777"/>
                    <a:pt x="48201" y="121777"/>
                  </a:cubicBezTo>
                  <a:cubicBezTo>
                    <a:pt x="31067" y="121777"/>
                    <a:pt x="7399" y="115045"/>
                    <a:pt x="6162" y="88298"/>
                  </a:cubicBezTo>
                  <a:cubicBezTo>
                    <a:pt x="5986" y="85464"/>
                    <a:pt x="5986" y="84401"/>
                    <a:pt x="3160" y="84401"/>
                  </a:cubicBezTo>
                  <a:cubicBezTo>
                    <a:pt x="157" y="84401"/>
                    <a:pt x="157" y="85641"/>
                    <a:pt x="157" y="89184"/>
                  </a:cubicBezTo>
                  <a:lnTo>
                    <a:pt x="157" y="123548"/>
                  </a:lnTo>
                  <a:cubicBezTo>
                    <a:pt x="157" y="126559"/>
                    <a:pt x="157" y="128153"/>
                    <a:pt x="2630" y="128153"/>
                  </a:cubicBezTo>
                  <a:cubicBezTo>
                    <a:pt x="4043" y="128153"/>
                    <a:pt x="4396" y="127622"/>
                    <a:pt x="5456" y="126028"/>
                  </a:cubicBezTo>
                  <a:cubicBezTo>
                    <a:pt x="7045" y="123902"/>
                    <a:pt x="10578" y="118234"/>
                    <a:pt x="11991" y="115931"/>
                  </a:cubicBezTo>
                  <a:cubicBezTo>
                    <a:pt x="23119" y="125674"/>
                    <a:pt x="36720" y="128153"/>
                    <a:pt x="48201" y="128153"/>
                  </a:cubicBezTo>
                  <a:cubicBezTo>
                    <a:pt x="71516" y="128153"/>
                    <a:pt x="86707" y="110617"/>
                    <a:pt x="86707" y="91841"/>
                  </a:cubicBezTo>
                  <a:cubicBezTo>
                    <a:pt x="86707" y="75898"/>
                    <a:pt x="75579" y="60842"/>
                    <a:pt x="57916" y="56768"/>
                  </a:cubicBezTo>
                  <a:lnTo>
                    <a:pt x="31774" y="50745"/>
                  </a:ln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3" name="任意多边形: 形状 62">
              <a:extLst>
                <a:ext uri="{FF2B5EF4-FFF2-40B4-BE49-F238E27FC236}">
                  <a16:creationId xmlns:a16="http://schemas.microsoft.com/office/drawing/2014/main" id="{D7A1DB80-A475-4972-8F55-4D662E662476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4850067" y="4213529"/>
              <a:ext cx="134770" cy="120983"/>
            </a:xfrm>
            <a:custGeom>
              <a:avLst/>
              <a:gdLst>
                <a:gd name="connsiteX0" fmla="*/ 70284 w 134770"/>
                <a:gd name="connsiteY0" fmla="*/ 47380 h 120983"/>
                <a:gd name="connsiteX1" fmla="*/ 106141 w 134770"/>
                <a:gd name="connsiteY1" fmla="*/ 16735 h 120983"/>
                <a:gd name="connsiteX2" fmla="*/ 132282 w 134770"/>
                <a:gd name="connsiteY2" fmla="*/ 6461 h 120983"/>
                <a:gd name="connsiteX3" fmla="*/ 132282 w 134770"/>
                <a:gd name="connsiteY3" fmla="*/ 84 h 120983"/>
                <a:gd name="connsiteX4" fmla="*/ 117268 w 134770"/>
                <a:gd name="connsiteY4" fmla="*/ 793 h 120983"/>
                <a:gd name="connsiteX5" fmla="*/ 92893 w 134770"/>
                <a:gd name="connsiteY5" fmla="*/ 84 h 120983"/>
                <a:gd name="connsiteX6" fmla="*/ 92893 w 134770"/>
                <a:gd name="connsiteY6" fmla="*/ 6461 h 120983"/>
                <a:gd name="connsiteX7" fmla="*/ 99429 w 134770"/>
                <a:gd name="connsiteY7" fmla="*/ 11598 h 120983"/>
                <a:gd name="connsiteX8" fmla="*/ 97839 w 134770"/>
                <a:gd name="connsiteY8" fmla="*/ 15672 h 120983"/>
                <a:gd name="connsiteX9" fmla="*/ 35134 w 134770"/>
                <a:gd name="connsiteY9" fmla="*/ 69522 h 120983"/>
                <a:gd name="connsiteX10" fmla="*/ 35134 w 134770"/>
                <a:gd name="connsiteY10" fmla="*/ 14432 h 120983"/>
                <a:gd name="connsiteX11" fmla="*/ 49088 w 134770"/>
                <a:gd name="connsiteY11" fmla="*/ 6461 h 120983"/>
                <a:gd name="connsiteX12" fmla="*/ 53328 w 134770"/>
                <a:gd name="connsiteY12" fmla="*/ 6461 h 120983"/>
                <a:gd name="connsiteX13" fmla="*/ 53328 w 134770"/>
                <a:gd name="connsiteY13" fmla="*/ 84 h 120983"/>
                <a:gd name="connsiteX14" fmla="*/ 26833 w 134770"/>
                <a:gd name="connsiteY14" fmla="*/ 793 h 120983"/>
                <a:gd name="connsiteX15" fmla="*/ 161 w 134770"/>
                <a:gd name="connsiteY15" fmla="*/ 84 h 120983"/>
                <a:gd name="connsiteX16" fmla="*/ 161 w 134770"/>
                <a:gd name="connsiteY16" fmla="*/ 6461 h 120983"/>
                <a:gd name="connsiteX17" fmla="*/ 4400 w 134770"/>
                <a:gd name="connsiteY17" fmla="*/ 6461 h 120983"/>
                <a:gd name="connsiteX18" fmla="*/ 18354 w 134770"/>
                <a:gd name="connsiteY18" fmla="*/ 14432 h 120983"/>
                <a:gd name="connsiteX19" fmla="*/ 18354 w 134770"/>
                <a:gd name="connsiteY19" fmla="*/ 106720 h 120983"/>
                <a:gd name="connsiteX20" fmla="*/ 4400 w 134770"/>
                <a:gd name="connsiteY20" fmla="*/ 114691 h 120983"/>
                <a:gd name="connsiteX21" fmla="*/ 161 w 134770"/>
                <a:gd name="connsiteY21" fmla="*/ 114691 h 120983"/>
                <a:gd name="connsiteX22" fmla="*/ 161 w 134770"/>
                <a:gd name="connsiteY22" fmla="*/ 121068 h 120983"/>
                <a:gd name="connsiteX23" fmla="*/ 26656 w 134770"/>
                <a:gd name="connsiteY23" fmla="*/ 120360 h 120983"/>
                <a:gd name="connsiteX24" fmla="*/ 53328 w 134770"/>
                <a:gd name="connsiteY24" fmla="*/ 121068 h 120983"/>
                <a:gd name="connsiteX25" fmla="*/ 53328 w 134770"/>
                <a:gd name="connsiteY25" fmla="*/ 114691 h 120983"/>
                <a:gd name="connsiteX26" fmla="*/ 49088 w 134770"/>
                <a:gd name="connsiteY26" fmla="*/ 114691 h 120983"/>
                <a:gd name="connsiteX27" fmla="*/ 35134 w 134770"/>
                <a:gd name="connsiteY27" fmla="*/ 106720 h 120983"/>
                <a:gd name="connsiteX28" fmla="*/ 35134 w 134770"/>
                <a:gd name="connsiteY28" fmla="*/ 77493 h 120983"/>
                <a:gd name="connsiteX29" fmla="*/ 58980 w 134770"/>
                <a:gd name="connsiteY29" fmla="*/ 57122 h 120983"/>
                <a:gd name="connsiteX30" fmla="*/ 95013 w 134770"/>
                <a:gd name="connsiteY30" fmla="*/ 104240 h 120983"/>
                <a:gd name="connsiteX31" fmla="*/ 97662 w 134770"/>
                <a:gd name="connsiteY31" fmla="*/ 109909 h 120983"/>
                <a:gd name="connsiteX32" fmla="*/ 88301 w 134770"/>
                <a:gd name="connsiteY32" fmla="*/ 114691 h 120983"/>
                <a:gd name="connsiteX33" fmla="*/ 88301 w 134770"/>
                <a:gd name="connsiteY33" fmla="*/ 121068 h 120983"/>
                <a:gd name="connsiteX34" fmla="*/ 114619 w 134770"/>
                <a:gd name="connsiteY34" fmla="*/ 120360 h 120983"/>
                <a:gd name="connsiteX35" fmla="*/ 134932 w 134770"/>
                <a:gd name="connsiteY35" fmla="*/ 121068 h 120983"/>
                <a:gd name="connsiteX36" fmla="*/ 134932 w 134770"/>
                <a:gd name="connsiteY36" fmla="*/ 114691 h 120983"/>
                <a:gd name="connsiteX37" fmla="*/ 114619 w 134770"/>
                <a:gd name="connsiteY37" fmla="*/ 105480 h 120983"/>
                <a:gd name="connsiteX38" fmla="*/ 70284 w 134770"/>
                <a:gd name="connsiteY38" fmla="*/ 47380 h 120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34770" h="120983">
                  <a:moveTo>
                    <a:pt x="70284" y="47380"/>
                  </a:moveTo>
                  <a:lnTo>
                    <a:pt x="106141" y="16735"/>
                  </a:lnTo>
                  <a:cubicBezTo>
                    <a:pt x="114796" y="9295"/>
                    <a:pt x="123804" y="6638"/>
                    <a:pt x="132282" y="6461"/>
                  </a:cubicBezTo>
                  <a:lnTo>
                    <a:pt x="132282" y="84"/>
                  </a:lnTo>
                  <a:cubicBezTo>
                    <a:pt x="127337" y="439"/>
                    <a:pt x="122214" y="793"/>
                    <a:pt x="117268" y="793"/>
                  </a:cubicBezTo>
                  <a:cubicBezTo>
                    <a:pt x="111263" y="793"/>
                    <a:pt x="93600" y="84"/>
                    <a:pt x="92893" y="84"/>
                  </a:cubicBezTo>
                  <a:lnTo>
                    <a:pt x="92893" y="6461"/>
                  </a:lnTo>
                  <a:cubicBezTo>
                    <a:pt x="95366" y="6461"/>
                    <a:pt x="99429" y="7347"/>
                    <a:pt x="99429" y="11598"/>
                  </a:cubicBezTo>
                  <a:cubicBezTo>
                    <a:pt x="99429" y="12838"/>
                    <a:pt x="98722" y="14787"/>
                    <a:pt x="97839" y="15672"/>
                  </a:cubicBezTo>
                  <a:lnTo>
                    <a:pt x="35134" y="69522"/>
                  </a:lnTo>
                  <a:lnTo>
                    <a:pt x="35134" y="14432"/>
                  </a:lnTo>
                  <a:cubicBezTo>
                    <a:pt x="35134" y="8410"/>
                    <a:pt x="35488" y="6461"/>
                    <a:pt x="49088" y="6461"/>
                  </a:cubicBezTo>
                  <a:lnTo>
                    <a:pt x="53328" y="6461"/>
                  </a:lnTo>
                  <a:lnTo>
                    <a:pt x="53328" y="84"/>
                  </a:lnTo>
                  <a:cubicBezTo>
                    <a:pt x="44496" y="439"/>
                    <a:pt x="33191" y="793"/>
                    <a:pt x="26833" y="793"/>
                  </a:cubicBezTo>
                  <a:cubicBezTo>
                    <a:pt x="20297" y="793"/>
                    <a:pt x="8993" y="439"/>
                    <a:pt x="161" y="84"/>
                  </a:cubicBezTo>
                  <a:lnTo>
                    <a:pt x="161" y="6461"/>
                  </a:lnTo>
                  <a:lnTo>
                    <a:pt x="4400" y="6461"/>
                  </a:lnTo>
                  <a:cubicBezTo>
                    <a:pt x="18001" y="6461"/>
                    <a:pt x="18354" y="8233"/>
                    <a:pt x="18354" y="14432"/>
                  </a:cubicBezTo>
                  <a:lnTo>
                    <a:pt x="18354" y="106720"/>
                  </a:lnTo>
                  <a:cubicBezTo>
                    <a:pt x="18354" y="112743"/>
                    <a:pt x="18001" y="114691"/>
                    <a:pt x="4400" y="114691"/>
                  </a:cubicBezTo>
                  <a:lnTo>
                    <a:pt x="161" y="114691"/>
                  </a:lnTo>
                  <a:lnTo>
                    <a:pt x="161" y="121068"/>
                  </a:lnTo>
                  <a:cubicBezTo>
                    <a:pt x="8993" y="120714"/>
                    <a:pt x="20297" y="120360"/>
                    <a:pt x="26656" y="120360"/>
                  </a:cubicBezTo>
                  <a:cubicBezTo>
                    <a:pt x="33191" y="120360"/>
                    <a:pt x="44496" y="120714"/>
                    <a:pt x="53328" y="121068"/>
                  </a:cubicBezTo>
                  <a:lnTo>
                    <a:pt x="53328" y="114691"/>
                  </a:lnTo>
                  <a:lnTo>
                    <a:pt x="49088" y="114691"/>
                  </a:lnTo>
                  <a:cubicBezTo>
                    <a:pt x="35488" y="114691"/>
                    <a:pt x="35134" y="112920"/>
                    <a:pt x="35134" y="106720"/>
                  </a:cubicBezTo>
                  <a:lnTo>
                    <a:pt x="35134" y="77493"/>
                  </a:lnTo>
                  <a:lnTo>
                    <a:pt x="58980" y="57122"/>
                  </a:lnTo>
                  <a:lnTo>
                    <a:pt x="95013" y="104240"/>
                  </a:lnTo>
                  <a:cubicBezTo>
                    <a:pt x="96073" y="105657"/>
                    <a:pt x="97662" y="107606"/>
                    <a:pt x="97662" y="109909"/>
                  </a:cubicBezTo>
                  <a:cubicBezTo>
                    <a:pt x="97662" y="114691"/>
                    <a:pt x="91480" y="114691"/>
                    <a:pt x="88301" y="114691"/>
                  </a:cubicBezTo>
                  <a:lnTo>
                    <a:pt x="88301" y="121068"/>
                  </a:lnTo>
                  <a:cubicBezTo>
                    <a:pt x="97132" y="120714"/>
                    <a:pt x="108437" y="120360"/>
                    <a:pt x="114619" y="120360"/>
                  </a:cubicBezTo>
                  <a:cubicBezTo>
                    <a:pt x="120801" y="120360"/>
                    <a:pt x="132459" y="120891"/>
                    <a:pt x="134932" y="121068"/>
                  </a:cubicBezTo>
                  <a:lnTo>
                    <a:pt x="134932" y="114691"/>
                  </a:lnTo>
                  <a:cubicBezTo>
                    <a:pt x="125394" y="114691"/>
                    <a:pt x="121331" y="114337"/>
                    <a:pt x="114619" y="105480"/>
                  </a:cubicBezTo>
                  <a:lnTo>
                    <a:pt x="70284" y="47380"/>
                  </a:ln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4" name="任意多边形: 形状 63">
              <a:extLst>
                <a:ext uri="{FF2B5EF4-FFF2-40B4-BE49-F238E27FC236}">
                  <a16:creationId xmlns:a16="http://schemas.microsoft.com/office/drawing/2014/main" id="{6790942E-E5F1-49E7-A75D-104DAB3EA0DB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5033500" y="4094484"/>
              <a:ext cx="61698" cy="266699"/>
            </a:xfrm>
            <a:custGeom>
              <a:avLst/>
              <a:gdLst>
                <a:gd name="connsiteX0" fmla="*/ 61866 w 61698"/>
                <a:gd name="connsiteY0" fmla="*/ 264116 h 266699"/>
                <a:gd name="connsiteX1" fmla="*/ 57345 w 61698"/>
                <a:gd name="connsiteY1" fmla="*/ 258248 h 266699"/>
                <a:gd name="connsiteX2" fmla="*/ 15592 w 61698"/>
                <a:gd name="connsiteY2" fmla="*/ 133433 h 266699"/>
                <a:gd name="connsiteX3" fmla="*/ 58409 w 61698"/>
                <a:gd name="connsiteY3" fmla="*/ 7284 h 266699"/>
                <a:gd name="connsiteX4" fmla="*/ 61866 w 61698"/>
                <a:gd name="connsiteY4" fmla="*/ 2750 h 266699"/>
                <a:gd name="connsiteX5" fmla="*/ 59207 w 61698"/>
                <a:gd name="connsiteY5" fmla="*/ 83 h 266699"/>
                <a:gd name="connsiteX6" fmla="*/ 16922 w 61698"/>
                <a:gd name="connsiteY6" fmla="*/ 52089 h 266699"/>
                <a:gd name="connsiteX7" fmla="*/ 168 w 61698"/>
                <a:gd name="connsiteY7" fmla="*/ 133433 h 266699"/>
                <a:gd name="connsiteX8" fmla="*/ 17720 w 61698"/>
                <a:gd name="connsiteY8" fmla="*/ 216643 h 266699"/>
                <a:gd name="connsiteX9" fmla="*/ 59207 w 61698"/>
                <a:gd name="connsiteY9" fmla="*/ 266783 h 266699"/>
                <a:gd name="connsiteX10" fmla="*/ 61866 w 61698"/>
                <a:gd name="connsiteY10" fmla="*/ 264116 h 266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698" h="266699">
                  <a:moveTo>
                    <a:pt x="61866" y="264116"/>
                  </a:moveTo>
                  <a:cubicBezTo>
                    <a:pt x="61866" y="263316"/>
                    <a:pt x="61866" y="262782"/>
                    <a:pt x="57345" y="258248"/>
                  </a:cubicBezTo>
                  <a:cubicBezTo>
                    <a:pt x="24103" y="224644"/>
                    <a:pt x="15592" y="174238"/>
                    <a:pt x="15592" y="133433"/>
                  </a:cubicBezTo>
                  <a:cubicBezTo>
                    <a:pt x="15592" y="87027"/>
                    <a:pt x="25698" y="40621"/>
                    <a:pt x="58409" y="7284"/>
                  </a:cubicBezTo>
                  <a:cubicBezTo>
                    <a:pt x="61866" y="4083"/>
                    <a:pt x="61866" y="3550"/>
                    <a:pt x="61866" y="2750"/>
                  </a:cubicBezTo>
                  <a:cubicBezTo>
                    <a:pt x="61866" y="883"/>
                    <a:pt x="60803" y="83"/>
                    <a:pt x="59207" y="83"/>
                  </a:cubicBezTo>
                  <a:cubicBezTo>
                    <a:pt x="56547" y="83"/>
                    <a:pt x="32613" y="18218"/>
                    <a:pt x="16922" y="52089"/>
                  </a:cubicBezTo>
                  <a:cubicBezTo>
                    <a:pt x="3359" y="81426"/>
                    <a:pt x="168" y="111030"/>
                    <a:pt x="168" y="133433"/>
                  </a:cubicBezTo>
                  <a:cubicBezTo>
                    <a:pt x="168" y="154235"/>
                    <a:pt x="3093" y="186506"/>
                    <a:pt x="17720" y="216643"/>
                  </a:cubicBezTo>
                  <a:cubicBezTo>
                    <a:pt x="33676" y="249447"/>
                    <a:pt x="56547" y="266783"/>
                    <a:pt x="59207" y="266783"/>
                  </a:cubicBezTo>
                  <a:cubicBezTo>
                    <a:pt x="60803" y="266783"/>
                    <a:pt x="61866" y="265983"/>
                    <a:pt x="61866" y="264116"/>
                  </a:cubicBez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5" name="任意多边形: 形状 64">
              <a:extLst>
                <a:ext uri="{FF2B5EF4-FFF2-40B4-BE49-F238E27FC236}">
                  <a16:creationId xmlns:a16="http://schemas.microsoft.com/office/drawing/2014/main" id="{D118051A-7F32-4677-942C-6E030EA8EA51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5116710" y="4127554"/>
              <a:ext cx="81644" cy="169887"/>
            </a:xfrm>
            <a:custGeom>
              <a:avLst/>
              <a:gdLst>
                <a:gd name="connsiteX0" fmla="*/ 48839 w 81644"/>
                <a:gd name="connsiteY0" fmla="*/ 60357 h 169887"/>
                <a:gd name="connsiteX1" fmla="*/ 73838 w 81644"/>
                <a:gd name="connsiteY1" fmla="*/ 60357 h 169887"/>
                <a:gd name="connsiteX2" fmla="*/ 81816 w 81644"/>
                <a:gd name="connsiteY2" fmla="*/ 55023 h 169887"/>
                <a:gd name="connsiteX3" fmla="*/ 74370 w 81644"/>
                <a:gd name="connsiteY3" fmla="*/ 52089 h 169887"/>
                <a:gd name="connsiteX4" fmla="*/ 50967 w 81644"/>
                <a:gd name="connsiteY4" fmla="*/ 52089 h 169887"/>
                <a:gd name="connsiteX5" fmla="*/ 61870 w 81644"/>
                <a:gd name="connsiteY5" fmla="*/ 7284 h 169887"/>
                <a:gd name="connsiteX6" fmla="*/ 54158 w 81644"/>
                <a:gd name="connsiteY6" fmla="*/ 83 h 169887"/>
                <a:gd name="connsiteX7" fmla="*/ 43520 w 81644"/>
                <a:gd name="connsiteY7" fmla="*/ 9684 h 169887"/>
                <a:gd name="connsiteX8" fmla="*/ 33149 w 81644"/>
                <a:gd name="connsiteY8" fmla="*/ 52089 h 169887"/>
                <a:gd name="connsiteX9" fmla="*/ 8150 w 81644"/>
                <a:gd name="connsiteY9" fmla="*/ 52089 h 169887"/>
                <a:gd name="connsiteX10" fmla="*/ 172 w 81644"/>
                <a:gd name="connsiteY10" fmla="*/ 57157 h 169887"/>
                <a:gd name="connsiteX11" fmla="*/ 7618 w 81644"/>
                <a:gd name="connsiteY11" fmla="*/ 60357 h 169887"/>
                <a:gd name="connsiteX12" fmla="*/ 31021 w 81644"/>
                <a:gd name="connsiteY12" fmla="*/ 60357 h 169887"/>
                <a:gd name="connsiteX13" fmla="*/ 10810 w 81644"/>
                <a:gd name="connsiteY13" fmla="*/ 145434 h 169887"/>
                <a:gd name="connsiteX14" fmla="*/ 35276 w 81644"/>
                <a:gd name="connsiteY14" fmla="*/ 169971 h 169887"/>
                <a:gd name="connsiteX15" fmla="*/ 77561 w 81644"/>
                <a:gd name="connsiteY15" fmla="*/ 128899 h 169887"/>
                <a:gd name="connsiteX16" fmla="*/ 74370 w 81644"/>
                <a:gd name="connsiteY16" fmla="*/ 126232 h 169887"/>
                <a:gd name="connsiteX17" fmla="*/ 70381 w 81644"/>
                <a:gd name="connsiteY17" fmla="*/ 129966 h 169887"/>
                <a:gd name="connsiteX18" fmla="*/ 35808 w 81644"/>
                <a:gd name="connsiteY18" fmla="*/ 164103 h 169887"/>
                <a:gd name="connsiteX19" fmla="*/ 27564 w 81644"/>
                <a:gd name="connsiteY19" fmla="*/ 151835 h 169887"/>
                <a:gd name="connsiteX20" fmla="*/ 29159 w 81644"/>
                <a:gd name="connsiteY20" fmla="*/ 139033 h 169887"/>
                <a:gd name="connsiteX21" fmla="*/ 48839 w 81644"/>
                <a:gd name="connsiteY21" fmla="*/ 60357 h 169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1644" h="169887">
                  <a:moveTo>
                    <a:pt x="48839" y="60357"/>
                  </a:moveTo>
                  <a:lnTo>
                    <a:pt x="73838" y="60357"/>
                  </a:lnTo>
                  <a:cubicBezTo>
                    <a:pt x="79157" y="60357"/>
                    <a:pt x="81816" y="60357"/>
                    <a:pt x="81816" y="55023"/>
                  </a:cubicBezTo>
                  <a:cubicBezTo>
                    <a:pt x="81816" y="52089"/>
                    <a:pt x="79157" y="52089"/>
                    <a:pt x="74370" y="52089"/>
                  </a:cubicBezTo>
                  <a:lnTo>
                    <a:pt x="50967" y="52089"/>
                  </a:lnTo>
                  <a:cubicBezTo>
                    <a:pt x="60541" y="14218"/>
                    <a:pt x="61870" y="8884"/>
                    <a:pt x="61870" y="7284"/>
                  </a:cubicBezTo>
                  <a:cubicBezTo>
                    <a:pt x="61870" y="2750"/>
                    <a:pt x="58679" y="83"/>
                    <a:pt x="54158" y="83"/>
                  </a:cubicBezTo>
                  <a:cubicBezTo>
                    <a:pt x="53360" y="83"/>
                    <a:pt x="45914" y="349"/>
                    <a:pt x="43520" y="9684"/>
                  </a:cubicBezTo>
                  <a:lnTo>
                    <a:pt x="33149" y="52089"/>
                  </a:lnTo>
                  <a:lnTo>
                    <a:pt x="8150" y="52089"/>
                  </a:lnTo>
                  <a:cubicBezTo>
                    <a:pt x="2831" y="52089"/>
                    <a:pt x="172" y="52089"/>
                    <a:pt x="172" y="57157"/>
                  </a:cubicBezTo>
                  <a:cubicBezTo>
                    <a:pt x="172" y="60357"/>
                    <a:pt x="2299" y="60357"/>
                    <a:pt x="7618" y="60357"/>
                  </a:cubicBezTo>
                  <a:lnTo>
                    <a:pt x="31021" y="60357"/>
                  </a:lnTo>
                  <a:cubicBezTo>
                    <a:pt x="11873" y="136100"/>
                    <a:pt x="10810" y="140634"/>
                    <a:pt x="10810" y="145434"/>
                  </a:cubicBezTo>
                  <a:cubicBezTo>
                    <a:pt x="10810" y="159836"/>
                    <a:pt x="20915" y="169971"/>
                    <a:pt x="35276" y="169971"/>
                  </a:cubicBezTo>
                  <a:cubicBezTo>
                    <a:pt x="62402" y="169971"/>
                    <a:pt x="77561" y="131032"/>
                    <a:pt x="77561" y="128899"/>
                  </a:cubicBezTo>
                  <a:cubicBezTo>
                    <a:pt x="77561" y="126232"/>
                    <a:pt x="75433" y="126232"/>
                    <a:pt x="74370" y="126232"/>
                  </a:cubicBezTo>
                  <a:cubicBezTo>
                    <a:pt x="71976" y="126232"/>
                    <a:pt x="71710" y="127032"/>
                    <a:pt x="70381" y="129966"/>
                  </a:cubicBezTo>
                  <a:cubicBezTo>
                    <a:pt x="58945" y="157702"/>
                    <a:pt x="44850" y="164103"/>
                    <a:pt x="35808" y="164103"/>
                  </a:cubicBezTo>
                  <a:cubicBezTo>
                    <a:pt x="30223" y="164103"/>
                    <a:pt x="27564" y="160636"/>
                    <a:pt x="27564" y="151835"/>
                  </a:cubicBezTo>
                  <a:cubicBezTo>
                    <a:pt x="27564" y="145434"/>
                    <a:pt x="28096" y="143567"/>
                    <a:pt x="29159" y="139033"/>
                  </a:cubicBezTo>
                  <a:lnTo>
                    <a:pt x="48839" y="60357"/>
                  </a:ln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6" name="任意多边形: 形状 65">
              <a:extLst>
                <a:ext uri="{FF2B5EF4-FFF2-40B4-BE49-F238E27FC236}">
                  <a16:creationId xmlns:a16="http://schemas.microsoft.com/office/drawing/2014/main" id="{9DAC63D7-B6DB-4AE4-902F-86414C181194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5221787" y="4094484"/>
              <a:ext cx="61698" cy="266699"/>
            </a:xfrm>
            <a:custGeom>
              <a:avLst/>
              <a:gdLst>
                <a:gd name="connsiteX0" fmla="*/ 61874 w 61698"/>
                <a:gd name="connsiteY0" fmla="*/ 133433 h 266699"/>
                <a:gd name="connsiteX1" fmla="*/ 44322 w 61698"/>
                <a:gd name="connsiteY1" fmla="*/ 50222 h 266699"/>
                <a:gd name="connsiteX2" fmla="*/ 2835 w 61698"/>
                <a:gd name="connsiteY2" fmla="*/ 83 h 266699"/>
                <a:gd name="connsiteX3" fmla="*/ 176 w 61698"/>
                <a:gd name="connsiteY3" fmla="*/ 2750 h 266699"/>
                <a:gd name="connsiteX4" fmla="*/ 5228 w 61698"/>
                <a:gd name="connsiteY4" fmla="*/ 8884 h 266699"/>
                <a:gd name="connsiteX5" fmla="*/ 46450 w 61698"/>
                <a:gd name="connsiteY5" fmla="*/ 133433 h 266699"/>
                <a:gd name="connsiteX6" fmla="*/ 3633 w 61698"/>
                <a:gd name="connsiteY6" fmla="*/ 259582 h 266699"/>
                <a:gd name="connsiteX7" fmla="*/ 176 w 61698"/>
                <a:gd name="connsiteY7" fmla="*/ 264116 h 266699"/>
                <a:gd name="connsiteX8" fmla="*/ 2835 w 61698"/>
                <a:gd name="connsiteY8" fmla="*/ 266783 h 266699"/>
                <a:gd name="connsiteX9" fmla="*/ 45120 w 61698"/>
                <a:gd name="connsiteY9" fmla="*/ 214776 h 266699"/>
                <a:gd name="connsiteX10" fmla="*/ 61874 w 61698"/>
                <a:gd name="connsiteY10" fmla="*/ 133433 h 266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698" h="266699">
                  <a:moveTo>
                    <a:pt x="61874" y="133433"/>
                  </a:moveTo>
                  <a:cubicBezTo>
                    <a:pt x="61874" y="112630"/>
                    <a:pt x="58949" y="80359"/>
                    <a:pt x="44322" y="50222"/>
                  </a:cubicBezTo>
                  <a:cubicBezTo>
                    <a:pt x="28365" y="17418"/>
                    <a:pt x="5494" y="83"/>
                    <a:pt x="2835" y="83"/>
                  </a:cubicBezTo>
                  <a:cubicBezTo>
                    <a:pt x="1239" y="83"/>
                    <a:pt x="176" y="1150"/>
                    <a:pt x="176" y="2750"/>
                  </a:cubicBezTo>
                  <a:cubicBezTo>
                    <a:pt x="176" y="3550"/>
                    <a:pt x="176" y="4083"/>
                    <a:pt x="5228" y="8884"/>
                  </a:cubicBezTo>
                  <a:cubicBezTo>
                    <a:pt x="31291" y="35287"/>
                    <a:pt x="46450" y="77692"/>
                    <a:pt x="46450" y="133433"/>
                  </a:cubicBezTo>
                  <a:cubicBezTo>
                    <a:pt x="46450" y="179038"/>
                    <a:pt x="36610" y="225978"/>
                    <a:pt x="3633" y="259582"/>
                  </a:cubicBezTo>
                  <a:cubicBezTo>
                    <a:pt x="176" y="262782"/>
                    <a:pt x="176" y="263316"/>
                    <a:pt x="176" y="264116"/>
                  </a:cubicBezTo>
                  <a:cubicBezTo>
                    <a:pt x="176" y="265716"/>
                    <a:pt x="1239" y="266783"/>
                    <a:pt x="2835" y="266783"/>
                  </a:cubicBezTo>
                  <a:cubicBezTo>
                    <a:pt x="5494" y="266783"/>
                    <a:pt x="29429" y="248647"/>
                    <a:pt x="45120" y="214776"/>
                  </a:cubicBezTo>
                  <a:cubicBezTo>
                    <a:pt x="58683" y="185439"/>
                    <a:pt x="61874" y="155835"/>
                    <a:pt x="61874" y="133433"/>
                  </a:cubicBez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7" name="任意多边形: 形状 66">
              <a:extLst>
                <a:ext uri="{FF2B5EF4-FFF2-40B4-BE49-F238E27FC236}">
                  <a16:creationId xmlns:a16="http://schemas.microsoft.com/office/drawing/2014/main" id="{6D3AE0D5-86C0-4BFC-B6D4-AED91609BAD4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5398815" y="4196630"/>
              <a:ext cx="176851" cy="62407"/>
            </a:xfrm>
            <a:custGeom>
              <a:avLst/>
              <a:gdLst>
                <a:gd name="connsiteX0" fmla="*/ 167992 w 176851"/>
                <a:gd name="connsiteY0" fmla="*/ 10751 h 62407"/>
                <a:gd name="connsiteX1" fmla="*/ 177034 w 176851"/>
                <a:gd name="connsiteY1" fmla="*/ 5417 h 62407"/>
                <a:gd name="connsiteX2" fmla="*/ 168258 w 176851"/>
                <a:gd name="connsiteY2" fmla="*/ 83 h 62407"/>
                <a:gd name="connsiteX3" fmla="*/ 8959 w 176851"/>
                <a:gd name="connsiteY3" fmla="*/ 83 h 62407"/>
                <a:gd name="connsiteX4" fmla="*/ 183 w 176851"/>
                <a:gd name="connsiteY4" fmla="*/ 5417 h 62407"/>
                <a:gd name="connsiteX5" fmla="*/ 9225 w 176851"/>
                <a:gd name="connsiteY5" fmla="*/ 10751 h 62407"/>
                <a:gd name="connsiteX6" fmla="*/ 167992 w 176851"/>
                <a:gd name="connsiteY6" fmla="*/ 10751 h 62407"/>
                <a:gd name="connsiteX7" fmla="*/ 168258 w 176851"/>
                <a:gd name="connsiteY7" fmla="*/ 62491 h 62407"/>
                <a:gd name="connsiteX8" fmla="*/ 177034 w 176851"/>
                <a:gd name="connsiteY8" fmla="*/ 57157 h 62407"/>
                <a:gd name="connsiteX9" fmla="*/ 167992 w 176851"/>
                <a:gd name="connsiteY9" fmla="*/ 51823 h 62407"/>
                <a:gd name="connsiteX10" fmla="*/ 9225 w 176851"/>
                <a:gd name="connsiteY10" fmla="*/ 51823 h 62407"/>
                <a:gd name="connsiteX11" fmla="*/ 183 w 176851"/>
                <a:gd name="connsiteY11" fmla="*/ 57157 h 62407"/>
                <a:gd name="connsiteX12" fmla="*/ 8959 w 176851"/>
                <a:gd name="connsiteY12" fmla="*/ 62491 h 62407"/>
                <a:gd name="connsiteX13" fmla="*/ 168258 w 176851"/>
                <a:gd name="connsiteY13" fmla="*/ 62491 h 6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6851" h="62407">
                  <a:moveTo>
                    <a:pt x="167992" y="10751"/>
                  </a:moveTo>
                  <a:cubicBezTo>
                    <a:pt x="171981" y="10751"/>
                    <a:pt x="177034" y="10751"/>
                    <a:pt x="177034" y="5417"/>
                  </a:cubicBezTo>
                  <a:cubicBezTo>
                    <a:pt x="177034" y="83"/>
                    <a:pt x="171981" y="83"/>
                    <a:pt x="168258" y="83"/>
                  </a:cubicBezTo>
                  <a:lnTo>
                    <a:pt x="8959" y="83"/>
                  </a:lnTo>
                  <a:cubicBezTo>
                    <a:pt x="5235" y="83"/>
                    <a:pt x="183" y="83"/>
                    <a:pt x="183" y="5417"/>
                  </a:cubicBezTo>
                  <a:cubicBezTo>
                    <a:pt x="183" y="10751"/>
                    <a:pt x="5235" y="10751"/>
                    <a:pt x="9225" y="10751"/>
                  </a:cubicBezTo>
                  <a:lnTo>
                    <a:pt x="167992" y="10751"/>
                  </a:lnTo>
                  <a:close/>
                  <a:moveTo>
                    <a:pt x="168258" y="62491"/>
                  </a:moveTo>
                  <a:cubicBezTo>
                    <a:pt x="171981" y="62491"/>
                    <a:pt x="177034" y="62491"/>
                    <a:pt x="177034" y="57157"/>
                  </a:cubicBezTo>
                  <a:cubicBezTo>
                    <a:pt x="177034" y="51823"/>
                    <a:pt x="171981" y="51823"/>
                    <a:pt x="167992" y="51823"/>
                  </a:cubicBezTo>
                  <a:lnTo>
                    <a:pt x="9225" y="51823"/>
                  </a:lnTo>
                  <a:cubicBezTo>
                    <a:pt x="5235" y="51823"/>
                    <a:pt x="183" y="51823"/>
                    <a:pt x="183" y="57157"/>
                  </a:cubicBezTo>
                  <a:cubicBezTo>
                    <a:pt x="183" y="62491"/>
                    <a:pt x="5235" y="62491"/>
                    <a:pt x="8959" y="62491"/>
                  </a:cubicBezTo>
                  <a:lnTo>
                    <a:pt x="168258" y="62491"/>
                  </a:ln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8" name="任意多边形: 形状 67">
              <a:extLst>
                <a:ext uri="{FF2B5EF4-FFF2-40B4-BE49-F238E27FC236}">
                  <a16:creationId xmlns:a16="http://schemas.microsoft.com/office/drawing/2014/main" id="{CDB3D7CA-076C-4277-82E0-2183DC55AB89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5704426" y="3812193"/>
              <a:ext cx="142848" cy="830995"/>
            </a:xfrm>
            <a:custGeom>
              <a:avLst/>
              <a:gdLst>
                <a:gd name="connsiteX0" fmla="*/ 85019 w 142848"/>
                <a:gd name="connsiteY0" fmla="*/ 517393 h 830995"/>
                <a:gd name="connsiteX1" fmla="*/ 15943 w 142848"/>
                <a:gd name="connsiteY1" fmla="*/ 415700 h 830995"/>
                <a:gd name="connsiteX2" fmla="*/ 84743 w 142848"/>
                <a:gd name="connsiteY2" fmla="*/ 315394 h 830995"/>
                <a:gd name="connsiteX3" fmla="*/ 85019 w 142848"/>
                <a:gd name="connsiteY3" fmla="*/ 313731 h 830995"/>
                <a:gd name="connsiteX4" fmla="*/ 85019 w 142848"/>
                <a:gd name="connsiteY4" fmla="*/ 121707 h 830995"/>
                <a:gd name="connsiteX5" fmla="*/ 87229 w 142848"/>
                <a:gd name="connsiteY5" fmla="*/ 83469 h 830995"/>
                <a:gd name="connsiteX6" fmla="*/ 140556 w 142848"/>
                <a:gd name="connsiteY6" fmla="*/ 13088 h 830995"/>
                <a:gd name="connsiteX7" fmla="*/ 143043 w 142848"/>
                <a:gd name="connsiteY7" fmla="*/ 6437 h 830995"/>
                <a:gd name="connsiteX8" fmla="*/ 136688 w 142848"/>
                <a:gd name="connsiteY8" fmla="*/ 64 h 830995"/>
                <a:gd name="connsiteX9" fmla="*/ 123701 w 142848"/>
                <a:gd name="connsiteY9" fmla="*/ 4498 h 830995"/>
                <a:gd name="connsiteX10" fmla="*/ 58217 w 142848"/>
                <a:gd name="connsiteY10" fmla="*/ 100925 h 830995"/>
                <a:gd name="connsiteX11" fmla="*/ 58217 w 142848"/>
                <a:gd name="connsiteY11" fmla="*/ 297937 h 830995"/>
                <a:gd name="connsiteX12" fmla="*/ 43850 w 142848"/>
                <a:gd name="connsiteY12" fmla="*/ 365824 h 830995"/>
                <a:gd name="connsiteX13" fmla="*/ 4338 w 142848"/>
                <a:gd name="connsiteY13" fmla="*/ 407942 h 830995"/>
                <a:gd name="connsiteX14" fmla="*/ 194 w 142848"/>
                <a:gd name="connsiteY14" fmla="*/ 415423 h 830995"/>
                <a:gd name="connsiteX15" fmla="*/ 2680 w 142848"/>
                <a:gd name="connsiteY15" fmla="*/ 422074 h 830995"/>
                <a:gd name="connsiteX16" fmla="*/ 57389 w 142848"/>
                <a:gd name="connsiteY16" fmla="*/ 507418 h 830995"/>
                <a:gd name="connsiteX17" fmla="*/ 58217 w 142848"/>
                <a:gd name="connsiteY17" fmla="*/ 517393 h 830995"/>
                <a:gd name="connsiteX18" fmla="*/ 58217 w 142848"/>
                <a:gd name="connsiteY18" fmla="*/ 730199 h 830995"/>
                <a:gd name="connsiteX19" fmla="*/ 125359 w 142848"/>
                <a:gd name="connsiteY19" fmla="*/ 827457 h 830995"/>
                <a:gd name="connsiteX20" fmla="*/ 136688 w 142848"/>
                <a:gd name="connsiteY20" fmla="*/ 831060 h 830995"/>
                <a:gd name="connsiteX21" fmla="*/ 143043 w 142848"/>
                <a:gd name="connsiteY21" fmla="*/ 824687 h 830995"/>
                <a:gd name="connsiteX22" fmla="*/ 141661 w 142848"/>
                <a:gd name="connsiteY22" fmla="*/ 818868 h 830995"/>
                <a:gd name="connsiteX23" fmla="*/ 86124 w 142848"/>
                <a:gd name="connsiteY23" fmla="*/ 741282 h 830995"/>
                <a:gd name="connsiteX24" fmla="*/ 85019 w 142848"/>
                <a:gd name="connsiteY24" fmla="*/ 729922 h 830995"/>
                <a:gd name="connsiteX25" fmla="*/ 85019 w 142848"/>
                <a:gd name="connsiteY25" fmla="*/ 517393 h 830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2848" h="830995">
                  <a:moveTo>
                    <a:pt x="85019" y="517393"/>
                  </a:moveTo>
                  <a:cubicBezTo>
                    <a:pt x="85019" y="486913"/>
                    <a:pt x="64020" y="440084"/>
                    <a:pt x="15943" y="415700"/>
                  </a:cubicBezTo>
                  <a:cubicBezTo>
                    <a:pt x="45784" y="399629"/>
                    <a:pt x="81427" y="367210"/>
                    <a:pt x="84743" y="315394"/>
                  </a:cubicBezTo>
                  <a:lnTo>
                    <a:pt x="85019" y="313731"/>
                  </a:lnTo>
                  <a:lnTo>
                    <a:pt x="85019" y="121707"/>
                  </a:lnTo>
                  <a:cubicBezTo>
                    <a:pt x="85019" y="98986"/>
                    <a:pt x="85019" y="93998"/>
                    <a:pt x="87229" y="83469"/>
                  </a:cubicBezTo>
                  <a:cubicBezTo>
                    <a:pt x="92203" y="61301"/>
                    <a:pt x="105465" y="33869"/>
                    <a:pt x="140556" y="13088"/>
                  </a:cubicBezTo>
                  <a:cubicBezTo>
                    <a:pt x="142766" y="11702"/>
                    <a:pt x="143043" y="11425"/>
                    <a:pt x="143043" y="6437"/>
                  </a:cubicBezTo>
                  <a:cubicBezTo>
                    <a:pt x="143043" y="341"/>
                    <a:pt x="142766" y="64"/>
                    <a:pt x="136688" y="64"/>
                  </a:cubicBezTo>
                  <a:cubicBezTo>
                    <a:pt x="131714" y="64"/>
                    <a:pt x="131162" y="64"/>
                    <a:pt x="123701" y="4498"/>
                  </a:cubicBezTo>
                  <a:cubicBezTo>
                    <a:pt x="61809" y="39688"/>
                    <a:pt x="58217" y="91227"/>
                    <a:pt x="58217" y="100925"/>
                  </a:cubicBezTo>
                  <a:lnTo>
                    <a:pt x="58217" y="297937"/>
                  </a:lnTo>
                  <a:cubicBezTo>
                    <a:pt x="58217" y="317887"/>
                    <a:pt x="58217" y="340332"/>
                    <a:pt x="43850" y="365824"/>
                  </a:cubicBezTo>
                  <a:cubicBezTo>
                    <a:pt x="31140" y="388546"/>
                    <a:pt x="16219" y="399906"/>
                    <a:pt x="4338" y="407942"/>
                  </a:cubicBezTo>
                  <a:cubicBezTo>
                    <a:pt x="470" y="410436"/>
                    <a:pt x="194" y="410713"/>
                    <a:pt x="194" y="415423"/>
                  </a:cubicBezTo>
                  <a:cubicBezTo>
                    <a:pt x="194" y="420411"/>
                    <a:pt x="470" y="420688"/>
                    <a:pt x="2680" y="422074"/>
                  </a:cubicBezTo>
                  <a:cubicBezTo>
                    <a:pt x="26166" y="437591"/>
                    <a:pt x="51310" y="462252"/>
                    <a:pt x="57389" y="507418"/>
                  </a:cubicBezTo>
                  <a:cubicBezTo>
                    <a:pt x="58217" y="513514"/>
                    <a:pt x="58217" y="514068"/>
                    <a:pt x="58217" y="517393"/>
                  </a:cubicBezTo>
                  <a:lnTo>
                    <a:pt x="58217" y="730199"/>
                  </a:lnTo>
                  <a:cubicBezTo>
                    <a:pt x="58217" y="752643"/>
                    <a:pt x="72033" y="799194"/>
                    <a:pt x="125359" y="827457"/>
                  </a:cubicBezTo>
                  <a:cubicBezTo>
                    <a:pt x="131714" y="831060"/>
                    <a:pt x="132267" y="831060"/>
                    <a:pt x="136688" y="831060"/>
                  </a:cubicBezTo>
                  <a:cubicBezTo>
                    <a:pt x="142766" y="831060"/>
                    <a:pt x="143043" y="830783"/>
                    <a:pt x="143043" y="824687"/>
                  </a:cubicBezTo>
                  <a:cubicBezTo>
                    <a:pt x="143043" y="819699"/>
                    <a:pt x="142766" y="819422"/>
                    <a:pt x="141661" y="818868"/>
                  </a:cubicBezTo>
                  <a:cubicBezTo>
                    <a:pt x="129780" y="811386"/>
                    <a:pt x="93584" y="789496"/>
                    <a:pt x="86124" y="741282"/>
                  </a:cubicBezTo>
                  <a:cubicBezTo>
                    <a:pt x="85019" y="734078"/>
                    <a:pt x="85019" y="733524"/>
                    <a:pt x="85019" y="729922"/>
                  </a:cubicBezTo>
                  <a:lnTo>
                    <a:pt x="85019" y="517393"/>
                  </a:ln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9" name="任意多边形: 形状 68">
              <a:extLst>
                <a:ext uri="{FF2B5EF4-FFF2-40B4-BE49-F238E27FC236}">
                  <a16:creationId xmlns:a16="http://schemas.microsoft.com/office/drawing/2014/main" id="{984A3822-2F8F-4114-AA0D-506838F9C0E8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6022691" y="3912060"/>
              <a:ext cx="182436" cy="190957"/>
            </a:xfrm>
            <a:custGeom>
              <a:avLst/>
              <a:gdLst>
                <a:gd name="connsiteX0" fmla="*/ 38503 w 182436"/>
                <a:gd name="connsiteY0" fmla="*/ 160362 h 190957"/>
                <a:gd name="connsiteX1" fmla="*/ 5792 w 182436"/>
                <a:gd name="connsiteY1" fmla="*/ 182765 h 190957"/>
                <a:gd name="connsiteX2" fmla="*/ 207 w 182436"/>
                <a:gd name="connsiteY2" fmla="*/ 188099 h 190957"/>
                <a:gd name="connsiteX3" fmla="*/ 3665 w 182436"/>
                <a:gd name="connsiteY3" fmla="*/ 191032 h 190957"/>
                <a:gd name="connsiteX4" fmla="*/ 26536 w 182436"/>
                <a:gd name="connsiteY4" fmla="*/ 190232 h 190957"/>
                <a:gd name="connsiteX5" fmla="*/ 53130 w 182436"/>
                <a:gd name="connsiteY5" fmla="*/ 191032 h 190957"/>
                <a:gd name="connsiteX6" fmla="*/ 58183 w 182436"/>
                <a:gd name="connsiteY6" fmla="*/ 185965 h 190957"/>
                <a:gd name="connsiteX7" fmla="*/ 53928 w 182436"/>
                <a:gd name="connsiteY7" fmla="*/ 182765 h 190957"/>
                <a:gd name="connsiteX8" fmla="*/ 41428 w 182436"/>
                <a:gd name="connsiteY8" fmla="*/ 173430 h 190957"/>
                <a:gd name="connsiteX9" fmla="*/ 45152 w 182436"/>
                <a:gd name="connsiteY9" fmla="*/ 163562 h 190957"/>
                <a:gd name="connsiteX10" fmla="*/ 65363 w 182436"/>
                <a:gd name="connsiteY10" fmla="*/ 129425 h 190957"/>
                <a:gd name="connsiteX11" fmla="*/ 132115 w 182436"/>
                <a:gd name="connsiteY11" fmla="*/ 129425 h 190957"/>
                <a:gd name="connsiteX12" fmla="*/ 136370 w 182436"/>
                <a:gd name="connsiteY12" fmla="*/ 173964 h 190957"/>
                <a:gd name="connsiteX13" fmla="*/ 117222 w 182436"/>
                <a:gd name="connsiteY13" fmla="*/ 182765 h 190957"/>
                <a:gd name="connsiteX14" fmla="*/ 110839 w 182436"/>
                <a:gd name="connsiteY14" fmla="*/ 188099 h 190957"/>
                <a:gd name="connsiteX15" fmla="*/ 114563 w 182436"/>
                <a:gd name="connsiteY15" fmla="*/ 191032 h 190957"/>
                <a:gd name="connsiteX16" fmla="*/ 147805 w 182436"/>
                <a:gd name="connsiteY16" fmla="*/ 190232 h 190957"/>
                <a:gd name="connsiteX17" fmla="*/ 177857 w 182436"/>
                <a:gd name="connsiteY17" fmla="*/ 191032 h 190957"/>
                <a:gd name="connsiteX18" fmla="*/ 182644 w 182436"/>
                <a:gd name="connsiteY18" fmla="*/ 185698 h 190957"/>
                <a:gd name="connsiteX19" fmla="*/ 176527 w 182436"/>
                <a:gd name="connsiteY19" fmla="*/ 182765 h 190957"/>
                <a:gd name="connsiteX20" fmla="*/ 159241 w 182436"/>
                <a:gd name="connsiteY20" fmla="*/ 173163 h 190957"/>
                <a:gd name="connsiteX21" fmla="*/ 143018 w 182436"/>
                <a:gd name="connsiteY21" fmla="*/ 6476 h 190957"/>
                <a:gd name="connsiteX22" fmla="*/ 137965 w 182436"/>
                <a:gd name="connsiteY22" fmla="*/ 75 h 190957"/>
                <a:gd name="connsiteX23" fmla="*/ 131051 w 182436"/>
                <a:gd name="connsiteY23" fmla="*/ 4609 h 190957"/>
                <a:gd name="connsiteX24" fmla="*/ 38503 w 182436"/>
                <a:gd name="connsiteY24" fmla="*/ 160362 h 190957"/>
                <a:gd name="connsiteX25" fmla="*/ 70416 w 182436"/>
                <a:gd name="connsiteY25" fmla="*/ 121157 h 190957"/>
                <a:gd name="connsiteX26" fmla="*/ 122807 w 182436"/>
                <a:gd name="connsiteY26" fmla="*/ 33146 h 190957"/>
                <a:gd name="connsiteX27" fmla="*/ 131317 w 182436"/>
                <a:gd name="connsiteY27" fmla="*/ 121157 h 190957"/>
                <a:gd name="connsiteX28" fmla="*/ 70416 w 182436"/>
                <a:gd name="connsiteY28" fmla="*/ 121157 h 190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82436" h="190957">
                  <a:moveTo>
                    <a:pt x="38503" y="160362"/>
                  </a:moveTo>
                  <a:cubicBezTo>
                    <a:pt x="27865" y="178231"/>
                    <a:pt x="17494" y="181965"/>
                    <a:pt x="5792" y="182765"/>
                  </a:cubicBezTo>
                  <a:cubicBezTo>
                    <a:pt x="2601" y="183031"/>
                    <a:pt x="207" y="183031"/>
                    <a:pt x="207" y="188099"/>
                  </a:cubicBezTo>
                  <a:cubicBezTo>
                    <a:pt x="207" y="189699"/>
                    <a:pt x="1537" y="191032"/>
                    <a:pt x="3665" y="191032"/>
                  </a:cubicBezTo>
                  <a:cubicBezTo>
                    <a:pt x="10845" y="191032"/>
                    <a:pt x="19089" y="190232"/>
                    <a:pt x="26536" y="190232"/>
                  </a:cubicBezTo>
                  <a:cubicBezTo>
                    <a:pt x="35312" y="190232"/>
                    <a:pt x="44620" y="191032"/>
                    <a:pt x="53130" y="191032"/>
                  </a:cubicBezTo>
                  <a:cubicBezTo>
                    <a:pt x="54726" y="191032"/>
                    <a:pt x="58183" y="191032"/>
                    <a:pt x="58183" y="185965"/>
                  </a:cubicBezTo>
                  <a:cubicBezTo>
                    <a:pt x="58183" y="183031"/>
                    <a:pt x="55789" y="182765"/>
                    <a:pt x="53928" y="182765"/>
                  </a:cubicBezTo>
                  <a:cubicBezTo>
                    <a:pt x="47811" y="182231"/>
                    <a:pt x="41428" y="180098"/>
                    <a:pt x="41428" y="173430"/>
                  </a:cubicBezTo>
                  <a:cubicBezTo>
                    <a:pt x="41428" y="170230"/>
                    <a:pt x="43024" y="167296"/>
                    <a:pt x="45152" y="163562"/>
                  </a:cubicBezTo>
                  <a:lnTo>
                    <a:pt x="65363" y="129425"/>
                  </a:lnTo>
                  <a:lnTo>
                    <a:pt x="132115" y="129425"/>
                  </a:lnTo>
                  <a:cubicBezTo>
                    <a:pt x="132647" y="135025"/>
                    <a:pt x="136370" y="171297"/>
                    <a:pt x="136370" y="173964"/>
                  </a:cubicBezTo>
                  <a:cubicBezTo>
                    <a:pt x="136370" y="181965"/>
                    <a:pt x="122541" y="182765"/>
                    <a:pt x="117222" y="182765"/>
                  </a:cubicBezTo>
                  <a:cubicBezTo>
                    <a:pt x="113499" y="182765"/>
                    <a:pt x="110839" y="182765"/>
                    <a:pt x="110839" y="188099"/>
                  </a:cubicBezTo>
                  <a:cubicBezTo>
                    <a:pt x="110839" y="191032"/>
                    <a:pt x="114031" y="191032"/>
                    <a:pt x="114563" y="191032"/>
                  </a:cubicBezTo>
                  <a:cubicBezTo>
                    <a:pt x="125466" y="191032"/>
                    <a:pt x="136902" y="190232"/>
                    <a:pt x="147805" y="190232"/>
                  </a:cubicBezTo>
                  <a:cubicBezTo>
                    <a:pt x="154454" y="190232"/>
                    <a:pt x="171208" y="191032"/>
                    <a:pt x="177857" y="191032"/>
                  </a:cubicBezTo>
                  <a:cubicBezTo>
                    <a:pt x="179452" y="191032"/>
                    <a:pt x="182644" y="191032"/>
                    <a:pt x="182644" y="185698"/>
                  </a:cubicBezTo>
                  <a:cubicBezTo>
                    <a:pt x="182644" y="182765"/>
                    <a:pt x="179984" y="182765"/>
                    <a:pt x="176527" y="182765"/>
                  </a:cubicBezTo>
                  <a:cubicBezTo>
                    <a:pt x="160039" y="182765"/>
                    <a:pt x="160039" y="180898"/>
                    <a:pt x="159241" y="173163"/>
                  </a:cubicBezTo>
                  <a:lnTo>
                    <a:pt x="143018" y="6476"/>
                  </a:lnTo>
                  <a:cubicBezTo>
                    <a:pt x="142486" y="1142"/>
                    <a:pt x="142486" y="75"/>
                    <a:pt x="137965" y="75"/>
                  </a:cubicBezTo>
                  <a:cubicBezTo>
                    <a:pt x="133710" y="75"/>
                    <a:pt x="132647" y="1942"/>
                    <a:pt x="131051" y="4609"/>
                  </a:cubicBezTo>
                  <a:lnTo>
                    <a:pt x="38503" y="160362"/>
                  </a:lnTo>
                  <a:close/>
                  <a:moveTo>
                    <a:pt x="70416" y="121157"/>
                  </a:moveTo>
                  <a:lnTo>
                    <a:pt x="122807" y="33146"/>
                  </a:lnTo>
                  <a:lnTo>
                    <a:pt x="131317" y="121157"/>
                  </a:lnTo>
                  <a:lnTo>
                    <a:pt x="70416" y="121157"/>
                  </a:ln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0" name="任意多边形: 形状 69">
              <a:extLst>
                <a:ext uri="{FF2B5EF4-FFF2-40B4-BE49-F238E27FC236}">
                  <a16:creationId xmlns:a16="http://schemas.microsoft.com/office/drawing/2014/main" id="{FBB1B55D-8B40-4D59-A169-A4106D83268E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6266205" y="3983535"/>
              <a:ext cx="101323" cy="122415"/>
            </a:xfrm>
            <a:custGeom>
              <a:avLst/>
              <a:gdLst>
                <a:gd name="connsiteX0" fmla="*/ 22290 w 101323"/>
                <a:gd name="connsiteY0" fmla="*/ 61416 h 122415"/>
                <a:gd name="connsiteX1" fmla="*/ 58192 w 101323"/>
                <a:gd name="connsiteY1" fmla="*/ 6743 h 122415"/>
                <a:gd name="connsiteX2" fmla="*/ 86648 w 101323"/>
                <a:gd name="connsiteY2" fmla="*/ 16611 h 122415"/>
                <a:gd name="connsiteX3" fmla="*/ 74149 w 101323"/>
                <a:gd name="connsiteY3" fmla="*/ 28879 h 122415"/>
                <a:gd name="connsiteX4" fmla="*/ 86382 w 101323"/>
                <a:gd name="connsiteY4" fmla="*/ 41147 h 122415"/>
                <a:gd name="connsiteX5" fmla="*/ 98616 w 101323"/>
                <a:gd name="connsiteY5" fmla="*/ 28612 h 122415"/>
                <a:gd name="connsiteX6" fmla="*/ 57927 w 101323"/>
                <a:gd name="connsiteY6" fmla="*/ 75 h 122415"/>
                <a:gd name="connsiteX7" fmla="*/ 217 w 101323"/>
                <a:gd name="connsiteY7" fmla="*/ 61950 h 122415"/>
                <a:gd name="connsiteX8" fmla="*/ 57395 w 101323"/>
                <a:gd name="connsiteY8" fmla="*/ 122490 h 122415"/>
                <a:gd name="connsiteX9" fmla="*/ 101541 w 101323"/>
                <a:gd name="connsiteY9" fmla="*/ 87819 h 122415"/>
                <a:gd name="connsiteX10" fmla="*/ 98084 w 101323"/>
                <a:gd name="connsiteY10" fmla="*/ 85152 h 122415"/>
                <a:gd name="connsiteX11" fmla="*/ 94627 w 101323"/>
                <a:gd name="connsiteY11" fmla="*/ 87819 h 122415"/>
                <a:gd name="connsiteX12" fmla="*/ 59788 w 101323"/>
                <a:gd name="connsiteY12" fmla="*/ 115823 h 122415"/>
                <a:gd name="connsiteX13" fmla="*/ 22290 w 101323"/>
                <a:gd name="connsiteY13" fmla="*/ 61416 h 122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1323" h="122415">
                  <a:moveTo>
                    <a:pt x="22290" y="61416"/>
                  </a:moveTo>
                  <a:cubicBezTo>
                    <a:pt x="22290" y="17944"/>
                    <a:pt x="44098" y="6743"/>
                    <a:pt x="58192" y="6743"/>
                  </a:cubicBezTo>
                  <a:cubicBezTo>
                    <a:pt x="60586" y="6743"/>
                    <a:pt x="77340" y="7009"/>
                    <a:pt x="86648" y="16611"/>
                  </a:cubicBezTo>
                  <a:cubicBezTo>
                    <a:pt x="75745" y="17411"/>
                    <a:pt x="74149" y="25412"/>
                    <a:pt x="74149" y="28879"/>
                  </a:cubicBezTo>
                  <a:cubicBezTo>
                    <a:pt x="74149" y="35813"/>
                    <a:pt x="78936" y="41147"/>
                    <a:pt x="86382" y="41147"/>
                  </a:cubicBezTo>
                  <a:cubicBezTo>
                    <a:pt x="93297" y="41147"/>
                    <a:pt x="98616" y="36613"/>
                    <a:pt x="98616" y="28612"/>
                  </a:cubicBezTo>
                  <a:cubicBezTo>
                    <a:pt x="98616" y="10477"/>
                    <a:pt x="78404" y="75"/>
                    <a:pt x="57927" y="75"/>
                  </a:cubicBezTo>
                  <a:cubicBezTo>
                    <a:pt x="24684" y="75"/>
                    <a:pt x="217" y="28879"/>
                    <a:pt x="217" y="61950"/>
                  </a:cubicBezTo>
                  <a:cubicBezTo>
                    <a:pt x="217" y="96087"/>
                    <a:pt x="26545" y="122490"/>
                    <a:pt x="57395" y="122490"/>
                  </a:cubicBezTo>
                  <a:cubicBezTo>
                    <a:pt x="93031" y="122490"/>
                    <a:pt x="101541" y="90486"/>
                    <a:pt x="101541" y="87819"/>
                  </a:cubicBezTo>
                  <a:cubicBezTo>
                    <a:pt x="101541" y="85152"/>
                    <a:pt x="98882" y="85152"/>
                    <a:pt x="98084" y="85152"/>
                  </a:cubicBezTo>
                  <a:cubicBezTo>
                    <a:pt x="95690" y="85152"/>
                    <a:pt x="95158" y="86219"/>
                    <a:pt x="94627" y="87819"/>
                  </a:cubicBezTo>
                  <a:cubicBezTo>
                    <a:pt x="86914" y="112623"/>
                    <a:pt x="69628" y="115823"/>
                    <a:pt x="59788" y="115823"/>
                  </a:cubicBezTo>
                  <a:cubicBezTo>
                    <a:pt x="45693" y="115823"/>
                    <a:pt x="22290" y="104355"/>
                    <a:pt x="22290" y="61416"/>
                  </a:cubicBez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1" name="任意多边形: 形状 70">
              <a:extLst>
                <a:ext uri="{FF2B5EF4-FFF2-40B4-BE49-F238E27FC236}">
                  <a16:creationId xmlns:a16="http://schemas.microsoft.com/office/drawing/2014/main" id="{B207F362-0CB4-45D0-9B5B-AA8DDF8EA9F5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6382806" y="3983535"/>
              <a:ext cx="117812" cy="122415"/>
            </a:xfrm>
            <a:custGeom>
              <a:avLst/>
              <a:gdLst>
                <a:gd name="connsiteX0" fmla="*/ 118034 w 117812"/>
                <a:gd name="connsiteY0" fmla="*/ 62483 h 122415"/>
                <a:gd name="connsiteX1" fmla="*/ 59261 w 117812"/>
                <a:gd name="connsiteY1" fmla="*/ 75 h 122415"/>
                <a:gd name="connsiteX2" fmla="*/ 222 w 117812"/>
                <a:gd name="connsiteY2" fmla="*/ 62483 h 122415"/>
                <a:gd name="connsiteX3" fmla="*/ 58995 w 117812"/>
                <a:gd name="connsiteY3" fmla="*/ 122490 h 122415"/>
                <a:gd name="connsiteX4" fmla="*/ 118034 w 117812"/>
                <a:gd name="connsiteY4" fmla="*/ 62483 h 122415"/>
                <a:gd name="connsiteX5" fmla="*/ 59261 w 117812"/>
                <a:gd name="connsiteY5" fmla="*/ 115823 h 122415"/>
                <a:gd name="connsiteX6" fmla="*/ 28943 w 117812"/>
                <a:gd name="connsiteY6" fmla="*/ 97954 h 122415"/>
                <a:gd name="connsiteX7" fmla="*/ 22295 w 117812"/>
                <a:gd name="connsiteY7" fmla="*/ 60349 h 122415"/>
                <a:gd name="connsiteX8" fmla="*/ 28678 w 117812"/>
                <a:gd name="connsiteY8" fmla="*/ 23812 h 122415"/>
                <a:gd name="connsiteX9" fmla="*/ 58995 w 117812"/>
                <a:gd name="connsiteY9" fmla="*/ 5943 h 122415"/>
                <a:gd name="connsiteX10" fmla="*/ 89046 w 117812"/>
                <a:gd name="connsiteY10" fmla="*/ 23278 h 122415"/>
                <a:gd name="connsiteX11" fmla="*/ 95961 w 117812"/>
                <a:gd name="connsiteY11" fmla="*/ 60349 h 122415"/>
                <a:gd name="connsiteX12" fmla="*/ 90110 w 117812"/>
                <a:gd name="connsiteY12" fmla="*/ 96087 h 122415"/>
                <a:gd name="connsiteX13" fmla="*/ 59261 w 117812"/>
                <a:gd name="connsiteY13" fmla="*/ 115823 h 122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812" h="122415">
                  <a:moveTo>
                    <a:pt x="118034" y="62483"/>
                  </a:moveTo>
                  <a:cubicBezTo>
                    <a:pt x="118034" y="28345"/>
                    <a:pt x="91440" y="75"/>
                    <a:pt x="59261" y="75"/>
                  </a:cubicBezTo>
                  <a:cubicBezTo>
                    <a:pt x="26018" y="75"/>
                    <a:pt x="222" y="29146"/>
                    <a:pt x="222" y="62483"/>
                  </a:cubicBezTo>
                  <a:cubicBezTo>
                    <a:pt x="222" y="96887"/>
                    <a:pt x="27880" y="122490"/>
                    <a:pt x="58995" y="122490"/>
                  </a:cubicBezTo>
                  <a:cubicBezTo>
                    <a:pt x="91174" y="122490"/>
                    <a:pt x="118034" y="96354"/>
                    <a:pt x="118034" y="62483"/>
                  </a:cubicBezTo>
                  <a:close/>
                  <a:moveTo>
                    <a:pt x="59261" y="115823"/>
                  </a:moveTo>
                  <a:cubicBezTo>
                    <a:pt x="47825" y="115823"/>
                    <a:pt x="36124" y="110222"/>
                    <a:pt x="28943" y="97954"/>
                  </a:cubicBezTo>
                  <a:cubicBezTo>
                    <a:pt x="22295" y="86219"/>
                    <a:pt x="22295" y="69951"/>
                    <a:pt x="22295" y="60349"/>
                  </a:cubicBezTo>
                  <a:cubicBezTo>
                    <a:pt x="22295" y="49948"/>
                    <a:pt x="22295" y="35546"/>
                    <a:pt x="28678" y="23812"/>
                  </a:cubicBezTo>
                  <a:cubicBezTo>
                    <a:pt x="35858" y="11543"/>
                    <a:pt x="48357" y="5943"/>
                    <a:pt x="58995" y="5943"/>
                  </a:cubicBezTo>
                  <a:cubicBezTo>
                    <a:pt x="70696" y="5943"/>
                    <a:pt x="82132" y="11810"/>
                    <a:pt x="89046" y="23278"/>
                  </a:cubicBezTo>
                  <a:cubicBezTo>
                    <a:pt x="95961" y="34746"/>
                    <a:pt x="95961" y="50215"/>
                    <a:pt x="95961" y="60349"/>
                  </a:cubicBezTo>
                  <a:cubicBezTo>
                    <a:pt x="95961" y="69951"/>
                    <a:pt x="95961" y="84352"/>
                    <a:pt x="90110" y="96087"/>
                  </a:cubicBezTo>
                  <a:cubicBezTo>
                    <a:pt x="84259" y="108089"/>
                    <a:pt x="72558" y="115823"/>
                    <a:pt x="59261" y="115823"/>
                  </a:cubicBez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2" name="任意多边形: 形状 71">
              <a:extLst>
                <a:ext uri="{FF2B5EF4-FFF2-40B4-BE49-F238E27FC236}">
                  <a16:creationId xmlns:a16="http://schemas.microsoft.com/office/drawing/2014/main" id="{63475917-F873-4C2B-B81F-653B92C5BF74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6517108" y="3983535"/>
              <a:ext cx="86963" cy="122415"/>
            </a:xfrm>
            <a:custGeom>
              <a:avLst/>
              <a:gdLst>
                <a:gd name="connsiteX0" fmla="*/ 46767 w 86963"/>
                <a:gd name="connsiteY0" fmla="*/ 67817 h 122415"/>
                <a:gd name="connsiteX1" fmla="*/ 74425 w 86963"/>
                <a:gd name="connsiteY1" fmla="*/ 92353 h 122415"/>
                <a:gd name="connsiteX2" fmla="*/ 44373 w 86963"/>
                <a:gd name="connsiteY2" fmla="*/ 116623 h 122415"/>
                <a:gd name="connsiteX3" fmla="*/ 7407 w 86963"/>
                <a:gd name="connsiteY3" fmla="*/ 78752 h 122415"/>
                <a:gd name="connsiteX4" fmla="*/ 3684 w 86963"/>
                <a:gd name="connsiteY4" fmla="*/ 74218 h 122415"/>
                <a:gd name="connsiteX5" fmla="*/ 227 w 86963"/>
                <a:gd name="connsiteY5" fmla="*/ 80885 h 122415"/>
                <a:gd name="connsiteX6" fmla="*/ 227 w 86963"/>
                <a:gd name="connsiteY6" fmla="*/ 116090 h 122415"/>
                <a:gd name="connsiteX7" fmla="*/ 3152 w 86963"/>
                <a:gd name="connsiteY7" fmla="*/ 122490 h 122415"/>
                <a:gd name="connsiteX8" fmla="*/ 9801 w 86963"/>
                <a:gd name="connsiteY8" fmla="*/ 117156 h 122415"/>
                <a:gd name="connsiteX9" fmla="*/ 15120 w 86963"/>
                <a:gd name="connsiteY9" fmla="*/ 111022 h 122415"/>
                <a:gd name="connsiteX10" fmla="*/ 44373 w 86963"/>
                <a:gd name="connsiteY10" fmla="*/ 122490 h 122415"/>
                <a:gd name="connsiteX11" fmla="*/ 87190 w 86963"/>
                <a:gd name="connsiteY11" fmla="*/ 85419 h 122415"/>
                <a:gd name="connsiteX12" fmla="*/ 76020 w 86963"/>
                <a:gd name="connsiteY12" fmla="*/ 60083 h 122415"/>
                <a:gd name="connsiteX13" fmla="*/ 45703 w 86963"/>
                <a:gd name="connsiteY13" fmla="*/ 47281 h 122415"/>
                <a:gd name="connsiteX14" fmla="*/ 12992 w 86963"/>
                <a:gd name="connsiteY14" fmla="*/ 25412 h 122415"/>
                <a:gd name="connsiteX15" fmla="*/ 42778 w 86963"/>
                <a:gd name="connsiteY15" fmla="*/ 5143 h 122415"/>
                <a:gd name="connsiteX16" fmla="*/ 73893 w 86963"/>
                <a:gd name="connsiteY16" fmla="*/ 37413 h 122415"/>
                <a:gd name="connsiteX17" fmla="*/ 77084 w 86963"/>
                <a:gd name="connsiteY17" fmla="*/ 39814 h 122415"/>
                <a:gd name="connsiteX18" fmla="*/ 80542 w 86963"/>
                <a:gd name="connsiteY18" fmla="*/ 33413 h 122415"/>
                <a:gd name="connsiteX19" fmla="*/ 80542 w 86963"/>
                <a:gd name="connsiteY19" fmla="*/ 6476 h 122415"/>
                <a:gd name="connsiteX20" fmla="*/ 77616 w 86963"/>
                <a:gd name="connsiteY20" fmla="*/ 75 h 122415"/>
                <a:gd name="connsiteX21" fmla="*/ 72297 w 86963"/>
                <a:gd name="connsiteY21" fmla="*/ 3276 h 122415"/>
                <a:gd name="connsiteX22" fmla="*/ 67776 w 86963"/>
                <a:gd name="connsiteY22" fmla="*/ 7543 h 122415"/>
                <a:gd name="connsiteX23" fmla="*/ 42778 w 86963"/>
                <a:gd name="connsiteY23" fmla="*/ 75 h 122415"/>
                <a:gd name="connsiteX24" fmla="*/ 227 w 86963"/>
                <a:gd name="connsiteY24" fmla="*/ 32879 h 122415"/>
                <a:gd name="connsiteX25" fmla="*/ 11662 w 86963"/>
                <a:gd name="connsiteY25" fmla="*/ 55549 h 122415"/>
                <a:gd name="connsiteX26" fmla="*/ 46767 w 86963"/>
                <a:gd name="connsiteY26" fmla="*/ 67817 h 122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6963" h="122415">
                  <a:moveTo>
                    <a:pt x="46767" y="67817"/>
                  </a:moveTo>
                  <a:cubicBezTo>
                    <a:pt x="52618" y="68884"/>
                    <a:pt x="74425" y="73151"/>
                    <a:pt x="74425" y="92353"/>
                  </a:cubicBezTo>
                  <a:cubicBezTo>
                    <a:pt x="74425" y="105955"/>
                    <a:pt x="65117" y="116623"/>
                    <a:pt x="44373" y="116623"/>
                  </a:cubicBezTo>
                  <a:cubicBezTo>
                    <a:pt x="22034" y="116623"/>
                    <a:pt x="12460" y="101421"/>
                    <a:pt x="7407" y="78752"/>
                  </a:cubicBezTo>
                  <a:cubicBezTo>
                    <a:pt x="6610" y="75285"/>
                    <a:pt x="6344" y="74218"/>
                    <a:pt x="3684" y="74218"/>
                  </a:cubicBezTo>
                  <a:cubicBezTo>
                    <a:pt x="227" y="74218"/>
                    <a:pt x="227" y="76085"/>
                    <a:pt x="227" y="80885"/>
                  </a:cubicBezTo>
                  <a:lnTo>
                    <a:pt x="227" y="116090"/>
                  </a:lnTo>
                  <a:cubicBezTo>
                    <a:pt x="227" y="120624"/>
                    <a:pt x="227" y="122490"/>
                    <a:pt x="3152" y="122490"/>
                  </a:cubicBezTo>
                  <a:cubicBezTo>
                    <a:pt x="4482" y="122490"/>
                    <a:pt x="4748" y="122224"/>
                    <a:pt x="9801" y="117156"/>
                  </a:cubicBezTo>
                  <a:cubicBezTo>
                    <a:pt x="10333" y="116623"/>
                    <a:pt x="10333" y="116090"/>
                    <a:pt x="15120" y="111022"/>
                  </a:cubicBezTo>
                  <a:cubicBezTo>
                    <a:pt x="26821" y="122224"/>
                    <a:pt x="38789" y="122490"/>
                    <a:pt x="44373" y="122490"/>
                  </a:cubicBezTo>
                  <a:cubicBezTo>
                    <a:pt x="74957" y="122490"/>
                    <a:pt x="87190" y="104622"/>
                    <a:pt x="87190" y="85419"/>
                  </a:cubicBezTo>
                  <a:cubicBezTo>
                    <a:pt x="87190" y="71284"/>
                    <a:pt x="79212" y="63283"/>
                    <a:pt x="76020" y="60083"/>
                  </a:cubicBezTo>
                  <a:cubicBezTo>
                    <a:pt x="67244" y="51548"/>
                    <a:pt x="56873" y="49415"/>
                    <a:pt x="45703" y="47281"/>
                  </a:cubicBezTo>
                  <a:cubicBezTo>
                    <a:pt x="30810" y="44347"/>
                    <a:pt x="12992" y="40880"/>
                    <a:pt x="12992" y="25412"/>
                  </a:cubicBezTo>
                  <a:cubicBezTo>
                    <a:pt x="12992" y="16077"/>
                    <a:pt x="19907" y="5143"/>
                    <a:pt x="42778" y="5143"/>
                  </a:cubicBezTo>
                  <a:cubicBezTo>
                    <a:pt x="72031" y="5143"/>
                    <a:pt x="73361" y="29146"/>
                    <a:pt x="73893" y="37413"/>
                  </a:cubicBezTo>
                  <a:cubicBezTo>
                    <a:pt x="74159" y="39814"/>
                    <a:pt x="76552" y="39814"/>
                    <a:pt x="77084" y="39814"/>
                  </a:cubicBezTo>
                  <a:cubicBezTo>
                    <a:pt x="80542" y="39814"/>
                    <a:pt x="80542" y="38480"/>
                    <a:pt x="80542" y="33413"/>
                  </a:cubicBezTo>
                  <a:lnTo>
                    <a:pt x="80542" y="6476"/>
                  </a:lnTo>
                  <a:cubicBezTo>
                    <a:pt x="80542" y="1942"/>
                    <a:pt x="80542" y="75"/>
                    <a:pt x="77616" y="75"/>
                  </a:cubicBezTo>
                  <a:cubicBezTo>
                    <a:pt x="76286" y="75"/>
                    <a:pt x="75755" y="75"/>
                    <a:pt x="72297" y="3276"/>
                  </a:cubicBezTo>
                  <a:cubicBezTo>
                    <a:pt x="71499" y="4342"/>
                    <a:pt x="68840" y="6743"/>
                    <a:pt x="67776" y="7543"/>
                  </a:cubicBezTo>
                  <a:cubicBezTo>
                    <a:pt x="57670" y="75"/>
                    <a:pt x="46767" y="75"/>
                    <a:pt x="42778" y="75"/>
                  </a:cubicBezTo>
                  <a:cubicBezTo>
                    <a:pt x="10333" y="75"/>
                    <a:pt x="227" y="17944"/>
                    <a:pt x="227" y="32879"/>
                  </a:cubicBezTo>
                  <a:cubicBezTo>
                    <a:pt x="227" y="42214"/>
                    <a:pt x="4482" y="49681"/>
                    <a:pt x="11662" y="55549"/>
                  </a:cubicBezTo>
                  <a:cubicBezTo>
                    <a:pt x="20173" y="62483"/>
                    <a:pt x="27619" y="64083"/>
                    <a:pt x="46767" y="67817"/>
                  </a:cubicBez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3" name="任意多边形: 形状 72">
              <a:extLst>
                <a:ext uri="{FF2B5EF4-FFF2-40B4-BE49-F238E27FC236}">
                  <a16:creationId xmlns:a16="http://schemas.microsoft.com/office/drawing/2014/main" id="{290B4AC0-CC00-4F03-AB1F-834870314884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6660745" y="3985135"/>
              <a:ext cx="157703" cy="120815"/>
            </a:xfrm>
            <a:custGeom>
              <a:avLst/>
              <a:gdLst>
                <a:gd name="connsiteX0" fmla="*/ 157937 w 157703"/>
                <a:gd name="connsiteY0" fmla="*/ 18744 h 120815"/>
                <a:gd name="connsiteX1" fmla="*/ 147299 w 157703"/>
                <a:gd name="connsiteY1" fmla="*/ 75 h 120815"/>
                <a:gd name="connsiteX2" fmla="*/ 133204 w 157703"/>
                <a:gd name="connsiteY2" fmla="*/ 12610 h 120815"/>
                <a:gd name="connsiteX3" fmla="*/ 137193 w 157703"/>
                <a:gd name="connsiteY3" fmla="*/ 20611 h 120815"/>
                <a:gd name="connsiteX4" fmla="*/ 146501 w 157703"/>
                <a:gd name="connsiteY4" fmla="*/ 43014 h 120815"/>
                <a:gd name="connsiteX5" fmla="*/ 133204 w 157703"/>
                <a:gd name="connsiteY5" fmla="*/ 81152 h 120815"/>
                <a:gd name="connsiteX6" fmla="*/ 102887 w 157703"/>
                <a:gd name="connsiteY6" fmla="*/ 101688 h 120815"/>
                <a:gd name="connsiteX7" fmla="*/ 77090 w 157703"/>
                <a:gd name="connsiteY7" fmla="*/ 77685 h 120815"/>
                <a:gd name="connsiteX8" fmla="*/ 86132 w 157703"/>
                <a:gd name="connsiteY8" fmla="*/ 46214 h 120815"/>
                <a:gd name="connsiteX9" fmla="*/ 81345 w 157703"/>
                <a:gd name="connsiteY9" fmla="*/ 40347 h 120815"/>
                <a:gd name="connsiteX10" fmla="*/ 74165 w 157703"/>
                <a:gd name="connsiteY10" fmla="*/ 44881 h 120815"/>
                <a:gd name="connsiteX11" fmla="*/ 68048 w 157703"/>
                <a:gd name="connsiteY11" fmla="*/ 77151 h 120815"/>
                <a:gd name="connsiteX12" fmla="*/ 31880 w 157703"/>
                <a:gd name="connsiteY12" fmla="*/ 101688 h 120815"/>
                <a:gd name="connsiteX13" fmla="*/ 8743 w 157703"/>
                <a:gd name="connsiteY13" fmla="*/ 71017 h 120815"/>
                <a:gd name="connsiteX14" fmla="*/ 35869 w 157703"/>
                <a:gd name="connsiteY14" fmla="*/ 6209 h 120815"/>
                <a:gd name="connsiteX15" fmla="*/ 30816 w 157703"/>
                <a:gd name="connsiteY15" fmla="*/ 1142 h 120815"/>
                <a:gd name="connsiteX16" fmla="*/ 23902 w 157703"/>
                <a:gd name="connsiteY16" fmla="*/ 7009 h 120815"/>
                <a:gd name="connsiteX17" fmla="*/ 233 w 157703"/>
                <a:gd name="connsiteY17" fmla="*/ 82752 h 120815"/>
                <a:gd name="connsiteX18" fmla="*/ 28157 w 157703"/>
                <a:gd name="connsiteY18" fmla="*/ 120890 h 120815"/>
                <a:gd name="connsiteX19" fmla="*/ 69112 w 157703"/>
                <a:gd name="connsiteY19" fmla="*/ 92887 h 120815"/>
                <a:gd name="connsiteX20" fmla="*/ 98366 w 157703"/>
                <a:gd name="connsiteY20" fmla="*/ 120890 h 120815"/>
                <a:gd name="connsiteX21" fmla="*/ 141448 w 157703"/>
                <a:gd name="connsiteY21" fmla="*/ 84619 h 120815"/>
                <a:gd name="connsiteX22" fmla="*/ 157937 w 157703"/>
                <a:gd name="connsiteY22" fmla="*/ 18744 h 120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7703" h="120815">
                  <a:moveTo>
                    <a:pt x="157937" y="18744"/>
                  </a:moveTo>
                  <a:cubicBezTo>
                    <a:pt x="157937" y="6743"/>
                    <a:pt x="153150" y="75"/>
                    <a:pt x="147299" y="75"/>
                  </a:cubicBezTo>
                  <a:cubicBezTo>
                    <a:pt x="140384" y="75"/>
                    <a:pt x="133204" y="6476"/>
                    <a:pt x="133204" y="12610"/>
                  </a:cubicBezTo>
                  <a:cubicBezTo>
                    <a:pt x="133204" y="15277"/>
                    <a:pt x="134534" y="18211"/>
                    <a:pt x="137193" y="20611"/>
                  </a:cubicBezTo>
                  <a:cubicBezTo>
                    <a:pt x="141714" y="24612"/>
                    <a:pt x="146501" y="31812"/>
                    <a:pt x="146501" y="43014"/>
                  </a:cubicBezTo>
                  <a:cubicBezTo>
                    <a:pt x="146501" y="53682"/>
                    <a:pt x="141448" y="68884"/>
                    <a:pt x="133204" y="81152"/>
                  </a:cubicBezTo>
                  <a:cubicBezTo>
                    <a:pt x="125226" y="92620"/>
                    <a:pt x="115386" y="101688"/>
                    <a:pt x="102887" y="101688"/>
                  </a:cubicBezTo>
                  <a:cubicBezTo>
                    <a:pt x="87728" y="101688"/>
                    <a:pt x="79484" y="92087"/>
                    <a:pt x="77090" y="77685"/>
                  </a:cubicBezTo>
                  <a:cubicBezTo>
                    <a:pt x="80016" y="70751"/>
                    <a:pt x="86132" y="53682"/>
                    <a:pt x="86132" y="46214"/>
                  </a:cubicBezTo>
                  <a:cubicBezTo>
                    <a:pt x="86132" y="43014"/>
                    <a:pt x="84802" y="40347"/>
                    <a:pt x="81345" y="40347"/>
                  </a:cubicBezTo>
                  <a:cubicBezTo>
                    <a:pt x="79218" y="40347"/>
                    <a:pt x="76292" y="40880"/>
                    <a:pt x="74165" y="44881"/>
                  </a:cubicBezTo>
                  <a:cubicBezTo>
                    <a:pt x="71239" y="50215"/>
                    <a:pt x="68048" y="67550"/>
                    <a:pt x="68048" y="77151"/>
                  </a:cubicBezTo>
                  <a:cubicBezTo>
                    <a:pt x="59272" y="89686"/>
                    <a:pt x="48634" y="101688"/>
                    <a:pt x="31880" y="101688"/>
                  </a:cubicBezTo>
                  <a:cubicBezTo>
                    <a:pt x="14328" y="101688"/>
                    <a:pt x="8743" y="85953"/>
                    <a:pt x="8743" y="71017"/>
                  </a:cubicBezTo>
                  <a:cubicBezTo>
                    <a:pt x="8743" y="37680"/>
                    <a:pt x="35869" y="9676"/>
                    <a:pt x="35869" y="6209"/>
                  </a:cubicBezTo>
                  <a:cubicBezTo>
                    <a:pt x="35869" y="3276"/>
                    <a:pt x="33742" y="1142"/>
                    <a:pt x="30816" y="1142"/>
                  </a:cubicBezTo>
                  <a:cubicBezTo>
                    <a:pt x="27359" y="1142"/>
                    <a:pt x="25497" y="4609"/>
                    <a:pt x="23902" y="7009"/>
                  </a:cubicBezTo>
                  <a:cubicBezTo>
                    <a:pt x="10339" y="26745"/>
                    <a:pt x="233" y="58483"/>
                    <a:pt x="233" y="82752"/>
                  </a:cubicBezTo>
                  <a:cubicBezTo>
                    <a:pt x="233" y="101154"/>
                    <a:pt x="6350" y="120890"/>
                    <a:pt x="28157" y="120890"/>
                  </a:cubicBezTo>
                  <a:cubicBezTo>
                    <a:pt x="47039" y="120890"/>
                    <a:pt x="59538" y="107555"/>
                    <a:pt x="69112" y="92887"/>
                  </a:cubicBezTo>
                  <a:cubicBezTo>
                    <a:pt x="71505" y="108355"/>
                    <a:pt x="81877" y="120890"/>
                    <a:pt x="98366" y="120890"/>
                  </a:cubicBezTo>
                  <a:cubicBezTo>
                    <a:pt x="119109" y="120890"/>
                    <a:pt x="131874" y="104622"/>
                    <a:pt x="141448" y="84619"/>
                  </a:cubicBezTo>
                  <a:cubicBezTo>
                    <a:pt x="147831" y="71551"/>
                    <a:pt x="157937" y="35280"/>
                    <a:pt x="157937" y="18744"/>
                  </a:cubicBez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4" name="任意多边形: 形状 73">
              <a:extLst>
                <a:ext uri="{FF2B5EF4-FFF2-40B4-BE49-F238E27FC236}">
                  <a16:creationId xmlns:a16="http://schemas.microsoft.com/office/drawing/2014/main" id="{AE58D441-A074-4037-9A92-F7401DF6000B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6842343" y="4025403"/>
              <a:ext cx="64294" cy="117618"/>
            </a:xfrm>
            <a:custGeom>
              <a:avLst/>
              <a:gdLst>
                <a:gd name="connsiteX0" fmla="*/ 40158 w 64294"/>
                <a:gd name="connsiteY0" fmla="*/ 5037 h 117618"/>
                <a:gd name="connsiteX1" fmla="*/ 34859 w 64294"/>
                <a:gd name="connsiteY1" fmla="*/ 77 h 117618"/>
                <a:gd name="connsiteX2" fmla="*/ 239 w 64294"/>
                <a:gd name="connsiteY2" fmla="*/ 11413 h 117618"/>
                <a:gd name="connsiteX3" fmla="*/ 239 w 64294"/>
                <a:gd name="connsiteY3" fmla="*/ 17790 h 117618"/>
                <a:gd name="connsiteX4" fmla="*/ 25851 w 64294"/>
                <a:gd name="connsiteY4" fmla="*/ 12831 h 117618"/>
                <a:gd name="connsiteX5" fmla="*/ 25851 w 64294"/>
                <a:gd name="connsiteY5" fmla="*/ 103170 h 117618"/>
                <a:gd name="connsiteX6" fmla="*/ 8188 w 64294"/>
                <a:gd name="connsiteY6" fmla="*/ 111318 h 117618"/>
                <a:gd name="connsiteX7" fmla="*/ 1476 w 64294"/>
                <a:gd name="connsiteY7" fmla="*/ 111318 h 117618"/>
                <a:gd name="connsiteX8" fmla="*/ 1476 w 64294"/>
                <a:gd name="connsiteY8" fmla="*/ 117695 h 117618"/>
                <a:gd name="connsiteX9" fmla="*/ 32916 w 64294"/>
                <a:gd name="connsiteY9" fmla="*/ 116986 h 117618"/>
                <a:gd name="connsiteX10" fmla="*/ 64534 w 64294"/>
                <a:gd name="connsiteY10" fmla="*/ 117695 h 117618"/>
                <a:gd name="connsiteX11" fmla="*/ 64534 w 64294"/>
                <a:gd name="connsiteY11" fmla="*/ 111318 h 117618"/>
                <a:gd name="connsiteX12" fmla="*/ 57822 w 64294"/>
                <a:gd name="connsiteY12" fmla="*/ 111318 h 117618"/>
                <a:gd name="connsiteX13" fmla="*/ 40158 w 64294"/>
                <a:gd name="connsiteY13" fmla="*/ 103170 h 117618"/>
                <a:gd name="connsiteX14" fmla="*/ 40158 w 64294"/>
                <a:gd name="connsiteY14" fmla="*/ 5037 h 117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4294" h="117618">
                  <a:moveTo>
                    <a:pt x="40158" y="5037"/>
                  </a:moveTo>
                  <a:cubicBezTo>
                    <a:pt x="40158" y="254"/>
                    <a:pt x="39805" y="77"/>
                    <a:pt x="34859" y="77"/>
                  </a:cubicBezTo>
                  <a:cubicBezTo>
                    <a:pt x="23555" y="11236"/>
                    <a:pt x="7481" y="11413"/>
                    <a:pt x="239" y="11413"/>
                  </a:cubicBezTo>
                  <a:lnTo>
                    <a:pt x="239" y="17790"/>
                  </a:lnTo>
                  <a:cubicBezTo>
                    <a:pt x="4479" y="17790"/>
                    <a:pt x="16136" y="17790"/>
                    <a:pt x="25851" y="12831"/>
                  </a:cubicBezTo>
                  <a:lnTo>
                    <a:pt x="25851" y="103170"/>
                  </a:lnTo>
                  <a:cubicBezTo>
                    <a:pt x="25851" y="109015"/>
                    <a:pt x="25851" y="111318"/>
                    <a:pt x="8188" y="111318"/>
                  </a:cubicBezTo>
                  <a:lnTo>
                    <a:pt x="1476" y="111318"/>
                  </a:lnTo>
                  <a:lnTo>
                    <a:pt x="1476" y="117695"/>
                  </a:lnTo>
                  <a:cubicBezTo>
                    <a:pt x="4655" y="117518"/>
                    <a:pt x="26381" y="116986"/>
                    <a:pt x="32916" y="116986"/>
                  </a:cubicBezTo>
                  <a:cubicBezTo>
                    <a:pt x="38392" y="116986"/>
                    <a:pt x="60648" y="117518"/>
                    <a:pt x="64534" y="117695"/>
                  </a:cubicBezTo>
                  <a:lnTo>
                    <a:pt x="64534" y="111318"/>
                  </a:lnTo>
                  <a:lnTo>
                    <a:pt x="57822" y="111318"/>
                  </a:lnTo>
                  <a:cubicBezTo>
                    <a:pt x="40158" y="111318"/>
                    <a:pt x="40158" y="109015"/>
                    <a:pt x="40158" y="103170"/>
                  </a:cubicBezTo>
                  <a:lnTo>
                    <a:pt x="40158" y="5037"/>
                  </a:ln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5" name="任意多边形: 形状 74">
              <a:extLst>
                <a:ext uri="{FF2B5EF4-FFF2-40B4-BE49-F238E27FC236}">
                  <a16:creationId xmlns:a16="http://schemas.microsoft.com/office/drawing/2014/main" id="{A002C98A-0CDE-4833-9CBE-A6651EE310AC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6942407" y="3936063"/>
              <a:ext cx="81644" cy="169887"/>
            </a:xfrm>
            <a:custGeom>
              <a:avLst/>
              <a:gdLst>
                <a:gd name="connsiteX0" fmla="*/ 48911 w 81644"/>
                <a:gd name="connsiteY0" fmla="*/ 60349 h 169887"/>
                <a:gd name="connsiteX1" fmla="*/ 73910 w 81644"/>
                <a:gd name="connsiteY1" fmla="*/ 60349 h 169887"/>
                <a:gd name="connsiteX2" fmla="*/ 81888 w 81644"/>
                <a:gd name="connsiteY2" fmla="*/ 55015 h 169887"/>
                <a:gd name="connsiteX3" fmla="*/ 74442 w 81644"/>
                <a:gd name="connsiteY3" fmla="*/ 52082 h 169887"/>
                <a:gd name="connsiteX4" fmla="*/ 51039 w 81644"/>
                <a:gd name="connsiteY4" fmla="*/ 52082 h 169887"/>
                <a:gd name="connsiteX5" fmla="*/ 61942 w 81644"/>
                <a:gd name="connsiteY5" fmla="*/ 7276 h 169887"/>
                <a:gd name="connsiteX6" fmla="*/ 54230 w 81644"/>
                <a:gd name="connsiteY6" fmla="*/ 75 h 169887"/>
                <a:gd name="connsiteX7" fmla="*/ 43592 w 81644"/>
                <a:gd name="connsiteY7" fmla="*/ 9676 h 169887"/>
                <a:gd name="connsiteX8" fmla="*/ 33221 w 81644"/>
                <a:gd name="connsiteY8" fmla="*/ 52082 h 169887"/>
                <a:gd name="connsiteX9" fmla="*/ 8222 w 81644"/>
                <a:gd name="connsiteY9" fmla="*/ 52082 h 169887"/>
                <a:gd name="connsiteX10" fmla="*/ 244 w 81644"/>
                <a:gd name="connsiteY10" fmla="*/ 57149 h 169887"/>
                <a:gd name="connsiteX11" fmla="*/ 7690 w 81644"/>
                <a:gd name="connsiteY11" fmla="*/ 60349 h 169887"/>
                <a:gd name="connsiteX12" fmla="*/ 31093 w 81644"/>
                <a:gd name="connsiteY12" fmla="*/ 60349 h 169887"/>
                <a:gd name="connsiteX13" fmla="*/ 10882 w 81644"/>
                <a:gd name="connsiteY13" fmla="*/ 145427 h 169887"/>
                <a:gd name="connsiteX14" fmla="*/ 35348 w 81644"/>
                <a:gd name="connsiteY14" fmla="*/ 169963 h 169887"/>
                <a:gd name="connsiteX15" fmla="*/ 77633 w 81644"/>
                <a:gd name="connsiteY15" fmla="*/ 128891 h 169887"/>
                <a:gd name="connsiteX16" fmla="*/ 74442 w 81644"/>
                <a:gd name="connsiteY16" fmla="*/ 126224 h 169887"/>
                <a:gd name="connsiteX17" fmla="*/ 70453 w 81644"/>
                <a:gd name="connsiteY17" fmla="*/ 129958 h 169887"/>
                <a:gd name="connsiteX18" fmla="*/ 35880 w 81644"/>
                <a:gd name="connsiteY18" fmla="*/ 164096 h 169887"/>
                <a:gd name="connsiteX19" fmla="*/ 27636 w 81644"/>
                <a:gd name="connsiteY19" fmla="*/ 151827 h 169887"/>
                <a:gd name="connsiteX20" fmla="*/ 29232 w 81644"/>
                <a:gd name="connsiteY20" fmla="*/ 139026 h 169887"/>
                <a:gd name="connsiteX21" fmla="*/ 48911 w 81644"/>
                <a:gd name="connsiteY21" fmla="*/ 60349 h 169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1644" h="169887">
                  <a:moveTo>
                    <a:pt x="48911" y="60349"/>
                  </a:moveTo>
                  <a:lnTo>
                    <a:pt x="73910" y="60349"/>
                  </a:lnTo>
                  <a:cubicBezTo>
                    <a:pt x="79229" y="60349"/>
                    <a:pt x="81888" y="60349"/>
                    <a:pt x="81888" y="55015"/>
                  </a:cubicBezTo>
                  <a:cubicBezTo>
                    <a:pt x="81888" y="52082"/>
                    <a:pt x="79229" y="52082"/>
                    <a:pt x="74442" y="52082"/>
                  </a:cubicBezTo>
                  <a:lnTo>
                    <a:pt x="51039" y="52082"/>
                  </a:lnTo>
                  <a:cubicBezTo>
                    <a:pt x="60613" y="14210"/>
                    <a:pt x="61942" y="8876"/>
                    <a:pt x="61942" y="7276"/>
                  </a:cubicBezTo>
                  <a:cubicBezTo>
                    <a:pt x="61942" y="2742"/>
                    <a:pt x="58751" y="75"/>
                    <a:pt x="54230" y="75"/>
                  </a:cubicBezTo>
                  <a:cubicBezTo>
                    <a:pt x="53432" y="75"/>
                    <a:pt x="45986" y="342"/>
                    <a:pt x="43592" y="9676"/>
                  </a:cubicBezTo>
                  <a:lnTo>
                    <a:pt x="33221" y="52082"/>
                  </a:lnTo>
                  <a:lnTo>
                    <a:pt x="8222" y="52082"/>
                  </a:lnTo>
                  <a:cubicBezTo>
                    <a:pt x="2903" y="52082"/>
                    <a:pt x="244" y="52082"/>
                    <a:pt x="244" y="57149"/>
                  </a:cubicBezTo>
                  <a:cubicBezTo>
                    <a:pt x="244" y="60349"/>
                    <a:pt x="2371" y="60349"/>
                    <a:pt x="7690" y="60349"/>
                  </a:cubicBezTo>
                  <a:lnTo>
                    <a:pt x="31093" y="60349"/>
                  </a:lnTo>
                  <a:cubicBezTo>
                    <a:pt x="11945" y="136092"/>
                    <a:pt x="10882" y="140626"/>
                    <a:pt x="10882" y="145427"/>
                  </a:cubicBezTo>
                  <a:cubicBezTo>
                    <a:pt x="10882" y="159828"/>
                    <a:pt x="20987" y="169963"/>
                    <a:pt x="35348" y="169963"/>
                  </a:cubicBezTo>
                  <a:cubicBezTo>
                    <a:pt x="62474" y="169963"/>
                    <a:pt x="77633" y="131025"/>
                    <a:pt x="77633" y="128891"/>
                  </a:cubicBezTo>
                  <a:cubicBezTo>
                    <a:pt x="77633" y="126224"/>
                    <a:pt x="75506" y="126224"/>
                    <a:pt x="74442" y="126224"/>
                  </a:cubicBezTo>
                  <a:cubicBezTo>
                    <a:pt x="72048" y="126224"/>
                    <a:pt x="71782" y="127024"/>
                    <a:pt x="70453" y="129958"/>
                  </a:cubicBezTo>
                  <a:cubicBezTo>
                    <a:pt x="59017" y="157695"/>
                    <a:pt x="44922" y="164096"/>
                    <a:pt x="35880" y="164096"/>
                  </a:cubicBezTo>
                  <a:cubicBezTo>
                    <a:pt x="30295" y="164096"/>
                    <a:pt x="27636" y="160629"/>
                    <a:pt x="27636" y="151827"/>
                  </a:cubicBezTo>
                  <a:cubicBezTo>
                    <a:pt x="27636" y="145427"/>
                    <a:pt x="28168" y="143560"/>
                    <a:pt x="29232" y="139026"/>
                  </a:cubicBezTo>
                  <a:lnTo>
                    <a:pt x="48911" y="60349"/>
                  </a:ln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6" name="任意多边形: 形状 75">
              <a:extLst>
                <a:ext uri="{FF2B5EF4-FFF2-40B4-BE49-F238E27FC236}">
                  <a16:creationId xmlns:a16="http://schemas.microsoft.com/office/drawing/2014/main" id="{B926EC92-C903-4FC7-98F5-E51B17568517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7055196" y="4074746"/>
              <a:ext cx="31115" cy="79743"/>
            </a:xfrm>
            <a:custGeom>
              <a:avLst/>
              <a:gdLst>
                <a:gd name="connsiteX0" fmla="*/ 31363 w 31115"/>
                <a:gd name="connsiteY0" fmla="*/ 28079 h 79743"/>
                <a:gd name="connsiteX1" fmla="*/ 14343 w 31115"/>
                <a:gd name="connsiteY1" fmla="*/ 75 h 79743"/>
                <a:gd name="connsiteX2" fmla="*/ 248 w 31115"/>
                <a:gd name="connsiteY2" fmla="*/ 14210 h 79743"/>
                <a:gd name="connsiteX3" fmla="*/ 14343 w 31115"/>
                <a:gd name="connsiteY3" fmla="*/ 28345 h 79743"/>
                <a:gd name="connsiteX4" fmla="*/ 23651 w 31115"/>
                <a:gd name="connsiteY4" fmla="*/ 24878 h 79743"/>
                <a:gd name="connsiteX5" fmla="*/ 24980 w 31115"/>
                <a:gd name="connsiteY5" fmla="*/ 24078 h 79743"/>
                <a:gd name="connsiteX6" fmla="*/ 25512 w 31115"/>
                <a:gd name="connsiteY6" fmla="*/ 28079 h 79743"/>
                <a:gd name="connsiteX7" fmla="*/ 7428 w 31115"/>
                <a:gd name="connsiteY7" fmla="*/ 72618 h 79743"/>
                <a:gd name="connsiteX8" fmla="*/ 4503 w 31115"/>
                <a:gd name="connsiteY8" fmla="*/ 76885 h 79743"/>
                <a:gd name="connsiteX9" fmla="*/ 7162 w 31115"/>
                <a:gd name="connsiteY9" fmla="*/ 79818 h 79743"/>
                <a:gd name="connsiteX10" fmla="*/ 31363 w 31115"/>
                <a:gd name="connsiteY10" fmla="*/ 28079 h 79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115" h="79743">
                  <a:moveTo>
                    <a:pt x="31363" y="28079"/>
                  </a:moveTo>
                  <a:cubicBezTo>
                    <a:pt x="31363" y="10477"/>
                    <a:pt x="24714" y="75"/>
                    <a:pt x="14343" y="75"/>
                  </a:cubicBezTo>
                  <a:cubicBezTo>
                    <a:pt x="5567" y="75"/>
                    <a:pt x="248" y="6743"/>
                    <a:pt x="248" y="14210"/>
                  </a:cubicBezTo>
                  <a:cubicBezTo>
                    <a:pt x="248" y="21411"/>
                    <a:pt x="5567" y="28345"/>
                    <a:pt x="14343" y="28345"/>
                  </a:cubicBezTo>
                  <a:cubicBezTo>
                    <a:pt x="17534" y="28345"/>
                    <a:pt x="20991" y="27279"/>
                    <a:pt x="23651" y="24878"/>
                  </a:cubicBezTo>
                  <a:cubicBezTo>
                    <a:pt x="24448" y="24345"/>
                    <a:pt x="24714" y="24078"/>
                    <a:pt x="24980" y="24078"/>
                  </a:cubicBezTo>
                  <a:cubicBezTo>
                    <a:pt x="25246" y="24078"/>
                    <a:pt x="25512" y="24345"/>
                    <a:pt x="25512" y="28079"/>
                  </a:cubicBezTo>
                  <a:cubicBezTo>
                    <a:pt x="25512" y="47814"/>
                    <a:pt x="16204" y="63816"/>
                    <a:pt x="7428" y="72618"/>
                  </a:cubicBezTo>
                  <a:cubicBezTo>
                    <a:pt x="4503" y="75551"/>
                    <a:pt x="4503" y="76085"/>
                    <a:pt x="4503" y="76885"/>
                  </a:cubicBezTo>
                  <a:cubicBezTo>
                    <a:pt x="4503" y="78752"/>
                    <a:pt x="5832" y="79818"/>
                    <a:pt x="7162" y="79818"/>
                  </a:cubicBezTo>
                  <a:cubicBezTo>
                    <a:pt x="10088" y="79818"/>
                    <a:pt x="31363" y="59283"/>
                    <a:pt x="31363" y="28079"/>
                  </a:cubicBez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7" name="任意多边形: 形状 76">
              <a:extLst>
                <a:ext uri="{FF2B5EF4-FFF2-40B4-BE49-F238E27FC236}">
                  <a16:creationId xmlns:a16="http://schemas.microsoft.com/office/drawing/2014/main" id="{3BC3765C-D816-4FAC-AAF8-B45DB6D9ADAE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7373073" y="3884239"/>
              <a:ext cx="239971" cy="244822"/>
            </a:xfrm>
            <a:custGeom>
              <a:avLst/>
              <a:gdLst>
                <a:gd name="connsiteX0" fmla="*/ 83367 w 239971"/>
                <a:gd name="connsiteY0" fmla="*/ 68834 h 244822"/>
                <a:gd name="connsiteX1" fmla="*/ 88562 w 239971"/>
                <a:gd name="connsiteY1" fmla="*/ 34454 h 244822"/>
                <a:gd name="connsiteX2" fmla="*/ 92717 w 239971"/>
                <a:gd name="connsiteY2" fmla="*/ 75 h 244822"/>
                <a:gd name="connsiteX3" fmla="*/ 114533 w 239971"/>
                <a:gd name="connsiteY3" fmla="*/ 9451 h 244822"/>
                <a:gd name="connsiteX4" fmla="*/ 107261 w 239971"/>
                <a:gd name="connsiteY4" fmla="*/ 16744 h 244822"/>
                <a:gd name="connsiteX5" fmla="*/ 97911 w 239971"/>
                <a:gd name="connsiteY5" fmla="*/ 68834 h 244822"/>
                <a:gd name="connsiteX6" fmla="*/ 201795 w 239971"/>
                <a:gd name="connsiteY6" fmla="*/ 68834 h 244822"/>
                <a:gd name="connsiteX7" fmla="*/ 216338 w 239971"/>
                <a:gd name="connsiteY7" fmla="*/ 54249 h 244822"/>
                <a:gd name="connsiteX8" fmla="*/ 236076 w 239971"/>
                <a:gd name="connsiteY8" fmla="*/ 75085 h 244822"/>
                <a:gd name="connsiteX9" fmla="*/ 96872 w 239971"/>
                <a:gd name="connsiteY9" fmla="*/ 75085 h 244822"/>
                <a:gd name="connsiteX10" fmla="*/ 88562 w 239971"/>
                <a:gd name="connsiteY10" fmla="*/ 113631 h 244822"/>
                <a:gd name="connsiteX11" fmla="*/ 177902 w 239971"/>
                <a:gd name="connsiteY11" fmla="*/ 113631 h 244822"/>
                <a:gd name="connsiteX12" fmla="*/ 185173 w 239971"/>
                <a:gd name="connsiteY12" fmla="*/ 102171 h 244822"/>
                <a:gd name="connsiteX13" fmla="*/ 202834 w 239971"/>
                <a:gd name="connsiteY13" fmla="*/ 117798 h 244822"/>
                <a:gd name="connsiteX14" fmla="*/ 193484 w 239971"/>
                <a:gd name="connsiteY14" fmla="*/ 125091 h 244822"/>
                <a:gd name="connsiteX15" fmla="*/ 150892 w 239971"/>
                <a:gd name="connsiteY15" fmla="*/ 186557 h 244822"/>
                <a:gd name="connsiteX16" fmla="*/ 240232 w 239971"/>
                <a:gd name="connsiteY16" fmla="*/ 225103 h 244822"/>
                <a:gd name="connsiteX17" fmla="*/ 240232 w 239971"/>
                <a:gd name="connsiteY17" fmla="*/ 228229 h 244822"/>
                <a:gd name="connsiteX18" fmla="*/ 220494 w 239971"/>
                <a:gd name="connsiteY18" fmla="*/ 242814 h 244822"/>
                <a:gd name="connsiteX19" fmla="*/ 142581 w 239971"/>
                <a:gd name="connsiteY19" fmla="*/ 196975 h 244822"/>
                <a:gd name="connsiteX20" fmla="*/ 39736 w 239971"/>
                <a:gd name="connsiteY20" fmla="*/ 244897 h 244822"/>
                <a:gd name="connsiteX21" fmla="*/ 38698 w 239971"/>
                <a:gd name="connsiteY21" fmla="*/ 241772 h 244822"/>
                <a:gd name="connsiteX22" fmla="*/ 133232 w 239971"/>
                <a:gd name="connsiteY22" fmla="*/ 186557 h 244822"/>
                <a:gd name="connsiteX23" fmla="*/ 96872 w 239971"/>
                <a:gd name="connsiteY23" fmla="*/ 119882 h 244822"/>
                <a:gd name="connsiteX24" fmla="*/ 87523 w 239971"/>
                <a:gd name="connsiteY24" fmla="*/ 119882 h 244822"/>
                <a:gd name="connsiteX25" fmla="*/ 55319 w 239971"/>
                <a:gd name="connsiteY25" fmla="*/ 185515 h 244822"/>
                <a:gd name="connsiteX26" fmla="*/ 2338 w 239971"/>
                <a:gd name="connsiteY26" fmla="*/ 237605 h 244822"/>
                <a:gd name="connsiteX27" fmla="*/ 261 w 239971"/>
                <a:gd name="connsiteY27" fmla="*/ 234479 h 244822"/>
                <a:gd name="connsiteX28" fmla="*/ 32465 w 239971"/>
                <a:gd name="connsiteY28" fmla="*/ 198016 h 244822"/>
                <a:gd name="connsiteX29" fmla="*/ 60513 w 239971"/>
                <a:gd name="connsiteY29" fmla="*/ 149052 h 244822"/>
                <a:gd name="connsiteX30" fmla="*/ 82329 w 239971"/>
                <a:gd name="connsiteY30" fmla="*/ 75085 h 244822"/>
                <a:gd name="connsiteX31" fmla="*/ 34542 w 239971"/>
                <a:gd name="connsiteY31" fmla="*/ 75085 h 244822"/>
                <a:gd name="connsiteX32" fmla="*/ 26231 w 239971"/>
                <a:gd name="connsiteY32" fmla="*/ 84461 h 244822"/>
                <a:gd name="connsiteX33" fmla="*/ 12727 w 239971"/>
                <a:gd name="connsiteY33" fmla="*/ 69876 h 244822"/>
                <a:gd name="connsiteX34" fmla="*/ 21037 w 239971"/>
                <a:gd name="connsiteY34" fmla="*/ 64667 h 244822"/>
                <a:gd name="connsiteX35" fmla="*/ 38698 w 239971"/>
                <a:gd name="connsiteY35" fmla="*/ 13619 h 244822"/>
                <a:gd name="connsiteX36" fmla="*/ 59474 w 239971"/>
                <a:gd name="connsiteY36" fmla="*/ 25078 h 244822"/>
                <a:gd name="connsiteX37" fmla="*/ 51164 w 239971"/>
                <a:gd name="connsiteY37" fmla="*/ 31329 h 244822"/>
                <a:gd name="connsiteX38" fmla="*/ 35581 w 239971"/>
                <a:gd name="connsiteY38" fmla="*/ 68834 h 244822"/>
                <a:gd name="connsiteX39" fmla="*/ 83367 w 239971"/>
                <a:gd name="connsiteY39" fmla="*/ 68834 h 244822"/>
                <a:gd name="connsiteX40" fmla="*/ 102067 w 239971"/>
                <a:gd name="connsiteY40" fmla="*/ 119882 h 244822"/>
                <a:gd name="connsiteX41" fmla="*/ 141542 w 239971"/>
                <a:gd name="connsiteY41" fmla="*/ 177181 h 244822"/>
                <a:gd name="connsiteX42" fmla="*/ 177902 w 239971"/>
                <a:gd name="connsiteY42" fmla="*/ 119882 h 244822"/>
                <a:gd name="connsiteX43" fmla="*/ 102067 w 239971"/>
                <a:gd name="connsiteY43" fmla="*/ 119882 h 244822"/>
                <a:gd name="connsiteX44" fmla="*/ 145698 w 239971"/>
                <a:gd name="connsiteY44" fmla="*/ 5284 h 244822"/>
                <a:gd name="connsiteX45" fmla="*/ 185173 w 239971"/>
                <a:gd name="connsiteY45" fmla="*/ 26120 h 244822"/>
                <a:gd name="connsiteX46" fmla="*/ 194523 w 239971"/>
                <a:gd name="connsiteY46" fmla="*/ 40705 h 244822"/>
                <a:gd name="connsiteX47" fmla="*/ 191406 w 239971"/>
                <a:gd name="connsiteY47" fmla="*/ 50081 h 244822"/>
                <a:gd name="connsiteX48" fmla="*/ 187251 w 239971"/>
                <a:gd name="connsiteY48" fmla="*/ 56332 h 244822"/>
                <a:gd name="connsiteX49" fmla="*/ 178940 w 239971"/>
                <a:gd name="connsiteY49" fmla="*/ 46956 h 244822"/>
                <a:gd name="connsiteX50" fmla="*/ 143620 w 239971"/>
                <a:gd name="connsiteY50" fmla="*/ 8410 h 244822"/>
                <a:gd name="connsiteX51" fmla="*/ 145698 w 239971"/>
                <a:gd name="connsiteY51" fmla="*/ 5284 h 24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39971" h="244822">
                  <a:moveTo>
                    <a:pt x="83367" y="68834"/>
                  </a:moveTo>
                  <a:cubicBezTo>
                    <a:pt x="85445" y="57721"/>
                    <a:pt x="87177" y="46262"/>
                    <a:pt x="88562" y="34454"/>
                  </a:cubicBezTo>
                  <a:cubicBezTo>
                    <a:pt x="90639" y="21953"/>
                    <a:pt x="92024" y="10493"/>
                    <a:pt x="92717" y="75"/>
                  </a:cubicBezTo>
                  <a:lnTo>
                    <a:pt x="114533" y="9451"/>
                  </a:lnTo>
                  <a:lnTo>
                    <a:pt x="107261" y="16744"/>
                  </a:lnTo>
                  <a:cubicBezTo>
                    <a:pt x="102413" y="44525"/>
                    <a:pt x="99296" y="61888"/>
                    <a:pt x="97911" y="68834"/>
                  </a:cubicBezTo>
                  <a:lnTo>
                    <a:pt x="201795" y="68834"/>
                  </a:lnTo>
                  <a:lnTo>
                    <a:pt x="216338" y="54249"/>
                  </a:lnTo>
                  <a:lnTo>
                    <a:pt x="236076" y="75085"/>
                  </a:lnTo>
                  <a:lnTo>
                    <a:pt x="96872" y="75085"/>
                  </a:lnTo>
                  <a:cubicBezTo>
                    <a:pt x="94795" y="88281"/>
                    <a:pt x="92024" y="101129"/>
                    <a:pt x="88562" y="113631"/>
                  </a:cubicBezTo>
                  <a:lnTo>
                    <a:pt x="177902" y="113631"/>
                  </a:lnTo>
                  <a:lnTo>
                    <a:pt x="185173" y="102171"/>
                  </a:lnTo>
                  <a:lnTo>
                    <a:pt x="202834" y="117798"/>
                  </a:lnTo>
                  <a:lnTo>
                    <a:pt x="193484" y="125091"/>
                  </a:lnTo>
                  <a:cubicBezTo>
                    <a:pt x="181018" y="148010"/>
                    <a:pt x="166821" y="168499"/>
                    <a:pt x="150892" y="186557"/>
                  </a:cubicBezTo>
                  <a:cubicBezTo>
                    <a:pt x="173746" y="205309"/>
                    <a:pt x="203526" y="218158"/>
                    <a:pt x="240232" y="225103"/>
                  </a:cubicBezTo>
                  <a:lnTo>
                    <a:pt x="240232" y="228229"/>
                  </a:lnTo>
                  <a:cubicBezTo>
                    <a:pt x="229843" y="230312"/>
                    <a:pt x="223264" y="235174"/>
                    <a:pt x="220494" y="242814"/>
                  </a:cubicBezTo>
                  <a:cubicBezTo>
                    <a:pt x="187944" y="231007"/>
                    <a:pt x="161973" y="215727"/>
                    <a:pt x="142581" y="196975"/>
                  </a:cubicBezTo>
                  <a:cubicBezTo>
                    <a:pt x="115571" y="219894"/>
                    <a:pt x="81290" y="235868"/>
                    <a:pt x="39736" y="244897"/>
                  </a:cubicBezTo>
                  <a:lnTo>
                    <a:pt x="38698" y="241772"/>
                  </a:lnTo>
                  <a:cubicBezTo>
                    <a:pt x="81636" y="227187"/>
                    <a:pt x="113147" y="208782"/>
                    <a:pt x="133232" y="186557"/>
                  </a:cubicBezTo>
                  <a:cubicBezTo>
                    <a:pt x="117995" y="166415"/>
                    <a:pt x="105876" y="144190"/>
                    <a:pt x="96872" y="119882"/>
                  </a:cubicBezTo>
                  <a:lnTo>
                    <a:pt x="87523" y="119882"/>
                  </a:lnTo>
                  <a:cubicBezTo>
                    <a:pt x="79905" y="142801"/>
                    <a:pt x="69170" y="164679"/>
                    <a:pt x="55319" y="185515"/>
                  </a:cubicBezTo>
                  <a:cubicBezTo>
                    <a:pt x="42160" y="205656"/>
                    <a:pt x="24500" y="223020"/>
                    <a:pt x="2338" y="237605"/>
                  </a:cubicBezTo>
                  <a:lnTo>
                    <a:pt x="261" y="234479"/>
                  </a:lnTo>
                  <a:cubicBezTo>
                    <a:pt x="11342" y="224756"/>
                    <a:pt x="22076" y="212602"/>
                    <a:pt x="32465" y="198016"/>
                  </a:cubicBezTo>
                  <a:cubicBezTo>
                    <a:pt x="43545" y="183431"/>
                    <a:pt x="52895" y="167110"/>
                    <a:pt x="60513" y="149052"/>
                  </a:cubicBezTo>
                  <a:cubicBezTo>
                    <a:pt x="68824" y="130300"/>
                    <a:pt x="76096" y="105644"/>
                    <a:pt x="82329" y="75085"/>
                  </a:cubicBezTo>
                  <a:lnTo>
                    <a:pt x="34542" y="75085"/>
                  </a:lnTo>
                  <a:lnTo>
                    <a:pt x="26231" y="84461"/>
                  </a:lnTo>
                  <a:lnTo>
                    <a:pt x="12727" y="69876"/>
                  </a:lnTo>
                  <a:lnTo>
                    <a:pt x="21037" y="64667"/>
                  </a:lnTo>
                  <a:cubicBezTo>
                    <a:pt x="30733" y="42442"/>
                    <a:pt x="36620" y="25426"/>
                    <a:pt x="38698" y="13619"/>
                  </a:cubicBezTo>
                  <a:lnTo>
                    <a:pt x="59474" y="25078"/>
                  </a:lnTo>
                  <a:lnTo>
                    <a:pt x="51164" y="31329"/>
                  </a:lnTo>
                  <a:cubicBezTo>
                    <a:pt x="44238" y="48692"/>
                    <a:pt x="39044" y="61194"/>
                    <a:pt x="35581" y="68834"/>
                  </a:cubicBezTo>
                  <a:lnTo>
                    <a:pt x="83367" y="68834"/>
                  </a:lnTo>
                  <a:close/>
                  <a:moveTo>
                    <a:pt x="102067" y="119882"/>
                  </a:moveTo>
                  <a:cubicBezTo>
                    <a:pt x="113147" y="142107"/>
                    <a:pt x="126306" y="161206"/>
                    <a:pt x="141542" y="177181"/>
                  </a:cubicBezTo>
                  <a:cubicBezTo>
                    <a:pt x="154701" y="161901"/>
                    <a:pt x="166821" y="142801"/>
                    <a:pt x="177902" y="119882"/>
                  </a:cubicBezTo>
                  <a:lnTo>
                    <a:pt x="102067" y="119882"/>
                  </a:lnTo>
                  <a:close/>
                  <a:moveTo>
                    <a:pt x="145698" y="5284"/>
                  </a:moveTo>
                  <a:cubicBezTo>
                    <a:pt x="165782" y="13619"/>
                    <a:pt x="178940" y="20564"/>
                    <a:pt x="185173" y="26120"/>
                  </a:cubicBezTo>
                  <a:cubicBezTo>
                    <a:pt x="191406" y="30982"/>
                    <a:pt x="194523" y="35844"/>
                    <a:pt x="194523" y="40705"/>
                  </a:cubicBezTo>
                  <a:cubicBezTo>
                    <a:pt x="194523" y="42789"/>
                    <a:pt x="193484" y="45914"/>
                    <a:pt x="191406" y="50081"/>
                  </a:cubicBezTo>
                  <a:cubicBezTo>
                    <a:pt x="190021" y="54249"/>
                    <a:pt x="188636" y="56332"/>
                    <a:pt x="187251" y="56332"/>
                  </a:cubicBezTo>
                  <a:cubicBezTo>
                    <a:pt x="185173" y="56332"/>
                    <a:pt x="182403" y="53207"/>
                    <a:pt x="178940" y="46956"/>
                  </a:cubicBezTo>
                  <a:cubicBezTo>
                    <a:pt x="172707" y="36538"/>
                    <a:pt x="160934" y="23689"/>
                    <a:pt x="143620" y="8410"/>
                  </a:cubicBezTo>
                  <a:lnTo>
                    <a:pt x="145698" y="5284"/>
                  </a:ln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8" name="任意多边形: 形状 77">
              <a:extLst>
                <a:ext uri="{FF2B5EF4-FFF2-40B4-BE49-F238E27FC236}">
                  <a16:creationId xmlns:a16="http://schemas.microsoft.com/office/drawing/2014/main" id="{754DFA95-05E0-433F-857D-5B971DF64B2B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7632782" y="3888407"/>
              <a:ext cx="246204" cy="229195"/>
            </a:xfrm>
            <a:custGeom>
              <a:avLst/>
              <a:gdLst>
                <a:gd name="connsiteX0" fmla="*/ 104155 w 246204"/>
                <a:gd name="connsiteY0" fmla="*/ 5284 h 229195"/>
                <a:gd name="connsiteX1" fmla="*/ 107271 w 246204"/>
                <a:gd name="connsiteY1" fmla="*/ 3201 h 229195"/>
                <a:gd name="connsiteX2" fmla="*/ 130126 w 246204"/>
                <a:gd name="connsiteY2" fmla="*/ 21953 h 229195"/>
                <a:gd name="connsiteX3" fmla="*/ 138436 w 246204"/>
                <a:gd name="connsiteY3" fmla="*/ 36538 h 229195"/>
                <a:gd name="connsiteX4" fmla="*/ 134281 w 246204"/>
                <a:gd name="connsiteY4" fmla="*/ 46956 h 229195"/>
                <a:gd name="connsiteX5" fmla="*/ 128048 w 246204"/>
                <a:gd name="connsiteY5" fmla="*/ 50081 h 229195"/>
                <a:gd name="connsiteX6" fmla="*/ 121815 w 246204"/>
                <a:gd name="connsiteY6" fmla="*/ 39663 h 229195"/>
                <a:gd name="connsiteX7" fmla="*/ 104155 w 246204"/>
                <a:gd name="connsiteY7" fmla="*/ 5284 h 229195"/>
                <a:gd name="connsiteX8" fmla="*/ 183106 w 246204"/>
                <a:gd name="connsiteY8" fmla="*/ 75 h 229195"/>
                <a:gd name="connsiteX9" fmla="*/ 205961 w 246204"/>
                <a:gd name="connsiteY9" fmla="*/ 14660 h 229195"/>
                <a:gd name="connsiteX10" fmla="*/ 196611 w 246204"/>
                <a:gd name="connsiteY10" fmla="*/ 17786 h 229195"/>
                <a:gd name="connsiteX11" fmla="*/ 168563 w 246204"/>
                <a:gd name="connsiteY11" fmla="*/ 58416 h 229195"/>
                <a:gd name="connsiteX12" fmla="*/ 198689 w 246204"/>
                <a:gd name="connsiteY12" fmla="*/ 58416 h 229195"/>
                <a:gd name="connsiteX13" fmla="*/ 213232 w 246204"/>
                <a:gd name="connsiteY13" fmla="*/ 46956 h 229195"/>
                <a:gd name="connsiteX14" fmla="*/ 231932 w 246204"/>
                <a:gd name="connsiteY14" fmla="*/ 64667 h 229195"/>
                <a:gd name="connsiteX15" fmla="*/ 161291 w 246204"/>
                <a:gd name="connsiteY15" fmla="*/ 64667 h 229195"/>
                <a:gd name="connsiteX16" fmla="*/ 159213 w 246204"/>
                <a:gd name="connsiteY16" fmla="*/ 104255 h 229195"/>
                <a:gd name="connsiteX17" fmla="*/ 208038 w 246204"/>
                <a:gd name="connsiteY17" fmla="*/ 104255 h 229195"/>
                <a:gd name="connsiteX18" fmla="*/ 222582 w 246204"/>
                <a:gd name="connsiteY18" fmla="*/ 89670 h 229195"/>
                <a:gd name="connsiteX19" fmla="*/ 242320 w 246204"/>
                <a:gd name="connsiteY19" fmla="*/ 110506 h 229195"/>
                <a:gd name="connsiteX20" fmla="*/ 158174 w 246204"/>
                <a:gd name="connsiteY20" fmla="*/ 110506 h 229195"/>
                <a:gd name="connsiteX21" fmla="*/ 154019 w 246204"/>
                <a:gd name="connsiteY21" fmla="*/ 133425 h 229195"/>
                <a:gd name="connsiteX22" fmla="*/ 200766 w 246204"/>
                <a:gd name="connsiteY22" fmla="*/ 157386 h 229195"/>
                <a:gd name="connsiteX23" fmla="*/ 218427 w 246204"/>
                <a:gd name="connsiteY23" fmla="*/ 177181 h 229195"/>
                <a:gd name="connsiteX24" fmla="*/ 217388 w 246204"/>
                <a:gd name="connsiteY24" fmla="*/ 191766 h 229195"/>
                <a:gd name="connsiteX25" fmla="*/ 213232 w 246204"/>
                <a:gd name="connsiteY25" fmla="*/ 195933 h 229195"/>
                <a:gd name="connsiteX26" fmla="*/ 204922 w 246204"/>
                <a:gd name="connsiteY26" fmla="*/ 187599 h 229195"/>
                <a:gd name="connsiteX27" fmla="*/ 183106 w 246204"/>
                <a:gd name="connsiteY27" fmla="*/ 162595 h 229195"/>
                <a:gd name="connsiteX28" fmla="*/ 151941 w 246204"/>
                <a:gd name="connsiteY28" fmla="*/ 138634 h 229195"/>
                <a:gd name="connsiteX29" fmla="*/ 82339 w 246204"/>
                <a:gd name="connsiteY29" fmla="*/ 198016 h 229195"/>
                <a:gd name="connsiteX30" fmla="*/ 80261 w 246204"/>
                <a:gd name="connsiteY30" fmla="*/ 194891 h 229195"/>
                <a:gd name="connsiteX31" fmla="*/ 143630 w 246204"/>
                <a:gd name="connsiteY31" fmla="*/ 110506 h 229195"/>
                <a:gd name="connsiteX32" fmla="*/ 103116 w 246204"/>
                <a:gd name="connsiteY32" fmla="*/ 110506 h 229195"/>
                <a:gd name="connsiteX33" fmla="*/ 83378 w 246204"/>
                <a:gd name="connsiteY33" fmla="*/ 113631 h 229195"/>
                <a:gd name="connsiteX34" fmla="*/ 74028 w 246204"/>
                <a:gd name="connsiteY34" fmla="*/ 104255 h 229195"/>
                <a:gd name="connsiteX35" fmla="*/ 144669 w 246204"/>
                <a:gd name="connsiteY35" fmla="*/ 104255 h 229195"/>
                <a:gd name="connsiteX36" fmla="*/ 146747 w 246204"/>
                <a:gd name="connsiteY36" fmla="*/ 64667 h 229195"/>
                <a:gd name="connsiteX37" fmla="*/ 117660 w 246204"/>
                <a:gd name="connsiteY37" fmla="*/ 64667 h 229195"/>
                <a:gd name="connsiteX38" fmla="*/ 97922 w 246204"/>
                <a:gd name="connsiteY38" fmla="*/ 67792 h 229195"/>
                <a:gd name="connsiteX39" fmla="*/ 88572 w 246204"/>
                <a:gd name="connsiteY39" fmla="*/ 58416 h 229195"/>
                <a:gd name="connsiteX40" fmla="*/ 162330 w 246204"/>
                <a:gd name="connsiteY40" fmla="*/ 58416 h 229195"/>
                <a:gd name="connsiteX41" fmla="*/ 183106 w 246204"/>
                <a:gd name="connsiteY41" fmla="*/ 75 h 229195"/>
                <a:gd name="connsiteX42" fmla="*/ 56368 w 246204"/>
                <a:gd name="connsiteY42" fmla="*/ 180306 h 229195"/>
                <a:gd name="connsiteX43" fmla="*/ 139475 w 246204"/>
                <a:gd name="connsiteY43" fmla="*/ 213643 h 229195"/>
                <a:gd name="connsiteX44" fmla="*/ 246475 w 246204"/>
                <a:gd name="connsiteY44" fmla="*/ 207393 h 229195"/>
                <a:gd name="connsiteX45" fmla="*/ 246475 w 246204"/>
                <a:gd name="connsiteY45" fmla="*/ 211560 h 229195"/>
                <a:gd name="connsiteX46" fmla="*/ 225698 w 246204"/>
                <a:gd name="connsiteY46" fmla="*/ 229270 h 229195"/>
                <a:gd name="connsiteX47" fmla="*/ 145708 w 246204"/>
                <a:gd name="connsiteY47" fmla="*/ 227187 h 229195"/>
                <a:gd name="connsiteX48" fmla="*/ 98960 w 246204"/>
                <a:gd name="connsiteY48" fmla="*/ 219894 h 229195"/>
                <a:gd name="connsiteX49" fmla="*/ 67795 w 246204"/>
                <a:gd name="connsiteY49" fmla="*/ 201142 h 229195"/>
                <a:gd name="connsiteX50" fmla="*/ 49096 w 246204"/>
                <a:gd name="connsiteY50" fmla="*/ 188640 h 229195"/>
                <a:gd name="connsiteX51" fmla="*/ 32475 w 246204"/>
                <a:gd name="connsiteY51" fmla="*/ 201142 h 229195"/>
                <a:gd name="connsiteX52" fmla="*/ 16892 w 246204"/>
                <a:gd name="connsiteY52" fmla="*/ 220936 h 229195"/>
                <a:gd name="connsiteX53" fmla="*/ 1310 w 246204"/>
                <a:gd name="connsiteY53" fmla="*/ 208434 h 229195"/>
                <a:gd name="connsiteX54" fmla="*/ 42863 w 246204"/>
                <a:gd name="connsiteY54" fmla="*/ 181348 h 229195"/>
                <a:gd name="connsiteX55" fmla="*/ 42863 w 246204"/>
                <a:gd name="connsiteY55" fmla="*/ 95920 h 229195"/>
                <a:gd name="connsiteX56" fmla="*/ 29358 w 246204"/>
                <a:gd name="connsiteY56" fmla="*/ 95920 h 229195"/>
                <a:gd name="connsiteX57" fmla="*/ 9621 w 246204"/>
                <a:gd name="connsiteY57" fmla="*/ 99046 h 229195"/>
                <a:gd name="connsiteX58" fmla="*/ 271 w 246204"/>
                <a:gd name="connsiteY58" fmla="*/ 89670 h 229195"/>
                <a:gd name="connsiteX59" fmla="*/ 40786 w 246204"/>
                <a:gd name="connsiteY59" fmla="*/ 89670 h 229195"/>
                <a:gd name="connsiteX60" fmla="*/ 48058 w 246204"/>
                <a:gd name="connsiteY60" fmla="*/ 79252 h 229195"/>
                <a:gd name="connsiteX61" fmla="*/ 64679 w 246204"/>
                <a:gd name="connsiteY61" fmla="*/ 90711 h 229195"/>
                <a:gd name="connsiteX62" fmla="*/ 56368 w 246204"/>
                <a:gd name="connsiteY62" fmla="*/ 98004 h 229195"/>
                <a:gd name="connsiteX63" fmla="*/ 56368 w 246204"/>
                <a:gd name="connsiteY63" fmla="*/ 180306 h 229195"/>
                <a:gd name="connsiteX64" fmla="*/ 26242 w 246204"/>
                <a:gd name="connsiteY64" fmla="*/ 9451 h 229195"/>
                <a:gd name="connsiteX65" fmla="*/ 29358 w 246204"/>
                <a:gd name="connsiteY65" fmla="*/ 7368 h 229195"/>
                <a:gd name="connsiteX66" fmla="*/ 55329 w 246204"/>
                <a:gd name="connsiteY66" fmla="*/ 27162 h 229195"/>
                <a:gd name="connsiteX67" fmla="*/ 61562 w 246204"/>
                <a:gd name="connsiteY67" fmla="*/ 40705 h 229195"/>
                <a:gd name="connsiteX68" fmla="*/ 55329 w 246204"/>
                <a:gd name="connsiteY68" fmla="*/ 51123 h 229195"/>
                <a:gd name="connsiteX69" fmla="*/ 50135 w 246204"/>
                <a:gd name="connsiteY69" fmla="*/ 55290 h 229195"/>
                <a:gd name="connsiteX70" fmla="*/ 42863 w 246204"/>
                <a:gd name="connsiteY70" fmla="*/ 42789 h 229195"/>
                <a:gd name="connsiteX71" fmla="*/ 26242 w 246204"/>
                <a:gd name="connsiteY71" fmla="*/ 9451 h 229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46204" h="229195">
                  <a:moveTo>
                    <a:pt x="104155" y="5284"/>
                  </a:moveTo>
                  <a:lnTo>
                    <a:pt x="107271" y="3201"/>
                  </a:lnTo>
                  <a:cubicBezTo>
                    <a:pt x="116967" y="10146"/>
                    <a:pt x="124585" y="16397"/>
                    <a:pt x="130126" y="21953"/>
                  </a:cubicBezTo>
                  <a:cubicBezTo>
                    <a:pt x="136359" y="26815"/>
                    <a:pt x="139129" y="31676"/>
                    <a:pt x="138436" y="36538"/>
                  </a:cubicBezTo>
                  <a:cubicBezTo>
                    <a:pt x="138436" y="40705"/>
                    <a:pt x="137051" y="44178"/>
                    <a:pt x="134281" y="46956"/>
                  </a:cubicBezTo>
                  <a:cubicBezTo>
                    <a:pt x="131511" y="49040"/>
                    <a:pt x="129433" y="50081"/>
                    <a:pt x="128048" y="50081"/>
                  </a:cubicBezTo>
                  <a:cubicBezTo>
                    <a:pt x="125278" y="50081"/>
                    <a:pt x="123200" y="46609"/>
                    <a:pt x="121815" y="39663"/>
                  </a:cubicBezTo>
                  <a:cubicBezTo>
                    <a:pt x="119737" y="30635"/>
                    <a:pt x="113850" y="19175"/>
                    <a:pt x="104155" y="5284"/>
                  </a:cubicBezTo>
                  <a:close/>
                  <a:moveTo>
                    <a:pt x="183106" y="75"/>
                  </a:moveTo>
                  <a:lnTo>
                    <a:pt x="205961" y="14660"/>
                  </a:lnTo>
                  <a:lnTo>
                    <a:pt x="196611" y="17786"/>
                  </a:lnTo>
                  <a:cubicBezTo>
                    <a:pt x="186223" y="32371"/>
                    <a:pt x="176873" y="45914"/>
                    <a:pt x="168563" y="58416"/>
                  </a:cubicBezTo>
                  <a:lnTo>
                    <a:pt x="198689" y="58416"/>
                  </a:lnTo>
                  <a:lnTo>
                    <a:pt x="213232" y="46956"/>
                  </a:lnTo>
                  <a:lnTo>
                    <a:pt x="231932" y="64667"/>
                  </a:lnTo>
                  <a:lnTo>
                    <a:pt x="161291" y="64667"/>
                  </a:lnTo>
                  <a:cubicBezTo>
                    <a:pt x="161291" y="72306"/>
                    <a:pt x="160598" y="85503"/>
                    <a:pt x="159213" y="104255"/>
                  </a:cubicBezTo>
                  <a:lnTo>
                    <a:pt x="208038" y="104255"/>
                  </a:lnTo>
                  <a:lnTo>
                    <a:pt x="222582" y="89670"/>
                  </a:lnTo>
                  <a:lnTo>
                    <a:pt x="242320" y="110506"/>
                  </a:lnTo>
                  <a:lnTo>
                    <a:pt x="158174" y="110506"/>
                  </a:lnTo>
                  <a:cubicBezTo>
                    <a:pt x="157482" y="115367"/>
                    <a:pt x="156096" y="123007"/>
                    <a:pt x="154019" y="133425"/>
                  </a:cubicBezTo>
                  <a:cubicBezTo>
                    <a:pt x="174103" y="142454"/>
                    <a:pt x="189686" y="150441"/>
                    <a:pt x="200766" y="157386"/>
                  </a:cubicBezTo>
                  <a:cubicBezTo>
                    <a:pt x="211847" y="163637"/>
                    <a:pt x="217734" y="170235"/>
                    <a:pt x="218427" y="177181"/>
                  </a:cubicBezTo>
                  <a:cubicBezTo>
                    <a:pt x="219812" y="183431"/>
                    <a:pt x="219465" y="188293"/>
                    <a:pt x="217388" y="191766"/>
                  </a:cubicBezTo>
                  <a:cubicBezTo>
                    <a:pt x="215310" y="194544"/>
                    <a:pt x="213925" y="195933"/>
                    <a:pt x="213232" y="195933"/>
                  </a:cubicBezTo>
                  <a:cubicBezTo>
                    <a:pt x="211155" y="195933"/>
                    <a:pt x="208385" y="193155"/>
                    <a:pt x="204922" y="187599"/>
                  </a:cubicBezTo>
                  <a:cubicBezTo>
                    <a:pt x="200074" y="179264"/>
                    <a:pt x="192802" y="170930"/>
                    <a:pt x="183106" y="162595"/>
                  </a:cubicBezTo>
                  <a:cubicBezTo>
                    <a:pt x="173410" y="153567"/>
                    <a:pt x="163022" y="145579"/>
                    <a:pt x="151941" y="138634"/>
                  </a:cubicBezTo>
                  <a:cubicBezTo>
                    <a:pt x="138783" y="165026"/>
                    <a:pt x="115582" y="184820"/>
                    <a:pt x="82339" y="198016"/>
                  </a:cubicBezTo>
                  <a:lnTo>
                    <a:pt x="80261" y="194891"/>
                  </a:lnTo>
                  <a:cubicBezTo>
                    <a:pt x="118352" y="172666"/>
                    <a:pt x="139475" y="144538"/>
                    <a:pt x="143630" y="110506"/>
                  </a:cubicBezTo>
                  <a:lnTo>
                    <a:pt x="103116" y="110506"/>
                  </a:lnTo>
                  <a:cubicBezTo>
                    <a:pt x="97575" y="110506"/>
                    <a:pt x="90996" y="111547"/>
                    <a:pt x="83378" y="113631"/>
                  </a:cubicBezTo>
                  <a:lnTo>
                    <a:pt x="74028" y="104255"/>
                  </a:lnTo>
                  <a:lnTo>
                    <a:pt x="144669" y="104255"/>
                  </a:lnTo>
                  <a:cubicBezTo>
                    <a:pt x="146054" y="86197"/>
                    <a:pt x="146747" y="73001"/>
                    <a:pt x="146747" y="64667"/>
                  </a:cubicBezTo>
                  <a:lnTo>
                    <a:pt x="117660" y="64667"/>
                  </a:lnTo>
                  <a:cubicBezTo>
                    <a:pt x="112119" y="64667"/>
                    <a:pt x="105540" y="65708"/>
                    <a:pt x="97922" y="67792"/>
                  </a:cubicBezTo>
                  <a:lnTo>
                    <a:pt x="88572" y="58416"/>
                  </a:lnTo>
                  <a:lnTo>
                    <a:pt x="162330" y="58416"/>
                  </a:lnTo>
                  <a:cubicBezTo>
                    <a:pt x="171333" y="38969"/>
                    <a:pt x="178258" y="19522"/>
                    <a:pt x="183106" y="75"/>
                  </a:cubicBezTo>
                  <a:close/>
                  <a:moveTo>
                    <a:pt x="56368" y="180306"/>
                  </a:moveTo>
                  <a:cubicBezTo>
                    <a:pt x="77145" y="201836"/>
                    <a:pt x="104847" y="212949"/>
                    <a:pt x="139475" y="213643"/>
                  </a:cubicBezTo>
                  <a:cubicBezTo>
                    <a:pt x="174103" y="214338"/>
                    <a:pt x="209770" y="212254"/>
                    <a:pt x="246475" y="207393"/>
                  </a:cubicBezTo>
                  <a:lnTo>
                    <a:pt x="246475" y="211560"/>
                  </a:lnTo>
                  <a:cubicBezTo>
                    <a:pt x="232624" y="215727"/>
                    <a:pt x="225698" y="221631"/>
                    <a:pt x="225698" y="229270"/>
                  </a:cubicBezTo>
                  <a:cubicBezTo>
                    <a:pt x="192456" y="229270"/>
                    <a:pt x="165792" y="228576"/>
                    <a:pt x="145708" y="227187"/>
                  </a:cubicBezTo>
                  <a:cubicBezTo>
                    <a:pt x="126317" y="226492"/>
                    <a:pt x="110734" y="224061"/>
                    <a:pt x="98960" y="219894"/>
                  </a:cubicBezTo>
                  <a:cubicBezTo>
                    <a:pt x="87187" y="216422"/>
                    <a:pt x="76799" y="210171"/>
                    <a:pt x="67795" y="201142"/>
                  </a:cubicBezTo>
                  <a:cubicBezTo>
                    <a:pt x="58792" y="192113"/>
                    <a:pt x="52559" y="187946"/>
                    <a:pt x="49096" y="188640"/>
                  </a:cubicBezTo>
                  <a:cubicBezTo>
                    <a:pt x="45634" y="188640"/>
                    <a:pt x="40093" y="192808"/>
                    <a:pt x="32475" y="201142"/>
                  </a:cubicBezTo>
                  <a:cubicBezTo>
                    <a:pt x="24857" y="209476"/>
                    <a:pt x="19663" y="216074"/>
                    <a:pt x="16892" y="220936"/>
                  </a:cubicBezTo>
                  <a:lnTo>
                    <a:pt x="1310" y="208434"/>
                  </a:lnTo>
                  <a:cubicBezTo>
                    <a:pt x="12391" y="199406"/>
                    <a:pt x="26242" y="190377"/>
                    <a:pt x="42863" y="181348"/>
                  </a:cubicBezTo>
                  <a:lnTo>
                    <a:pt x="42863" y="95920"/>
                  </a:lnTo>
                  <a:lnTo>
                    <a:pt x="29358" y="95920"/>
                  </a:lnTo>
                  <a:cubicBezTo>
                    <a:pt x="23818" y="95920"/>
                    <a:pt x="17239" y="96962"/>
                    <a:pt x="9621" y="99046"/>
                  </a:cubicBezTo>
                  <a:lnTo>
                    <a:pt x="271" y="89670"/>
                  </a:lnTo>
                  <a:lnTo>
                    <a:pt x="40786" y="89670"/>
                  </a:lnTo>
                  <a:lnTo>
                    <a:pt x="48058" y="79252"/>
                  </a:lnTo>
                  <a:lnTo>
                    <a:pt x="64679" y="90711"/>
                  </a:lnTo>
                  <a:lnTo>
                    <a:pt x="56368" y="98004"/>
                  </a:lnTo>
                  <a:lnTo>
                    <a:pt x="56368" y="180306"/>
                  </a:lnTo>
                  <a:close/>
                  <a:moveTo>
                    <a:pt x="26242" y="9451"/>
                  </a:moveTo>
                  <a:lnTo>
                    <a:pt x="29358" y="7368"/>
                  </a:lnTo>
                  <a:cubicBezTo>
                    <a:pt x="41825" y="15702"/>
                    <a:pt x="50481" y="22300"/>
                    <a:pt x="55329" y="27162"/>
                  </a:cubicBezTo>
                  <a:cubicBezTo>
                    <a:pt x="60177" y="32024"/>
                    <a:pt x="62255" y="36538"/>
                    <a:pt x="61562" y="40705"/>
                  </a:cubicBezTo>
                  <a:cubicBezTo>
                    <a:pt x="60870" y="44872"/>
                    <a:pt x="58792" y="48345"/>
                    <a:pt x="55329" y="51123"/>
                  </a:cubicBezTo>
                  <a:cubicBezTo>
                    <a:pt x="52559" y="53901"/>
                    <a:pt x="50828" y="55290"/>
                    <a:pt x="50135" y="55290"/>
                  </a:cubicBezTo>
                  <a:cubicBezTo>
                    <a:pt x="47365" y="55290"/>
                    <a:pt x="44941" y="51123"/>
                    <a:pt x="42863" y="42789"/>
                  </a:cubicBezTo>
                  <a:cubicBezTo>
                    <a:pt x="40093" y="32371"/>
                    <a:pt x="34553" y="21258"/>
                    <a:pt x="26242" y="9451"/>
                  </a:cubicBez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9" name="任意多边形: 形状 78">
              <a:extLst>
                <a:ext uri="{FF2B5EF4-FFF2-40B4-BE49-F238E27FC236}">
                  <a16:creationId xmlns:a16="http://schemas.microsoft.com/office/drawing/2014/main" id="{BCB72DDF-FAEF-49BA-A001-3AE14256998B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8015074" y="3898720"/>
              <a:ext cx="104922" cy="80322"/>
            </a:xfrm>
            <a:custGeom>
              <a:avLst/>
              <a:gdLst>
                <a:gd name="connsiteX0" fmla="*/ 16903 w 104922"/>
                <a:gd name="connsiteY0" fmla="*/ 46018 h 80322"/>
                <a:gd name="connsiteX1" fmla="*/ 33524 w 104922"/>
                <a:gd name="connsiteY1" fmla="*/ 51227 h 80322"/>
                <a:gd name="connsiteX2" fmla="*/ 37680 w 104922"/>
                <a:gd name="connsiteY2" fmla="*/ 64771 h 80322"/>
                <a:gd name="connsiteX3" fmla="*/ 31447 w 104922"/>
                <a:gd name="connsiteY3" fmla="*/ 76231 h 80322"/>
                <a:gd name="connsiteX4" fmla="*/ 20019 w 104922"/>
                <a:gd name="connsiteY4" fmla="*/ 80398 h 80322"/>
                <a:gd name="connsiteX5" fmla="*/ 10670 w 104922"/>
                <a:gd name="connsiteY5" fmla="*/ 79356 h 80322"/>
                <a:gd name="connsiteX6" fmla="*/ 2359 w 104922"/>
                <a:gd name="connsiteY6" fmla="*/ 72063 h 80322"/>
                <a:gd name="connsiteX7" fmla="*/ 282 w 104922"/>
                <a:gd name="connsiteY7" fmla="*/ 59562 h 80322"/>
                <a:gd name="connsiteX8" fmla="*/ 2359 w 104922"/>
                <a:gd name="connsiteY8" fmla="*/ 46018 h 80322"/>
                <a:gd name="connsiteX9" fmla="*/ 12748 w 104922"/>
                <a:gd name="connsiteY9" fmla="*/ 28308 h 80322"/>
                <a:gd name="connsiteX10" fmla="*/ 33524 w 104922"/>
                <a:gd name="connsiteY10" fmla="*/ 8514 h 80322"/>
                <a:gd name="connsiteX11" fmla="*/ 47029 w 104922"/>
                <a:gd name="connsiteY11" fmla="*/ 179 h 80322"/>
                <a:gd name="connsiteX12" fmla="*/ 49107 w 104922"/>
                <a:gd name="connsiteY12" fmla="*/ 1221 h 80322"/>
                <a:gd name="connsiteX13" fmla="*/ 41835 w 104922"/>
                <a:gd name="connsiteY13" fmla="*/ 9556 h 80322"/>
                <a:gd name="connsiteX14" fmla="*/ 26252 w 104922"/>
                <a:gd name="connsiteY14" fmla="*/ 26224 h 80322"/>
                <a:gd name="connsiteX15" fmla="*/ 16903 w 104922"/>
                <a:gd name="connsiteY15" fmla="*/ 46018 h 80322"/>
                <a:gd name="connsiteX16" fmla="*/ 73000 w 104922"/>
                <a:gd name="connsiteY16" fmla="*/ 46018 h 80322"/>
                <a:gd name="connsiteX17" fmla="*/ 89621 w 104922"/>
                <a:gd name="connsiteY17" fmla="*/ 51227 h 80322"/>
                <a:gd name="connsiteX18" fmla="*/ 93777 w 104922"/>
                <a:gd name="connsiteY18" fmla="*/ 64771 h 80322"/>
                <a:gd name="connsiteX19" fmla="*/ 87544 w 104922"/>
                <a:gd name="connsiteY19" fmla="*/ 76231 h 80322"/>
                <a:gd name="connsiteX20" fmla="*/ 76117 w 104922"/>
                <a:gd name="connsiteY20" fmla="*/ 80398 h 80322"/>
                <a:gd name="connsiteX21" fmla="*/ 66767 w 104922"/>
                <a:gd name="connsiteY21" fmla="*/ 79356 h 80322"/>
                <a:gd name="connsiteX22" fmla="*/ 58456 w 104922"/>
                <a:gd name="connsiteY22" fmla="*/ 72063 h 80322"/>
                <a:gd name="connsiteX23" fmla="*/ 56379 w 104922"/>
                <a:gd name="connsiteY23" fmla="*/ 59562 h 80322"/>
                <a:gd name="connsiteX24" fmla="*/ 58456 w 104922"/>
                <a:gd name="connsiteY24" fmla="*/ 46018 h 80322"/>
                <a:gd name="connsiteX25" fmla="*/ 68845 w 104922"/>
                <a:gd name="connsiteY25" fmla="*/ 28308 h 80322"/>
                <a:gd name="connsiteX26" fmla="*/ 89621 w 104922"/>
                <a:gd name="connsiteY26" fmla="*/ 8514 h 80322"/>
                <a:gd name="connsiteX27" fmla="*/ 103126 w 104922"/>
                <a:gd name="connsiteY27" fmla="*/ 179 h 80322"/>
                <a:gd name="connsiteX28" fmla="*/ 105204 w 104922"/>
                <a:gd name="connsiteY28" fmla="*/ 1221 h 80322"/>
                <a:gd name="connsiteX29" fmla="*/ 97932 w 104922"/>
                <a:gd name="connsiteY29" fmla="*/ 9556 h 80322"/>
                <a:gd name="connsiteX30" fmla="*/ 82350 w 104922"/>
                <a:gd name="connsiteY30" fmla="*/ 26224 h 80322"/>
                <a:gd name="connsiteX31" fmla="*/ 73000 w 104922"/>
                <a:gd name="connsiteY31" fmla="*/ 46018 h 80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4922" h="80322">
                  <a:moveTo>
                    <a:pt x="16903" y="46018"/>
                  </a:moveTo>
                  <a:cubicBezTo>
                    <a:pt x="25214" y="45324"/>
                    <a:pt x="30754" y="47060"/>
                    <a:pt x="33524" y="51227"/>
                  </a:cubicBezTo>
                  <a:cubicBezTo>
                    <a:pt x="36987" y="55395"/>
                    <a:pt x="38372" y="59909"/>
                    <a:pt x="37680" y="64771"/>
                  </a:cubicBezTo>
                  <a:cubicBezTo>
                    <a:pt x="36987" y="69632"/>
                    <a:pt x="34909" y="73452"/>
                    <a:pt x="31447" y="76231"/>
                  </a:cubicBezTo>
                  <a:cubicBezTo>
                    <a:pt x="27984" y="79009"/>
                    <a:pt x="24175" y="80398"/>
                    <a:pt x="20019" y="80398"/>
                  </a:cubicBezTo>
                  <a:cubicBezTo>
                    <a:pt x="17249" y="80398"/>
                    <a:pt x="14133" y="80050"/>
                    <a:pt x="10670" y="79356"/>
                  </a:cubicBezTo>
                  <a:cubicBezTo>
                    <a:pt x="7207" y="77967"/>
                    <a:pt x="4437" y="75536"/>
                    <a:pt x="2359" y="72063"/>
                  </a:cubicBezTo>
                  <a:cubicBezTo>
                    <a:pt x="974" y="67896"/>
                    <a:pt x="282" y="63729"/>
                    <a:pt x="282" y="59562"/>
                  </a:cubicBezTo>
                  <a:cubicBezTo>
                    <a:pt x="282" y="56089"/>
                    <a:pt x="974" y="51575"/>
                    <a:pt x="2359" y="46018"/>
                  </a:cubicBezTo>
                  <a:cubicBezTo>
                    <a:pt x="4437" y="40462"/>
                    <a:pt x="7900" y="34559"/>
                    <a:pt x="12748" y="28308"/>
                  </a:cubicBezTo>
                  <a:cubicBezTo>
                    <a:pt x="18288" y="21363"/>
                    <a:pt x="25214" y="14765"/>
                    <a:pt x="33524" y="8514"/>
                  </a:cubicBezTo>
                  <a:cubicBezTo>
                    <a:pt x="41835" y="2263"/>
                    <a:pt x="46337" y="-515"/>
                    <a:pt x="47029" y="179"/>
                  </a:cubicBezTo>
                  <a:cubicBezTo>
                    <a:pt x="48414" y="179"/>
                    <a:pt x="49107" y="527"/>
                    <a:pt x="49107" y="1221"/>
                  </a:cubicBezTo>
                  <a:cubicBezTo>
                    <a:pt x="49107" y="2610"/>
                    <a:pt x="46683" y="5388"/>
                    <a:pt x="41835" y="9556"/>
                  </a:cubicBezTo>
                  <a:cubicBezTo>
                    <a:pt x="34909" y="15806"/>
                    <a:pt x="29715" y="21363"/>
                    <a:pt x="26252" y="26224"/>
                  </a:cubicBezTo>
                  <a:cubicBezTo>
                    <a:pt x="22790" y="31086"/>
                    <a:pt x="19673" y="37684"/>
                    <a:pt x="16903" y="46018"/>
                  </a:cubicBezTo>
                  <a:close/>
                  <a:moveTo>
                    <a:pt x="73000" y="46018"/>
                  </a:moveTo>
                  <a:cubicBezTo>
                    <a:pt x="81311" y="45324"/>
                    <a:pt x="86851" y="47060"/>
                    <a:pt x="89621" y="51227"/>
                  </a:cubicBezTo>
                  <a:cubicBezTo>
                    <a:pt x="93084" y="55395"/>
                    <a:pt x="94469" y="59909"/>
                    <a:pt x="93777" y="64771"/>
                  </a:cubicBezTo>
                  <a:cubicBezTo>
                    <a:pt x="93084" y="69632"/>
                    <a:pt x="91007" y="73452"/>
                    <a:pt x="87544" y="76231"/>
                  </a:cubicBezTo>
                  <a:cubicBezTo>
                    <a:pt x="84081" y="79009"/>
                    <a:pt x="80272" y="80398"/>
                    <a:pt x="76117" y="80398"/>
                  </a:cubicBezTo>
                  <a:cubicBezTo>
                    <a:pt x="73346" y="80398"/>
                    <a:pt x="70230" y="80050"/>
                    <a:pt x="66767" y="79356"/>
                  </a:cubicBezTo>
                  <a:cubicBezTo>
                    <a:pt x="63304" y="77967"/>
                    <a:pt x="60534" y="75536"/>
                    <a:pt x="58456" y="72063"/>
                  </a:cubicBezTo>
                  <a:cubicBezTo>
                    <a:pt x="57071" y="67896"/>
                    <a:pt x="56379" y="63729"/>
                    <a:pt x="56379" y="59562"/>
                  </a:cubicBezTo>
                  <a:cubicBezTo>
                    <a:pt x="56379" y="56089"/>
                    <a:pt x="57071" y="51575"/>
                    <a:pt x="58456" y="46018"/>
                  </a:cubicBezTo>
                  <a:cubicBezTo>
                    <a:pt x="60534" y="40462"/>
                    <a:pt x="63997" y="34559"/>
                    <a:pt x="68845" y="28308"/>
                  </a:cubicBezTo>
                  <a:cubicBezTo>
                    <a:pt x="74385" y="21363"/>
                    <a:pt x="81311" y="14765"/>
                    <a:pt x="89621" y="8514"/>
                  </a:cubicBezTo>
                  <a:cubicBezTo>
                    <a:pt x="97932" y="2263"/>
                    <a:pt x="102434" y="-515"/>
                    <a:pt x="103126" y="179"/>
                  </a:cubicBezTo>
                  <a:cubicBezTo>
                    <a:pt x="104511" y="179"/>
                    <a:pt x="105204" y="527"/>
                    <a:pt x="105204" y="1221"/>
                  </a:cubicBezTo>
                  <a:cubicBezTo>
                    <a:pt x="105204" y="2610"/>
                    <a:pt x="102780" y="5388"/>
                    <a:pt x="97932" y="9556"/>
                  </a:cubicBezTo>
                  <a:cubicBezTo>
                    <a:pt x="91007" y="15806"/>
                    <a:pt x="85812" y="21363"/>
                    <a:pt x="82350" y="26224"/>
                  </a:cubicBezTo>
                  <a:cubicBezTo>
                    <a:pt x="78887" y="31086"/>
                    <a:pt x="75770" y="37684"/>
                    <a:pt x="73000" y="46018"/>
                  </a:cubicBez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0" name="任意多边形: 形状 79">
              <a:extLst>
                <a:ext uri="{FF2B5EF4-FFF2-40B4-BE49-F238E27FC236}">
                  <a16:creationId xmlns:a16="http://schemas.microsoft.com/office/drawing/2014/main" id="{07ED4F2C-DA59-482A-A064-674E17DBA0E0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8180024" y="3925395"/>
              <a:ext cx="87760" cy="177622"/>
            </a:xfrm>
            <a:custGeom>
              <a:avLst/>
              <a:gdLst>
                <a:gd name="connsiteX0" fmla="*/ 54810 w 87760"/>
                <a:gd name="connsiteY0" fmla="*/ 7009 h 177622"/>
                <a:gd name="connsiteX1" fmla="*/ 48694 w 87760"/>
                <a:gd name="connsiteY1" fmla="*/ 75 h 177622"/>
                <a:gd name="connsiteX2" fmla="*/ 292 w 87760"/>
                <a:gd name="connsiteY2" fmla="*/ 17144 h 177622"/>
                <a:gd name="connsiteX3" fmla="*/ 292 w 87760"/>
                <a:gd name="connsiteY3" fmla="*/ 25412 h 177622"/>
                <a:gd name="connsiteX4" fmla="*/ 35130 w 87760"/>
                <a:gd name="connsiteY4" fmla="*/ 18477 h 177622"/>
                <a:gd name="connsiteX5" fmla="*/ 35130 w 87760"/>
                <a:gd name="connsiteY5" fmla="*/ 156628 h 177622"/>
                <a:gd name="connsiteX6" fmla="*/ 10398 w 87760"/>
                <a:gd name="connsiteY6" fmla="*/ 169430 h 177622"/>
                <a:gd name="connsiteX7" fmla="*/ 1888 w 87760"/>
                <a:gd name="connsiteY7" fmla="*/ 169430 h 177622"/>
                <a:gd name="connsiteX8" fmla="*/ 1888 w 87760"/>
                <a:gd name="connsiteY8" fmla="*/ 177697 h 177622"/>
                <a:gd name="connsiteX9" fmla="*/ 44970 w 87760"/>
                <a:gd name="connsiteY9" fmla="*/ 176897 h 177622"/>
                <a:gd name="connsiteX10" fmla="*/ 88053 w 87760"/>
                <a:gd name="connsiteY10" fmla="*/ 177697 h 177622"/>
                <a:gd name="connsiteX11" fmla="*/ 88053 w 87760"/>
                <a:gd name="connsiteY11" fmla="*/ 169430 h 177622"/>
                <a:gd name="connsiteX12" fmla="*/ 79543 w 87760"/>
                <a:gd name="connsiteY12" fmla="*/ 169430 h 177622"/>
                <a:gd name="connsiteX13" fmla="*/ 54810 w 87760"/>
                <a:gd name="connsiteY13" fmla="*/ 156628 h 177622"/>
                <a:gd name="connsiteX14" fmla="*/ 54810 w 87760"/>
                <a:gd name="connsiteY14" fmla="*/ 7009 h 177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760" h="177622">
                  <a:moveTo>
                    <a:pt x="54810" y="7009"/>
                  </a:moveTo>
                  <a:cubicBezTo>
                    <a:pt x="54810" y="609"/>
                    <a:pt x="54810" y="75"/>
                    <a:pt x="48694" y="75"/>
                  </a:cubicBezTo>
                  <a:cubicBezTo>
                    <a:pt x="32205" y="17144"/>
                    <a:pt x="8802" y="17144"/>
                    <a:pt x="292" y="17144"/>
                  </a:cubicBezTo>
                  <a:lnTo>
                    <a:pt x="292" y="25412"/>
                  </a:lnTo>
                  <a:cubicBezTo>
                    <a:pt x="5611" y="25412"/>
                    <a:pt x="21302" y="25412"/>
                    <a:pt x="35130" y="18477"/>
                  </a:cubicBezTo>
                  <a:lnTo>
                    <a:pt x="35130" y="156628"/>
                  </a:lnTo>
                  <a:cubicBezTo>
                    <a:pt x="35130" y="166229"/>
                    <a:pt x="34333" y="169430"/>
                    <a:pt x="10398" y="169430"/>
                  </a:cubicBezTo>
                  <a:lnTo>
                    <a:pt x="1888" y="169430"/>
                  </a:lnTo>
                  <a:lnTo>
                    <a:pt x="1888" y="177697"/>
                  </a:lnTo>
                  <a:cubicBezTo>
                    <a:pt x="11196" y="176897"/>
                    <a:pt x="34333" y="176897"/>
                    <a:pt x="44970" y="176897"/>
                  </a:cubicBezTo>
                  <a:cubicBezTo>
                    <a:pt x="55608" y="176897"/>
                    <a:pt x="78745" y="176897"/>
                    <a:pt x="88053" y="177697"/>
                  </a:cubicBezTo>
                  <a:lnTo>
                    <a:pt x="88053" y="169430"/>
                  </a:lnTo>
                  <a:lnTo>
                    <a:pt x="79543" y="169430"/>
                  </a:lnTo>
                  <a:cubicBezTo>
                    <a:pt x="55608" y="169430"/>
                    <a:pt x="54810" y="166496"/>
                    <a:pt x="54810" y="156628"/>
                  </a:cubicBezTo>
                  <a:lnTo>
                    <a:pt x="54810" y="7009"/>
                  </a:ln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1" name="任意多边形: 形状 80">
              <a:extLst>
                <a:ext uri="{FF2B5EF4-FFF2-40B4-BE49-F238E27FC236}">
                  <a16:creationId xmlns:a16="http://schemas.microsoft.com/office/drawing/2014/main" id="{124F156B-A0C3-4E02-A425-67254C87B0D7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8326347" y="3901950"/>
              <a:ext cx="100106" cy="78238"/>
            </a:xfrm>
            <a:custGeom>
              <a:avLst/>
              <a:gdLst>
                <a:gd name="connsiteX0" fmla="*/ 30801 w 100106"/>
                <a:gd name="connsiteY0" fmla="*/ 34455 h 78238"/>
                <a:gd name="connsiteX1" fmla="*/ 15219 w 100106"/>
                <a:gd name="connsiteY1" fmla="*/ 29246 h 78238"/>
                <a:gd name="connsiteX2" fmla="*/ 11063 w 100106"/>
                <a:gd name="connsiteY2" fmla="*/ 15702 h 78238"/>
                <a:gd name="connsiteX3" fmla="*/ 16258 w 100106"/>
                <a:gd name="connsiteY3" fmla="*/ 4242 h 78238"/>
                <a:gd name="connsiteX4" fmla="*/ 26646 w 100106"/>
                <a:gd name="connsiteY4" fmla="*/ 75 h 78238"/>
                <a:gd name="connsiteX5" fmla="*/ 35996 w 100106"/>
                <a:gd name="connsiteY5" fmla="*/ 2159 h 78238"/>
                <a:gd name="connsiteX6" fmla="*/ 44306 w 100106"/>
                <a:gd name="connsiteY6" fmla="*/ 9451 h 78238"/>
                <a:gd name="connsiteX7" fmla="*/ 46384 w 100106"/>
                <a:gd name="connsiteY7" fmla="*/ 19869 h 78238"/>
                <a:gd name="connsiteX8" fmla="*/ 43267 w 100106"/>
                <a:gd name="connsiteY8" fmla="*/ 33413 h 78238"/>
                <a:gd name="connsiteX9" fmla="*/ 33918 w 100106"/>
                <a:gd name="connsiteY9" fmla="*/ 50081 h 78238"/>
                <a:gd name="connsiteX10" fmla="*/ 14180 w 100106"/>
                <a:gd name="connsiteY10" fmla="*/ 69876 h 78238"/>
                <a:gd name="connsiteX11" fmla="*/ 675 w 100106"/>
                <a:gd name="connsiteY11" fmla="*/ 78210 h 78238"/>
                <a:gd name="connsiteX12" fmla="*/ 7947 w 100106"/>
                <a:gd name="connsiteY12" fmla="*/ 67792 h 78238"/>
                <a:gd name="connsiteX13" fmla="*/ 21452 w 100106"/>
                <a:gd name="connsiteY13" fmla="*/ 52165 h 78238"/>
                <a:gd name="connsiteX14" fmla="*/ 30801 w 100106"/>
                <a:gd name="connsiteY14" fmla="*/ 34455 h 78238"/>
                <a:gd name="connsiteX15" fmla="*/ 84821 w 100106"/>
                <a:gd name="connsiteY15" fmla="*/ 34455 h 78238"/>
                <a:gd name="connsiteX16" fmla="*/ 69238 w 100106"/>
                <a:gd name="connsiteY16" fmla="*/ 29246 h 78238"/>
                <a:gd name="connsiteX17" fmla="*/ 65083 w 100106"/>
                <a:gd name="connsiteY17" fmla="*/ 15702 h 78238"/>
                <a:gd name="connsiteX18" fmla="*/ 70277 w 100106"/>
                <a:gd name="connsiteY18" fmla="*/ 4242 h 78238"/>
                <a:gd name="connsiteX19" fmla="*/ 80665 w 100106"/>
                <a:gd name="connsiteY19" fmla="*/ 75 h 78238"/>
                <a:gd name="connsiteX20" fmla="*/ 90015 w 100106"/>
                <a:gd name="connsiteY20" fmla="*/ 2159 h 78238"/>
                <a:gd name="connsiteX21" fmla="*/ 98326 w 100106"/>
                <a:gd name="connsiteY21" fmla="*/ 9451 h 78238"/>
                <a:gd name="connsiteX22" fmla="*/ 100403 w 100106"/>
                <a:gd name="connsiteY22" fmla="*/ 19869 h 78238"/>
                <a:gd name="connsiteX23" fmla="*/ 97287 w 100106"/>
                <a:gd name="connsiteY23" fmla="*/ 33413 h 78238"/>
                <a:gd name="connsiteX24" fmla="*/ 87937 w 100106"/>
                <a:gd name="connsiteY24" fmla="*/ 50081 h 78238"/>
                <a:gd name="connsiteX25" fmla="*/ 68199 w 100106"/>
                <a:gd name="connsiteY25" fmla="*/ 69876 h 78238"/>
                <a:gd name="connsiteX26" fmla="*/ 54695 w 100106"/>
                <a:gd name="connsiteY26" fmla="*/ 78210 h 78238"/>
                <a:gd name="connsiteX27" fmla="*/ 61966 w 100106"/>
                <a:gd name="connsiteY27" fmla="*/ 67792 h 78238"/>
                <a:gd name="connsiteX28" fmla="*/ 75471 w 100106"/>
                <a:gd name="connsiteY28" fmla="*/ 52165 h 78238"/>
                <a:gd name="connsiteX29" fmla="*/ 84821 w 100106"/>
                <a:gd name="connsiteY29" fmla="*/ 34455 h 78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106" h="78238">
                  <a:moveTo>
                    <a:pt x="30801" y="34455"/>
                  </a:moveTo>
                  <a:cubicBezTo>
                    <a:pt x="23183" y="34455"/>
                    <a:pt x="17989" y="32718"/>
                    <a:pt x="15219" y="29246"/>
                  </a:cubicBezTo>
                  <a:cubicBezTo>
                    <a:pt x="12449" y="25078"/>
                    <a:pt x="11063" y="20564"/>
                    <a:pt x="11063" y="15702"/>
                  </a:cubicBezTo>
                  <a:cubicBezTo>
                    <a:pt x="11756" y="10146"/>
                    <a:pt x="13487" y="6326"/>
                    <a:pt x="16258" y="4242"/>
                  </a:cubicBezTo>
                  <a:cubicBezTo>
                    <a:pt x="19720" y="1464"/>
                    <a:pt x="23183" y="75"/>
                    <a:pt x="26646" y="75"/>
                  </a:cubicBezTo>
                  <a:cubicBezTo>
                    <a:pt x="29416" y="75"/>
                    <a:pt x="32533" y="770"/>
                    <a:pt x="35996" y="2159"/>
                  </a:cubicBezTo>
                  <a:cubicBezTo>
                    <a:pt x="40151" y="2853"/>
                    <a:pt x="42921" y="5284"/>
                    <a:pt x="44306" y="9451"/>
                  </a:cubicBezTo>
                  <a:cubicBezTo>
                    <a:pt x="45691" y="12924"/>
                    <a:pt x="46384" y="16397"/>
                    <a:pt x="46384" y="19869"/>
                  </a:cubicBezTo>
                  <a:cubicBezTo>
                    <a:pt x="46384" y="24037"/>
                    <a:pt x="45345" y="28551"/>
                    <a:pt x="43267" y="33413"/>
                  </a:cubicBezTo>
                  <a:cubicBezTo>
                    <a:pt x="41882" y="38274"/>
                    <a:pt x="38766" y="43831"/>
                    <a:pt x="33918" y="50081"/>
                  </a:cubicBezTo>
                  <a:cubicBezTo>
                    <a:pt x="29070" y="56332"/>
                    <a:pt x="22491" y="62930"/>
                    <a:pt x="14180" y="69876"/>
                  </a:cubicBezTo>
                  <a:cubicBezTo>
                    <a:pt x="6562" y="76126"/>
                    <a:pt x="2060" y="78904"/>
                    <a:pt x="675" y="78210"/>
                  </a:cubicBezTo>
                  <a:cubicBezTo>
                    <a:pt x="-710" y="77515"/>
                    <a:pt x="1714" y="74043"/>
                    <a:pt x="7947" y="67792"/>
                  </a:cubicBezTo>
                  <a:cubicBezTo>
                    <a:pt x="14180" y="61541"/>
                    <a:pt x="18682" y="56332"/>
                    <a:pt x="21452" y="52165"/>
                  </a:cubicBezTo>
                  <a:cubicBezTo>
                    <a:pt x="24222" y="47303"/>
                    <a:pt x="27339" y="41400"/>
                    <a:pt x="30801" y="34455"/>
                  </a:cubicBezTo>
                  <a:close/>
                  <a:moveTo>
                    <a:pt x="84821" y="34455"/>
                  </a:moveTo>
                  <a:cubicBezTo>
                    <a:pt x="77203" y="34455"/>
                    <a:pt x="72009" y="32718"/>
                    <a:pt x="69238" y="29246"/>
                  </a:cubicBezTo>
                  <a:cubicBezTo>
                    <a:pt x="66468" y="25078"/>
                    <a:pt x="65083" y="20564"/>
                    <a:pt x="65083" y="15702"/>
                  </a:cubicBezTo>
                  <a:cubicBezTo>
                    <a:pt x="65775" y="10146"/>
                    <a:pt x="67507" y="6326"/>
                    <a:pt x="70277" y="4242"/>
                  </a:cubicBezTo>
                  <a:cubicBezTo>
                    <a:pt x="73740" y="1464"/>
                    <a:pt x="77203" y="75"/>
                    <a:pt x="80665" y="75"/>
                  </a:cubicBezTo>
                  <a:cubicBezTo>
                    <a:pt x="83436" y="75"/>
                    <a:pt x="86552" y="770"/>
                    <a:pt x="90015" y="2159"/>
                  </a:cubicBezTo>
                  <a:cubicBezTo>
                    <a:pt x="94170" y="2853"/>
                    <a:pt x="96941" y="5284"/>
                    <a:pt x="98326" y="9451"/>
                  </a:cubicBezTo>
                  <a:cubicBezTo>
                    <a:pt x="99711" y="12924"/>
                    <a:pt x="100403" y="16397"/>
                    <a:pt x="100403" y="19869"/>
                  </a:cubicBezTo>
                  <a:cubicBezTo>
                    <a:pt x="100403" y="24037"/>
                    <a:pt x="99365" y="28551"/>
                    <a:pt x="97287" y="33413"/>
                  </a:cubicBezTo>
                  <a:cubicBezTo>
                    <a:pt x="95902" y="38274"/>
                    <a:pt x="92785" y="43831"/>
                    <a:pt x="87937" y="50081"/>
                  </a:cubicBezTo>
                  <a:cubicBezTo>
                    <a:pt x="83089" y="56332"/>
                    <a:pt x="76510" y="62930"/>
                    <a:pt x="68199" y="69876"/>
                  </a:cubicBezTo>
                  <a:cubicBezTo>
                    <a:pt x="60581" y="76126"/>
                    <a:pt x="56080" y="78904"/>
                    <a:pt x="54695" y="78210"/>
                  </a:cubicBezTo>
                  <a:cubicBezTo>
                    <a:pt x="53309" y="77515"/>
                    <a:pt x="55733" y="74043"/>
                    <a:pt x="61966" y="67792"/>
                  </a:cubicBezTo>
                  <a:cubicBezTo>
                    <a:pt x="68199" y="61541"/>
                    <a:pt x="72701" y="56332"/>
                    <a:pt x="75471" y="52165"/>
                  </a:cubicBezTo>
                  <a:cubicBezTo>
                    <a:pt x="78242" y="47303"/>
                    <a:pt x="81358" y="41400"/>
                    <a:pt x="84821" y="34455"/>
                  </a:cubicBez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2" name="任意多边形: 形状 81">
              <a:extLst>
                <a:ext uri="{FF2B5EF4-FFF2-40B4-BE49-F238E27FC236}">
                  <a16:creationId xmlns:a16="http://schemas.microsoft.com/office/drawing/2014/main" id="{24ED1EDA-9748-4775-B80B-139668B1969D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8578123" y="3885281"/>
              <a:ext cx="227505" cy="241696"/>
            </a:xfrm>
            <a:custGeom>
              <a:avLst/>
              <a:gdLst>
                <a:gd name="connsiteX0" fmla="*/ 164444 w 227505"/>
                <a:gd name="connsiteY0" fmla="*/ 67792 h 241696"/>
                <a:gd name="connsiteX1" fmla="*/ 163405 w 227505"/>
                <a:gd name="connsiteY1" fmla="*/ 75 h 241696"/>
                <a:gd name="connsiteX2" fmla="*/ 189376 w 227505"/>
                <a:gd name="connsiteY2" fmla="*/ 13619 h 241696"/>
                <a:gd name="connsiteX3" fmla="*/ 178988 w 227505"/>
                <a:gd name="connsiteY3" fmla="*/ 20911 h 241696"/>
                <a:gd name="connsiteX4" fmla="*/ 178988 w 227505"/>
                <a:gd name="connsiteY4" fmla="*/ 67792 h 241696"/>
                <a:gd name="connsiteX5" fmla="*/ 194570 w 227505"/>
                <a:gd name="connsiteY5" fmla="*/ 67792 h 241696"/>
                <a:gd name="connsiteX6" fmla="*/ 208075 w 227505"/>
                <a:gd name="connsiteY6" fmla="*/ 54249 h 241696"/>
                <a:gd name="connsiteX7" fmla="*/ 227813 w 227505"/>
                <a:gd name="connsiteY7" fmla="*/ 74043 h 241696"/>
                <a:gd name="connsiteX8" fmla="*/ 178988 w 227505"/>
                <a:gd name="connsiteY8" fmla="*/ 74043 h 241696"/>
                <a:gd name="connsiteX9" fmla="*/ 178988 w 227505"/>
                <a:gd name="connsiteY9" fmla="*/ 213643 h 241696"/>
                <a:gd name="connsiteX10" fmla="*/ 156133 w 227505"/>
                <a:gd name="connsiteY10" fmla="*/ 241772 h 241696"/>
                <a:gd name="connsiteX11" fmla="*/ 121852 w 227505"/>
                <a:gd name="connsiteY11" fmla="*/ 218852 h 241696"/>
                <a:gd name="connsiteX12" fmla="*/ 121852 w 227505"/>
                <a:gd name="connsiteY12" fmla="*/ 213643 h 241696"/>
                <a:gd name="connsiteX13" fmla="*/ 157172 w 227505"/>
                <a:gd name="connsiteY13" fmla="*/ 216769 h 241696"/>
                <a:gd name="connsiteX14" fmla="*/ 164444 w 227505"/>
                <a:gd name="connsiteY14" fmla="*/ 204267 h 241696"/>
                <a:gd name="connsiteX15" fmla="*/ 164444 w 227505"/>
                <a:gd name="connsiteY15" fmla="*/ 74043 h 241696"/>
                <a:gd name="connsiteX16" fmla="*/ 110424 w 227505"/>
                <a:gd name="connsiteY16" fmla="*/ 74043 h 241696"/>
                <a:gd name="connsiteX17" fmla="*/ 85492 w 227505"/>
                <a:gd name="connsiteY17" fmla="*/ 77168 h 241696"/>
                <a:gd name="connsiteX18" fmla="*/ 76143 w 227505"/>
                <a:gd name="connsiteY18" fmla="*/ 67792 h 241696"/>
                <a:gd name="connsiteX19" fmla="*/ 164444 w 227505"/>
                <a:gd name="connsiteY19" fmla="*/ 67792 h 241696"/>
                <a:gd name="connsiteX20" fmla="*/ 96920 w 227505"/>
                <a:gd name="connsiteY20" fmla="*/ 100088 h 241696"/>
                <a:gd name="connsiteX21" fmla="*/ 128085 w 227505"/>
                <a:gd name="connsiteY21" fmla="*/ 126133 h 241696"/>
                <a:gd name="connsiteX22" fmla="*/ 133279 w 227505"/>
                <a:gd name="connsiteY22" fmla="*/ 137592 h 241696"/>
                <a:gd name="connsiteX23" fmla="*/ 128085 w 227505"/>
                <a:gd name="connsiteY23" fmla="*/ 150094 h 241696"/>
                <a:gd name="connsiteX24" fmla="*/ 121852 w 227505"/>
                <a:gd name="connsiteY24" fmla="*/ 156345 h 241696"/>
                <a:gd name="connsiteX25" fmla="*/ 115619 w 227505"/>
                <a:gd name="connsiteY25" fmla="*/ 143843 h 241696"/>
                <a:gd name="connsiteX26" fmla="*/ 93803 w 227505"/>
                <a:gd name="connsiteY26" fmla="*/ 103213 h 241696"/>
                <a:gd name="connsiteX27" fmla="*/ 96920 w 227505"/>
                <a:gd name="connsiteY27" fmla="*/ 100088 h 241696"/>
                <a:gd name="connsiteX28" fmla="*/ 15890 w 227505"/>
                <a:gd name="connsiteY28" fmla="*/ 44872 h 241696"/>
                <a:gd name="connsiteX29" fmla="*/ 15890 w 227505"/>
                <a:gd name="connsiteY29" fmla="*/ 107380 h 241696"/>
                <a:gd name="connsiteX30" fmla="*/ 58483 w 227505"/>
                <a:gd name="connsiteY30" fmla="*/ 107380 h 241696"/>
                <a:gd name="connsiteX31" fmla="*/ 58483 w 227505"/>
                <a:gd name="connsiteY31" fmla="*/ 44872 h 241696"/>
                <a:gd name="connsiteX32" fmla="*/ 15890 w 227505"/>
                <a:gd name="connsiteY32" fmla="*/ 44872 h 241696"/>
                <a:gd name="connsiteX33" fmla="*/ 15890 w 227505"/>
                <a:gd name="connsiteY33" fmla="*/ 113631 h 241696"/>
                <a:gd name="connsiteX34" fmla="*/ 15890 w 227505"/>
                <a:gd name="connsiteY34" fmla="*/ 180306 h 241696"/>
                <a:gd name="connsiteX35" fmla="*/ 58483 w 227505"/>
                <a:gd name="connsiteY35" fmla="*/ 180306 h 241696"/>
                <a:gd name="connsiteX36" fmla="*/ 58483 w 227505"/>
                <a:gd name="connsiteY36" fmla="*/ 113631 h 241696"/>
                <a:gd name="connsiteX37" fmla="*/ 15890 w 227505"/>
                <a:gd name="connsiteY37" fmla="*/ 113631 h 241696"/>
                <a:gd name="connsiteX38" fmla="*/ 73026 w 227505"/>
                <a:gd name="connsiteY38" fmla="*/ 134467 h 241696"/>
                <a:gd name="connsiteX39" fmla="*/ 74065 w 227505"/>
                <a:gd name="connsiteY39" fmla="*/ 199058 h 241696"/>
                <a:gd name="connsiteX40" fmla="*/ 58483 w 227505"/>
                <a:gd name="connsiteY40" fmla="*/ 207393 h 241696"/>
                <a:gd name="connsiteX41" fmla="*/ 58483 w 227505"/>
                <a:gd name="connsiteY41" fmla="*/ 186557 h 241696"/>
                <a:gd name="connsiteX42" fmla="*/ 15890 w 227505"/>
                <a:gd name="connsiteY42" fmla="*/ 186557 h 241696"/>
                <a:gd name="connsiteX43" fmla="*/ 15890 w 227505"/>
                <a:gd name="connsiteY43" fmla="*/ 208434 h 241696"/>
                <a:gd name="connsiteX44" fmla="*/ 308 w 227505"/>
                <a:gd name="connsiteY44" fmla="*/ 216769 h 241696"/>
                <a:gd name="connsiteX45" fmla="*/ 1347 w 227505"/>
                <a:gd name="connsiteY45" fmla="*/ 116756 h 241696"/>
                <a:gd name="connsiteX46" fmla="*/ 308 w 227505"/>
                <a:gd name="connsiteY46" fmla="*/ 30287 h 241696"/>
                <a:gd name="connsiteX47" fmla="*/ 16929 w 227505"/>
                <a:gd name="connsiteY47" fmla="*/ 38622 h 241696"/>
                <a:gd name="connsiteX48" fmla="*/ 56405 w 227505"/>
                <a:gd name="connsiteY48" fmla="*/ 38622 h 241696"/>
                <a:gd name="connsiteX49" fmla="*/ 64716 w 227505"/>
                <a:gd name="connsiteY49" fmla="*/ 28204 h 241696"/>
                <a:gd name="connsiteX50" fmla="*/ 81337 w 227505"/>
                <a:gd name="connsiteY50" fmla="*/ 41747 h 241696"/>
                <a:gd name="connsiteX51" fmla="*/ 73026 w 227505"/>
                <a:gd name="connsiteY51" fmla="*/ 49040 h 241696"/>
                <a:gd name="connsiteX52" fmla="*/ 73026 w 227505"/>
                <a:gd name="connsiteY52" fmla="*/ 134467 h 241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27505" h="241696">
                  <a:moveTo>
                    <a:pt x="164444" y="67792"/>
                  </a:moveTo>
                  <a:cubicBezTo>
                    <a:pt x="164444" y="40705"/>
                    <a:pt x="164098" y="18133"/>
                    <a:pt x="163405" y="75"/>
                  </a:cubicBezTo>
                  <a:lnTo>
                    <a:pt x="189376" y="13619"/>
                  </a:lnTo>
                  <a:lnTo>
                    <a:pt x="178988" y="20911"/>
                  </a:lnTo>
                  <a:lnTo>
                    <a:pt x="178988" y="67792"/>
                  </a:lnTo>
                  <a:lnTo>
                    <a:pt x="194570" y="67792"/>
                  </a:lnTo>
                  <a:lnTo>
                    <a:pt x="208075" y="54249"/>
                  </a:lnTo>
                  <a:lnTo>
                    <a:pt x="227813" y="74043"/>
                  </a:lnTo>
                  <a:lnTo>
                    <a:pt x="178988" y="74043"/>
                  </a:lnTo>
                  <a:lnTo>
                    <a:pt x="178988" y="213643"/>
                  </a:lnTo>
                  <a:cubicBezTo>
                    <a:pt x="178988" y="226840"/>
                    <a:pt x="171370" y="236216"/>
                    <a:pt x="156133" y="241772"/>
                  </a:cubicBezTo>
                  <a:cubicBezTo>
                    <a:pt x="155441" y="231354"/>
                    <a:pt x="144013" y="223714"/>
                    <a:pt x="121852" y="218852"/>
                  </a:cubicBezTo>
                  <a:lnTo>
                    <a:pt x="121852" y="213643"/>
                  </a:lnTo>
                  <a:cubicBezTo>
                    <a:pt x="140551" y="216422"/>
                    <a:pt x="152324" y="217463"/>
                    <a:pt x="157172" y="216769"/>
                  </a:cubicBezTo>
                  <a:cubicBezTo>
                    <a:pt x="162020" y="216074"/>
                    <a:pt x="164444" y="211907"/>
                    <a:pt x="164444" y="204267"/>
                  </a:cubicBezTo>
                  <a:lnTo>
                    <a:pt x="164444" y="74043"/>
                  </a:lnTo>
                  <a:lnTo>
                    <a:pt x="110424" y="74043"/>
                  </a:lnTo>
                  <a:cubicBezTo>
                    <a:pt x="101421" y="74043"/>
                    <a:pt x="93111" y="75085"/>
                    <a:pt x="85492" y="77168"/>
                  </a:cubicBezTo>
                  <a:lnTo>
                    <a:pt x="76143" y="67792"/>
                  </a:lnTo>
                  <a:lnTo>
                    <a:pt x="164444" y="67792"/>
                  </a:lnTo>
                  <a:close/>
                  <a:moveTo>
                    <a:pt x="96920" y="100088"/>
                  </a:moveTo>
                  <a:cubicBezTo>
                    <a:pt x="114926" y="112589"/>
                    <a:pt x="125314" y="121271"/>
                    <a:pt x="128085" y="126133"/>
                  </a:cubicBezTo>
                  <a:cubicBezTo>
                    <a:pt x="131547" y="130994"/>
                    <a:pt x="133279" y="134814"/>
                    <a:pt x="133279" y="137592"/>
                  </a:cubicBezTo>
                  <a:cubicBezTo>
                    <a:pt x="133279" y="141065"/>
                    <a:pt x="131547" y="145232"/>
                    <a:pt x="128085" y="150094"/>
                  </a:cubicBezTo>
                  <a:cubicBezTo>
                    <a:pt x="125314" y="154261"/>
                    <a:pt x="123237" y="156345"/>
                    <a:pt x="121852" y="156345"/>
                  </a:cubicBezTo>
                  <a:cubicBezTo>
                    <a:pt x="119774" y="156345"/>
                    <a:pt x="117696" y="152177"/>
                    <a:pt x="115619" y="143843"/>
                  </a:cubicBezTo>
                  <a:cubicBezTo>
                    <a:pt x="112156" y="131342"/>
                    <a:pt x="104884" y="117798"/>
                    <a:pt x="93803" y="103213"/>
                  </a:cubicBezTo>
                  <a:lnTo>
                    <a:pt x="96920" y="100088"/>
                  </a:lnTo>
                  <a:close/>
                  <a:moveTo>
                    <a:pt x="15890" y="44872"/>
                  </a:moveTo>
                  <a:lnTo>
                    <a:pt x="15890" y="107380"/>
                  </a:lnTo>
                  <a:lnTo>
                    <a:pt x="58483" y="107380"/>
                  </a:lnTo>
                  <a:lnTo>
                    <a:pt x="58483" y="44872"/>
                  </a:lnTo>
                  <a:lnTo>
                    <a:pt x="15890" y="44872"/>
                  </a:lnTo>
                  <a:close/>
                  <a:moveTo>
                    <a:pt x="15890" y="113631"/>
                  </a:moveTo>
                  <a:lnTo>
                    <a:pt x="15890" y="180306"/>
                  </a:lnTo>
                  <a:lnTo>
                    <a:pt x="58483" y="180306"/>
                  </a:lnTo>
                  <a:lnTo>
                    <a:pt x="58483" y="113631"/>
                  </a:lnTo>
                  <a:lnTo>
                    <a:pt x="15890" y="113631"/>
                  </a:lnTo>
                  <a:close/>
                  <a:moveTo>
                    <a:pt x="73026" y="134467"/>
                  </a:moveTo>
                  <a:cubicBezTo>
                    <a:pt x="73026" y="167804"/>
                    <a:pt x="73373" y="189335"/>
                    <a:pt x="74065" y="199058"/>
                  </a:cubicBezTo>
                  <a:lnTo>
                    <a:pt x="58483" y="207393"/>
                  </a:lnTo>
                  <a:lnTo>
                    <a:pt x="58483" y="186557"/>
                  </a:lnTo>
                  <a:lnTo>
                    <a:pt x="15890" y="186557"/>
                  </a:lnTo>
                  <a:lnTo>
                    <a:pt x="15890" y="208434"/>
                  </a:lnTo>
                  <a:lnTo>
                    <a:pt x="308" y="216769"/>
                  </a:lnTo>
                  <a:cubicBezTo>
                    <a:pt x="1000" y="194544"/>
                    <a:pt x="1347" y="161206"/>
                    <a:pt x="1347" y="116756"/>
                  </a:cubicBezTo>
                  <a:cubicBezTo>
                    <a:pt x="1347" y="72306"/>
                    <a:pt x="1000" y="43483"/>
                    <a:pt x="308" y="30287"/>
                  </a:cubicBezTo>
                  <a:lnTo>
                    <a:pt x="16929" y="38622"/>
                  </a:lnTo>
                  <a:lnTo>
                    <a:pt x="56405" y="38622"/>
                  </a:lnTo>
                  <a:lnTo>
                    <a:pt x="64716" y="28204"/>
                  </a:lnTo>
                  <a:lnTo>
                    <a:pt x="81337" y="41747"/>
                  </a:lnTo>
                  <a:lnTo>
                    <a:pt x="73026" y="49040"/>
                  </a:lnTo>
                  <a:lnTo>
                    <a:pt x="73026" y="134467"/>
                  </a:ln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3" name="任意多边形: 形状 82">
              <a:extLst>
                <a:ext uri="{FF2B5EF4-FFF2-40B4-BE49-F238E27FC236}">
                  <a16:creationId xmlns:a16="http://schemas.microsoft.com/office/drawing/2014/main" id="{EED2B878-DDC9-4A87-AA1B-CB15404F71C4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6022691" y="4328112"/>
              <a:ext cx="182436" cy="190957"/>
            </a:xfrm>
            <a:custGeom>
              <a:avLst/>
              <a:gdLst>
                <a:gd name="connsiteX0" fmla="*/ 38503 w 182436"/>
                <a:gd name="connsiteY0" fmla="*/ 160378 h 190957"/>
                <a:gd name="connsiteX1" fmla="*/ 5792 w 182436"/>
                <a:gd name="connsiteY1" fmla="*/ 182781 h 190957"/>
                <a:gd name="connsiteX2" fmla="*/ 207 w 182436"/>
                <a:gd name="connsiteY2" fmla="*/ 188115 h 190957"/>
                <a:gd name="connsiteX3" fmla="*/ 3665 w 182436"/>
                <a:gd name="connsiteY3" fmla="*/ 191049 h 190957"/>
                <a:gd name="connsiteX4" fmla="*/ 26536 w 182436"/>
                <a:gd name="connsiteY4" fmla="*/ 190249 h 190957"/>
                <a:gd name="connsiteX5" fmla="*/ 53130 w 182436"/>
                <a:gd name="connsiteY5" fmla="*/ 191049 h 190957"/>
                <a:gd name="connsiteX6" fmla="*/ 58183 w 182436"/>
                <a:gd name="connsiteY6" fmla="*/ 185981 h 190957"/>
                <a:gd name="connsiteX7" fmla="*/ 53928 w 182436"/>
                <a:gd name="connsiteY7" fmla="*/ 182781 h 190957"/>
                <a:gd name="connsiteX8" fmla="*/ 41428 w 182436"/>
                <a:gd name="connsiteY8" fmla="*/ 173446 h 190957"/>
                <a:gd name="connsiteX9" fmla="*/ 45152 w 182436"/>
                <a:gd name="connsiteY9" fmla="*/ 163579 h 190957"/>
                <a:gd name="connsiteX10" fmla="*/ 65363 w 182436"/>
                <a:gd name="connsiteY10" fmla="*/ 129441 h 190957"/>
                <a:gd name="connsiteX11" fmla="*/ 132115 w 182436"/>
                <a:gd name="connsiteY11" fmla="*/ 129441 h 190957"/>
                <a:gd name="connsiteX12" fmla="*/ 136370 w 182436"/>
                <a:gd name="connsiteY12" fmla="*/ 173980 h 190957"/>
                <a:gd name="connsiteX13" fmla="*/ 117222 w 182436"/>
                <a:gd name="connsiteY13" fmla="*/ 182781 h 190957"/>
                <a:gd name="connsiteX14" fmla="*/ 110839 w 182436"/>
                <a:gd name="connsiteY14" fmla="*/ 188115 h 190957"/>
                <a:gd name="connsiteX15" fmla="*/ 114563 w 182436"/>
                <a:gd name="connsiteY15" fmla="*/ 191049 h 190957"/>
                <a:gd name="connsiteX16" fmla="*/ 147805 w 182436"/>
                <a:gd name="connsiteY16" fmla="*/ 190249 h 190957"/>
                <a:gd name="connsiteX17" fmla="*/ 177857 w 182436"/>
                <a:gd name="connsiteY17" fmla="*/ 191049 h 190957"/>
                <a:gd name="connsiteX18" fmla="*/ 182644 w 182436"/>
                <a:gd name="connsiteY18" fmla="*/ 185715 h 190957"/>
                <a:gd name="connsiteX19" fmla="*/ 176527 w 182436"/>
                <a:gd name="connsiteY19" fmla="*/ 182781 h 190957"/>
                <a:gd name="connsiteX20" fmla="*/ 159241 w 182436"/>
                <a:gd name="connsiteY20" fmla="*/ 173180 h 190957"/>
                <a:gd name="connsiteX21" fmla="*/ 143018 w 182436"/>
                <a:gd name="connsiteY21" fmla="*/ 6492 h 190957"/>
                <a:gd name="connsiteX22" fmla="*/ 137965 w 182436"/>
                <a:gd name="connsiteY22" fmla="*/ 92 h 190957"/>
                <a:gd name="connsiteX23" fmla="*/ 131051 w 182436"/>
                <a:gd name="connsiteY23" fmla="*/ 4625 h 190957"/>
                <a:gd name="connsiteX24" fmla="*/ 38503 w 182436"/>
                <a:gd name="connsiteY24" fmla="*/ 160378 h 190957"/>
                <a:gd name="connsiteX25" fmla="*/ 70416 w 182436"/>
                <a:gd name="connsiteY25" fmla="*/ 121173 h 190957"/>
                <a:gd name="connsiteX26" fmla="*/ 122807 w 182436"/>
                <a:gd name="connsiteY26" fmla="*/ 33162 h 190957"/>
                <a:gd name="connsiteX27" fmla="*/ 131317 w 182436"/>
                <a:gd name="connsiteY27" fmla="*/ 121173 h 190957"/>
                <a:gd name="connsiteX28" fmla="*/ 70416 w 182436"/>
                <a:gd name="connsiteY28" fmla="*/ 121173 h 190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82436" h="190957">
                  <a:moveTo>
                    <a:pt x="38503" y="160378"/>
                  </a:moveTo>
                  <a:cubicBezTo>
                    <a:pt x="27865" y="178247"/>
                    <a:pt x="17494" y="181981"/>
                    <a:pt x="5792" y="182781"/>
                  </a:cubicBezTo>
                  <a:cubicBezTo>
                    <a:pt x="2601" y="183048"/>
                    <a:pt x="207" y="183048"/>
                    <a:pt x="207" y="188115"/>
                  </a:cubicBezTo>
                  <a:cubicBezTo>
                    <a:pt x="207" y="189715"/>
                    <a:pt x="1537" y="191049"/>
                    <a:pt x="3665" y="191049"/>
                  </a:cubicBezTo>
                  <a:cubicBezTo>
                    <a:pt x="10845" y="191049"/>
                    <a:pt x="19089" y="190249"/>
                    <a:pt x="26536" y="190249"/>
                  </a:cubicBezTo>
                  <a:cubicBezTo>
                    <a:pt x="35312" y="190249"/>
                    <a:pt x="44620" y="191049"/>
                    <a:pt x="53130" y="191049"/>
                  </a:cubicBezTo>
                  <a:cubicBezTo>
                    <a:pt x="54726" y="191049"/>
                    <a:pt x="58183" y="191049"/>
                    <a:pt x="58183" y="185981"/>
                  </a:cubicBezTo>
                  <a:cubicBezTo>
                    <a:pt x="58183" y="183048"/>
                    <a:pt x="55789" y="182781"/>
                    <a:pt x="53928" y="182781"/>
                  </a:cubicBezTo>
                  <a:cubicBezTo>
                    <a:pt x="47811" y="182248"/>
                    <a:pt x="41428" y="180114"/>
                    <a:pt x="41428" y="173446"/>
                  </a:cubicBezTo>
                  <a:cubicBezTo>
                    <a:pt x="41428" y="170246"/>
                    <a:pt x="43024" y="167312"/>
                    <a:pt x="45152" y="163579"/>
                  </a:cubicBezTo>
                  <a:lnTo>
                    <a:pt x="65363" y="129441"/>
                  </a:lnTo>
                  <a:lnTo>
                    <a:pt x="132115" y="129441"/>
                  </a:lnTo>
                  <a:cubicBezTo>
                    <a:pt x="132647" y="135042"/>
                    <a:pt x="136370" y="171313"/>
                    <a:pt x="136370" y="173980"/>
                  </a:cubicBezTo>
                  <a:cubicBezTo>
                    <a:pt x="136370" y="181981"/>
                    <a:pt x="122541" y="182781"/>
                    <a:pt x="117222" y="182781"/>
                  </a:cubicBezTo>
                  <a:cubicBezTo>
                    <a:pt x="113499" y="182781"/>
                    <a:pt x="110839" y="182781"/>
                    <a:pt x="110839" y="188115"/>
                  </a:cubicBezTo>
                  <a:cubicBezTo>
                    <a:pt x="110839" y="191049"/>
                    <a:pt x="114031" y="191049"/>
                    <a:pt x="114563" y="191049"/>
                  </a:cubicBezTo>
                  <a:cubicBezTo>
                    <a:pt x="125466" y="191049"/>
                    <a:pt x="136902" y="190249"/>
                    <a:pt x="147805" y="190249"/>
                  </a:cubicBezTo>
                  <a:cubicBezTo>
                    <a:pt x="154454" y="190249"/>
                    <a:pt x="171208" y="191049"/>
                    <a:pt x="177857" y="191049"/>
                  </a:cubicBezTo>
                  <a:cubicBezTo>
                    <a:pt x="179452" y="191049"/>
                    <a:pt x="182644" y="191049"/>
                    <a:pt x="182644" y="185715"/>
                  </a:cubicBezTo>
                  <a:cubicBezTo>
                    <a:pt x="182644" y="182781"/>
                    <a:pt x="179984" y="182781"/>
                    <a:pt x="176527" y="182781"/>
                  </a:cubicBezTo>
                  <a:cubicBezTo>
                    <a:pt x="160039" y="182781"/>
                    <a:pt x="160039" y="180914"/>
                    <a:pt x="159241" y="173180"/>
                  </a:cubicBezTo>
                  <a:lnTo>
                    <a:pt x="143018" y="6492"/>
                  </a:lnTo>
                  <a:cubicBezTo>
                    <a:pt x="142486" y="1158"/>
                    <a:pt x="142486" y="92"/>
                    <a:pt x="137965" y="92"/>
                  </a:cubicBezTo>
                  <a:cubicBezTo>
                    <a:pt x="133710" y="92"/>
                    <a:pt x="132647" y="1958"/>
                    <a:pt x="131051" y="4625"/>
                  </a:cubicBezTo>
                  <a:lnTo>
                    <a:pt x="38503" y="160378"/>
                  </a:lnTo>
                  <a:close/>
                  <a:moveTo>
                    <a:pt x="70416" y="121173"/>
                  </a:moveTo>
                  <a:lnTo>
                    <a:pt x="122807" y="33162"/>
                  </a:lnTo>
                  <a:lnTo>
                    <a:pt x="131317" y="121173"/>
                  </a:lnTo>
                  <a:lnTo>
                    <a:pt x="70416" y="121173"/>
                  </a:ln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4" name="任意多边形: 形状 83">
              <a:extLst>
                <a:ext uri="{FF2B5EF4-FFF2-40B4-BE49-F238E27FC236}">
                  <a16:creationId xmlns:a16="http://schemas.microsoft.com/office/drawing/2014/main" id="{0A8BD15B-5CFB-4421-ADA2-8E6ED1502F9E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6266205" y="4399587"/>
              <a:ext cx="101323" cy="122415"/>
            </a:xfrm>
            <a:custGeom>
              <a:avLst/>
              <a:gdLst>
                <a:gd name="connsiteX0" fmla="*/ 22290 w 101323"/>
                <a:gd name="connsiteY0" fmla="*/ 61433 h 122415"/>
                <a:gd name="connsiteX1" fmla="*/ 58192 w 101323"/>
                <a:gd name="connsiteY1" fmla="*/ 6759 h 122415"/>
                <a:gd name="connsiteX2" fmla="*/ 86648 w 101323"/>
                <a:gd name="connsiteY2" fmla="*/ 16627 h 122415"/>
                <a:gd name="connsiteX3" fmla="*/ 74149 w 101323"/>
                <a:gd name="connsiteY3" fmla="*/ 28895 h 122415"/>
                <a:gd name="connsiteX4" fmla="*/ 86382 w 101323"/>
                <a:gd name="connsiteY4" fmla="*/ 41163 h 122415"/>
                <a:gd name="connsiteX5" fmla="*/ 98616 w 101323"/>
                <a:gd name="connsiteY5" fmla="*/ 28628 h 122415"/>
                <a:gd name="connsiteX6" fmla="*/ 57927 w 101323"/>
                <a:gd name="connsiteY6" fmla="*/ 92 h 122415"/>
                <a:gd name="connsiteX7" fmla="*/ 217 w 101323"/>
                <a:gd name="connsiteY7" fmla="*/ 61966 h 122415"/>
                <a:gd name="connsiteX8" fmla="*/ 57395 w 101323"/>
                <a:gd name="connsiteY8" fmla="*/ 122507 h 122415"/>
                <a:gd name="connsiteX9" fmla="*/ 101541 w 101323"/>
                <a:gd name="connsiteY9" fmla="*/ 87836 h 122415"/>
                <a:gd name="connsiteX10" fmla="*/ 98084 w 101323"/>
                <a:gd name="connsiteY10" fmla="*/ 85169 h 122415"/>
                <a:gd name="connsiteX11" fmla="*/ 94627 w 101323"/>
                <a:gd name="connsiteY11" fmla="*/ 87836 h 122415"/>
                <a:gd name="connsiteX12" fmla="*/ 59788 w 101323"/>
                <a:gd name="connsiteY12" fmla="*/ 115839 h 122415"/>
                <a:gd name="connsiteX13" fmla="*/ 22290 w 101323"/>
                <a:gd name="connsiteY13" fmla="*/ 61433 h 122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1323" h="122415">
                  <a:moveTo>
                    <a:pt x="22290" y="61433"/>
                  </a:moveTo>
                  <a:cubicBezTo>
                    <a:pt x="22290" y="17961"/>
                    <a:pt x="44098" y="6759"/>
                    <a:pt x="58192" y="6759"/>
                  </a:cubicBezTo>
                  <a:cubicBezTo>
                    <a:pt x="60586" y="6759"/>
                    <a:pt x="77340" y="7026"/>
                    <a:pt x="86648" y="16627"/>
                  </a:cubicBezTo>
                  <a:cubicBezTo>
                    <a:pt x="75745" y="17427"/>
                    <a:pt x="74149" y="25428"/>
                    <a:pt x="74149" y="28895"/>
                  </a:cubicBezTo>
                  <a:cubicBezTo>
                    <a:pt x="74149" y="35829"/>
                    <a:pt x="78936" y="41163"/>
                    <a:pt x="86382" y="41163"/>
                  </a:cubicBezTo>
                  <a:cubicBezTo>
                    <a:pt x="93297" y="41163"/>
                    <a:pt x="98616" y="36629"/>
                    <a:pt x="98616" y="28628"/>
                  </a:cubicBezTo>
                  <a:cubicBezTo>
                    <a:pt x="98616" y="10493"/>
                    <a:pt x="78404" y="92"/>
                    <a:pt x="57927" y="92"/>
                  </a:cubicBezTo>
                  <a:cubicBezTo>
                    <a:pt x="24684" y="92"/>
                    <a:pt x="217" y="28895"/>
                    <a:pt x="217" y="61966"/>
                  </a:cubicBezTo>
                  <a:cubicBezTo>
                    <a:pt x="217" y="96104"/>
                    <a:pt x="26545" y="122507"/>
                    <a:pt x="57395" y="122507"/>
                  </a:cubicBezTo>
                  <a:cubicBezTo>
                    <a:pt x="93031" y="122507"/>
                    <a:pt x="101541" y="90503"/>
                    <a:pt x="101541" y="87836"/>
                  </a:cubicBezTo>
                  <a:cubicBezTo>
                    <a:pt x="101541" y="85169"/>
                    <a:pt x="98882" y="85169"/>
                    <a:pt x="98084" y="85169"/>
                  </a:cubicBezTo>
                  <a:cubicBezTo>
                    <a:pt x="95690" y="85169"/>
                    <a:pt x="95158" y="86236"/>
                    <a:pt x="94627" y="87836"/>
                  </a:cubicBezTo>
                  <a:cubicBezTo>
                    <a:pt x="86914" y="112639"/>
                    <a:pt x="69628" y="115839"/>
                    <a:pt x="59788" y="115839"/>
                  </a:cubicBezTo>
                  <a:cubicBezTo>
                    <a:pt x="45693" y="115839"/>
                    <a:pt x="22290" y="104371"/>
                    <a:pt x="22290" y="61433"/>
                  </a:cubicBez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5" name="任意多边形: 形状 84">
              <a:extLst>
                <a:ext uri="{FF2B5EF4-FFF2-40B4-BE49-F238E27FC236}">
                  <a16:creationId xmlns:a16="http://schemas.microsoft.com/office/drawing/2014/main" id="{335AFCEE-F873-4CC0-B55F-369FB4F1E822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6382806" y="4399587"/>
              <a:ext cx="117812" cy="122415"/>
            </a:xfrm>
            <a:custGeom>
              <a:avLst/>
              <a:gdLst>
                <a:gd name="connsiteX0" fmla="*/ 118034 w 117812"/>
                <a:gd name="connsiteY0" fmla="*/ 62499 h 122415"/>
                <a:gd name="connsiteX1" fmla="*/ 59261 w 117812"/>
                <a:gd name="connsiteY1" fmla="*/ 92 h 122415"/>
                <a:gd name="connsiteX2" fmla="*/ 222 w 117812"/>
                <a:gd name="connsiteY2" fmla="*/ 62499 h 122415"/>
                <a:gd name="connsiteX3" fmla="*/ 58995 w 117812"/>
                <a:gd name="connsiteY3" fmla="*/ 122507 h 122415"/>
                <a:gd name="connsiteX4" fmla="*/ 118034 w 117812"/>
                <a:gd name="connsiteY4" fmla="*/ 62499 h 122415"/>
                <a:gd name="connsiteX5" fmla="*/ 59261 w 117812"/>
                <a:gd name="connsiteY5" fmla="*/ 115839 h 122415"/>
                <a:gd name="connsiteX6" fmla="*/ 28943 w 117812"/>
                <a:gd name="connsiteY6" fmla="*/ 97970 h 122415"/>
                <a:gd name="connsiteX7" fmla="*/ 22295 w 117812"/>
                <a:gd name="connsiteY7" fmla="*/ 60366 h 122415"/>
                <a:gd name="connsiteX8" fmla="*/ 28678 w 117812"/>
                <a:gd name="connsiteY8" fmla="*/ 23828 h 122415"/>
                <a:gd name="connsiteX9" fmla="*/ 58995 w 117812"/>
                <a:gd name="connsiteY9" fmla="*/ 5959 h 122415"/>
                <a:gd name="connsiteX10" fmla="*/ 89046 w 117812"/>
                <a:gd name="connsiteY10" fmla="*/ 23295 h 122415"/>
                <a:gd name="connsiteX11" fmla="*/ 95961 w 117812"/>
                <a:gd name="connsiteY11" fmla="*/ 60366 h 122415"/>
                <a:gd name="connsiteX12" fmla="*/ 90110 w 117812"/>
                <a:gd name="connsiteY12" fmla="*/ 96104 h 122415"/>
                <a:gd name="connsiteX13" fmla="*/ 59261 w 117812"/>
                <a:gd name="connsiteY13" fmla="*/ 115839 h 122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812" h="122415">
                  <a:moveTo>
                    <a:pt x="118034" y="62499"/>
                  </a:moveTo>
                  <a:cubicBezTo>
                    <a:pt x="118034" y="28362"/>
                    <a:pt x="91440" y="92"/>
                    <a:pt x="59261" y="92"/>
                  </a:cubicBezTo>
                  <a:cubicBezTo>
                    <a:pt x="26018" y="92"/>
                    <a:pt x="222" y="29162"/>
                    <a:pt x="222" y="62499"/>
                  </a:cubicBezTo>
                  <a:cubicBezTo>
                    <a:pt x="222" y="96904"/>
                    <a:pt x="27880" y="122507"/>
                    <a:pt x="58995" y="122507"/>
                  </a:cubicBezTo>
                  <a:cubicBezTo>
                    <a:pt x="91174" y="122507"/>
                    <a:pt x="118034" y="96370"/>
                    <a:pt x="118034" y="62499"/>
                  </a:cubicBezTo>
                  <a:close/>
                  <a:moveTo>
                    <a:pt x="59261" y="115839"/>
                  </a:moveTo>
                  <a:cubicBezTo>
                    <a:pt x="47825" y="115839"/>
                    <a:pt x="36124" y="110239"/>
                    <a:pt x="28943" y="97970"/>
                  </a:cubicBezTo>
                  <a:cubicBezTo>
                    <a:pt x="22295" y="86236"/>
                    <a:pt x="22295" y="69967"/>
                    <a:pt x="22295" y="60366"/>
                  </a:cubicBezTo>
                  <a:cubicBezTo>
                    <a:pt x="22295" y="49964"/>
                    <a:pt x="22295" y="35563"/>
                    <a:pt x="28678" y="23828"/>
                  </a:cubicBezTo>
                  <a:cubicBezTo>
                    <a:pt x="35858" y="11560"/>
                    <a:pt x="48357" y="5959"/>
                    <a:pt x="58995" y="5959"/>
                  </a:cubicBezTo>
                  <a:cubicBezTo>
                    <a:pt x="70696" y="5959"/>
                    <a:pt x="82132" y="11826"/>
                    <a:pt x="89046" y="23295"/>
                  </a:cubicBezTo>
                  <a:cubicBezTo>
                    <a:pt x="95961" y="34763"/>
                    <a:pt x="95961" y="50231"/>
                    <a:pt x="95961" y="60366"/>
                  </a:cubicBezTo>
                  <a:cubicBezTo>
                    <a:pt x="95961" y="69967"/>
                    <a:pt x="95961" y="84369"/>
                    <a:pt x="90110" y="96104"/>
                  </a:cubicBezTo>
                  <a:cubicBezTo>
                    <a:pt x="84259" y="108105"/>
                    <a:pt x="72558" y="115839"/>
                    <a:pt x="59261" y="115839"/>
                  </a:cubicBez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6" name="任意多边形: 形状 85">
              <a:extLst>
                <a:ext uri="{FF2B5EF4-FFF2-40B4-BE49-F238E27FC236}">
                  <a16:creationId xmlns:a16="http://schemas.microsoft.com/office/drawing/2014/main" id="{BFFAB697-4F5B-4AC2-A819-97451E9F7EFF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6517108" y="4399587"/>
              <a:ext cx="86963" cy="122415"/>
            </a:xfrm>
            <a:custGeom>
              <a:avLst/>
              <a:gdLst>
                <a:gd name="connsiteX0" fmla="*/ 46767 w 86963"/>
                <a:gd name="connsiteY0" fmla="*/ 67833 h 122415"/>
                <a:gd name="connsiteX1" fmla="*/ 74425 w 86963"/>
                <a:gd name="connsiteY1" fmla="*/ 92370 h 122415"/>
                <a:gd name="connsiteX2" fmla="*/ 44373 w 86963"/>
                <a:gd name="connsiteY2" fmla="*/ 116639 h 122415"/>
                <a:gd name="connsiteX3" fmla="*/ 7407 w 86963"/>
                <a:gd name="connsiteY3" fmla="*/ 78768 h 122415"/>
                <a:gd name="connsiteX4" fmla="*/ 3684 w 86963"/>
                <a:gd name="connsiteY4" fmla="*/ 74234 h 122415"/>
                <a:gd name="connsiteX5" fmla="*/ 227 w 86963"/>
                <a:gd name="connsiteY5" fmla="*/ 80902 h 122415"/>
                <a:gd name="connsiteX6" fmla="*/ 227 w 86963"/>
                <a:gd name="connsiteY6" fmla="*/ 116106 h 122415"/>
                <a:gd name="connsiteX7" fmla="*/ 3152 w 86963"/>
                <a:gd name="connsiteY7" fmla="*/ 122507 h 122415"/>
                <a:gd name="connsiteX8" fmla="*/ 9801 w 86963"/>
                <a:gd name="connsiteY8" fmla="*/ 117173 h 122415"/>
                <a:gd name="connsiteX9" fmla="*/ 15120 w 86963"/>
                <a:gd name="connsiteY9" fmla="*/ 111039 h 122415"/>
                <a:gd name="connsiteX10" fmla="*/ 44373 w 86963"/>
                <a:gd name="connsiteY10" fmla="*/ 122507 h 122415"/>
                <a:gd name="connsiteX11" fmla="*/ 87190 w 86963"/>
                <a:gd name="connsiteY11" fmla="*/ 85436 h 122415"/>
                <a:gd name="connsiteX12" fmla="*/ 76020 w 86963"/>
                <a:gd name="connsiteY12" fmla="*/ 60099 h 122415"/>
                <a:gd name="connsiteX13" fmla="*/ 45703 w 86963"/>
                <a:gd name="connsiteY13" fmla="*/ 47297 h 122415"/>
                <a:gd name="connsiteX14" fmla="*/ 12992 w 86963"/>
                <a:gd name="connsiteY14" fmla="*/ 25428 h 122415"/>
                <a:gd name="connsiteX15" fmla="*/ 42778 w 86963"/>
                <a:gd name="connsiteY15" fmla="*/ 5159 h 122415"/>
                <a:gd name="connsiteX16" fmla="*/ 73893 w 86963"/>
                <a:gd name="connsiteY16" fmla="*/ 37430 h 122415"/>
                <a:gd name="connsiteX17" fmla="*/ 77084 w 86963"/>
                <a:gd name="connsiteY17" fmla="*/ 39830 h 122415"/>
                <a:gd name="connsiteX18" fmla="*/ 80542 w 86963"/>
                <a:gd name="connsiteY18" fmla="*/ 33429 h 122415"/>
                <a:gd name="connsiteX19" fmla="*/ 80542 w 86963"/>
                <a:gd name="connsiteY19" fmla="*/ 6492 h 122415"/>
                <a:gd name="connsiteX20" fmla="*/ 77616 w 86963"/>
                <a:gd name="connsiteY20" fmla="*/ 92 h 122415"/>
                <a:gd name="connsiteX21" fmla="*/ 72297 w 86963"/>
                <a:gd name="connsiteY21" fmla="*/ 3292 h 122415"/>
                <a:gd name="connsiteX22" fmla="*/ 67776 w 86963"/>
                <a:gd name="connsiteY22" fmla="*/ 7559 h 122415"/>
                <a:gd name="connsiteX23" fmla="*/ 42778 w 86963"/>
                <a:gd name="connsiteY23" fmla="*/ 92 h 122415"/>
                <a:gd name="connsiteX24" fmla="*/ 227 w 86963"/>
                <a:gd name="connsiteY24" fmla="*/ 32896 h 122415"/>
                <a:gd name="connsiteX25" fmla="*/ 11662 w 86963"/>
                <a:gd name="connsiteY25" fmla="*/ 55565 h 122415"/>
                <a:gd name="connsiteX26" fmla="*/ 46767 w 86963"/>
                <a:gd name="connsiteY26" fmla="*/ 67833 h 122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6963" h="122415">
                  <a:moveTo>
                    <a:pt x="46767" y="67833"/>
                  </a:moveTo>
                  <a:cubicBezTo>
                    <a:pt x="52618" y="68900"/>
                    <a:pt x="74425" y="73167"/>
                    <a:pt x="74425" y="92370"/>
                  </a:cubicBezTo>
                  <a:cubicBezTo>
                    <a:pt x="74425" y="105971"/>
                    <a:pt x="65117" y="116639"/>
                    <a:pt x="44373" y="116639"/>
                  </a:cubicBezTo>
                  <a:cubicBezTo>
                    <a:pt x="22034" y="116639"/>
                    <a:pt x="12460" y="101438"/>
                    <a:pt x="7407" y="78768"/>
                  </a:cubicBezTo>
                  <a:cubicBezTo>
                    <a:pt x="6610" y="75301"/>
                    <a:pt x="6344" y="74234"/>
                    <a:pt x="3684" y="74234"/>
                  </a:cubicBezTo>
                  <a:cubicBezTo>
                    <a:pt x="227" y="74234"/>
                    <a:pt x="227" y="76101"/>
                    <a:pt x="227" y="80902"/>
                  </a:cubicBezTo>
                  <a:lnTo>
                    <a:pt x="227" y="116106"/>
                  </a:lnTo>
                  <a:cubicBezTo>
                    <a:pt x="227" y="120640"/>
                    <a:pt x="227" y="122507"/>
                    <a:pt x="3152" y="122507"/>
                  </a:cubicBezTo>
                  <a:cubicBezTo>
                    <a:pt x="4482" y="122507"/>
                    <a:pt x="4748" y="122240"/>
                    <a:pt x="9801" y="117173"/>
                  </a:cubicBezTo>
                  <a:cubicBezTo>
                    <a:pt x="10333" y="116639"/>
                    <a:pt x="10333" y="116106"/>
                    <a:pt x="15120" y="111039"/>
                  </a:cubicBezTo>
                  <a:cubicBezTo>
                    <a:pt x="26821" y="122240"/>
                    <a:pt x="38789" y="122507"/>
                    <a:pt x="44373" y="122507"/>
                  </a:cubicBezTo>
                  <a:cubicBezTo>
                    <a:pt x="74957" y="122507"/>
                    <a:pt x="87190" y="104638"/>
                    <a:pt x="87190" y="85436"/>
                  </a:cubicBezTo>
                  <a:cubicBezTo>
                    <a:pt x="87190" y="71300"/>
                    <a:pt x="79212" y="63299"/>
                    <a:pt x="76020" y="60099"/>
                  </a:cubicBezTo>
                  <a:cubicBezTo>
                    <a:pt x="67244" y="51565"/>
                    <a:pt x="56873" y="49431"/>
                    <a:pt x="45703" y="47297"/>
                  </a:cubicBezTo>
                  <a:cubicBezTo>
                    <a:pt x="30810" y="44364"/>
                    <a:pt x="12992" y="40897"/>
                    <a:pt x="12992" y="25428"/>
                  </a:cubicBezTo>
                  <a:cubicBezTo>
                    <a:pt x="12992" y="16094"/>
                    <a:pt x="19907" y="5159"/>
                    <a:pt x="42778" y="5159"/>
                  </a:cubicBezTo>
                  <a:cubicBezTo>
                    <a:pt x="72031" y="5159"/>
                    <a:pt x="73361" y="29162"/>
                    <a:pt x="73893" y="37430"/>
                  </a:cubicBezTo>
                  <a:cubicBezTo>
                    <a:pt x="74159" y="39830"/>
                    <a:pt x="76552" y="39830"/>
                    <a:pt x="77084" y="39830"/>
                  </a:cubicBezTo>
                  <a:cubicBezTo>
                    <a:pt x="80542" y="39830"/>
                    <a:pt x="80542" y="38496"/>
                    <a:pt x="80542" y="33429"/>
                  </a:cubicBezTo>
                  <a:lnTo>
                    <a:pt x="80542" y="6492"/>
                  </a:lnTo>
                  <a:cubicBezTo>
                    <a:pt x="80542" y="1959"/>
                    <a:pt x="80542" y="92"/>
                    <a:pt x="77616" y="92"/>
                  </a:cubicBezTo>
                  <a:cubicBezTo>
                    <a:pt x="76286" y="92"/>
                    <a:pt x="75755" y="92"/>
                    <a:pt x="72297" y="3292"/>
                  </a:cubicBezTo>
                  <a:cubicBezTo>
                    <a:pt x="71499" y="4359"/>
                    <a:pt x="68840" y="6759"/>
                    <a:pt x="67776" y="7559"/>
                  </a:cubicBezTo>
                  <a:cubicBezTo>
                    <a:pt x="57670" y="92"/>
                    <a:pt x="46767" y="92"/>
                    <a:pt x="42778" y="92"/>
                  </a:cubicBezTo>
                  <a:cubicBezTo>
                    <a:pt x="10333" y="92"/>
                    <a:pt x="227" y="17961"/>
                    <a:pt x="227" y="32896"/>
                  </a:cubicBezTo>
                  <a:cubicBezTo>
                    <a:pt x="227" y="42230"/>
                    <a:pt x="4482" y="49698"/>
                    <a:pt x="11662" y="55565"/>
                  </a:cubicBezTo>
                  <a:cubicBezTo>
                    <a:pt x="20173" y="62499"/>
                    <a:pt x="27619" y="64100"/>
                    <a:pt x="46767" y="67833"/>
                  </a:cubicBez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7" name="任意多边形: 形状 86">
              <a:extLst>
                <a:ext uri="{FF2B5EF4-FFF2-40B4-BE49-F238E27FC236}">
                  <a16:creationId xmlns:a16="http://schemas.microsoft.com/office/drawing/2014/main" id="{8CA5999F-283E-4DF3-A084-6E2CED207194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6660745" y="4401188"/>
              <a:ext cx="157703" cy="120815"/>
            </a:xfrm>
            <a:custGeom>
              <a:avLst/>
              <a:gdLst>
                <a:gd name="connsiteX0" fmla="*/ 157937 w 157703"/>
                <a:gd name="connsiteY0" fmla="*/ 18761 h 120815"/>
                <a:gd name="connsiteX1" fmla="*/ 147299 w 157703"/>
                <a:gd name="connsiteY1" fmla="*/ 92 h 120815"/>
                <a:gd name="connsiteX2" fmla="*/ 133204 w 157703"/>
                <a:gd name="connsiteY2" fmla="*/ 12627 h 120815"/>
                <a:gd name="connsiteX3" fmla="*/ 137193 w 157703"/>
                <a:gd name="connsiteY3" fmla="*/ 20628 h 120815"/>
                <a:gd name="connsiteX4" fmla="*/ 146501 w 157703"/>
                <a:gd name="connsiteY4" fmla="*/ 43030 h 120815"/>
                <a:gd name="connsiteX5" fmla="*/ 133204 w 157703"/>
                <a:gd name="connsiteY5" fmla="*/ 81168 h 120815"/>
                <a:gd name="connsiteX6" fmla="*/ 102887 w 157703"/>
                <a:gd name="connsiteY6" fmla="*/ 101704 h 120815"/>
                <a:gd name="connsiteX7" fmla="*/ 77090 w 157703"/>
                <a:gd name="connsiteY7" fmla="*/ 77701 h 120815"/>
                <a:gd name="connsiteX8" fmla="*/ 86132 w 157703"/>
                <a:gd name="connsiteY8" fmla="*/ 46231 h 120815"/>
                <a:gd name="connsiteX9" fmla="*/ 81345 w 157703"/>
                <a:gd name="connsiteY9" fmla="*/ 40363 h 120815"/>
                <a:gd name="connsiteX10" fmla="*/ 74165 w 157703"/>
                <a:gd name="connsiteY10" fmla="*/ 44897 h 120815"/>
                <a:gd name="connsiteX11" fmla="*/ 68048 w 157703"/>
                <a:gd name="connsiteY11" fmla="*/ 77168 h 120815"/>
                <a:gd name="connsiteX12" fmla="*/ 31880 w 157703"/>
                <a:gd name="connsiteY12" fmla="*/ 101704 h 120815"/>
                <a:gd name="connsiteX13" fmla="*/ 8743 w 157703"/>
                <a:gd name="connsiteY13" fmla="*/ 71034 h 120815"/>
                <a:gd name="connsiteX14" fmla="*/ 35869 w 157703"/>
                <a:gd name="connsiteY14" fmla="*/ 6226 h 120815"/>
                <a:gd name="connsiteX15" fmla="*/ 30816 w 157703"/>
                <a:gd name="connsiteY15" fmla="*/ 1158 h 120815"/>
                <a:gd name="connsiteX16" fmla="*/ 23902 w 157703"/>
                <a:gd name="connsiteY16" fmla="*/ 7026 h 120815"/>
                <a:gd name="connsiteX17" fmla="*/ 233 w 157703"/>
                <a:gd name="connsiteY17" fmla="*/ 82769 h 120815"/>
                <a:gd name="connsiteX18" fmla="*/ 28157 w 157703"/>
                <a:gd name="connsiteY18" fmla="*/ 120907 h 120815"/>
                <a:gd name="connsiteX19" fmla="*/ 69112 w 157703"/>
                <a:gd name="connsiteY19" fmla="*/ 92903 h 120815"/>
                <a:gd name="connsiteX20" fmla="*/ 98366 w 157703"/>
                <a:gd name="connsiteY20" fmla="*/ 120907 h 120815"/>
                <a:gd name="connsiteX21" fmla="*/ 141448 w 157703"/>
                <a:gd name="connsiteY21" fmla="*/ 84635 h 120815"/>
                <a:gd name="connsiteX22" fmla="*/ 157937 w 157703"/>
                <a:gd name="connsiteY22" fmla="*/ 18761 h 120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7703" h="120815">
                  <a:moveTo>
                    <a:pt x="157937" y="18761"/>
                  </a:moveTo>
                  <a:cubicBezTo>
                    <a:pt x="157937" y="6759"/>
                    <a:pt x="153150" y="92"/>
                    <a:pt x="147299" y="92"/>
                  </a:cubicBezTo>
                  <a:cubicBezTo>
                    <a:pt x="140384" y="92"/>
                    <a:pt x="133204" y="6492"/>
                    <a:pt x="133204" y="12627"/>
                  </a:cubicBezTo>
                  <a:cubicBezTo>
                    <a:pt x="133204" y="15294"/>
                    <a:pt x="134534" y="18227"/>
                    <a:pt x="137193" y="20628"/>
                  </a:cubicBezTo>
                  <a:cubicBezTo>
                    <a:pt x="141714" y="24628"/>
                    <a:pt x="146501" y="31829"/>
                    <a:pt x="146501" y="43030"/>
                  </a:cubicBezTo>
                  <a:cubicBezTo>
                    <a:pt x="146501" y="53698"/>
                    <a:pt x="141448" y="68900"/>
                    <a:pt x="133204" y="81168"/>
                  </a:cubicBezTo>
                  <a:cubicBezTo>
                    <a:pt x="125226" y="92636"/>
                    <a:pt x="115386" y="101704"/>
                    <a:pt x="102887" y="101704"/>
                  </a:cubicBezTo>
                  <a:cubicBezTo>
                    <a:pt x="87728" y="101704"/>
                    <a:pt x="79484" y="92103"/>
                    <a:pt x="77090" y="77701"/>
                  </a:cubicBezTo>
                  <a:cubicBezTo>
                    <a:pt x="80016" y="70767"/>
                    <a:pt x="86132" y="53698"/>
                    <a:pt x="86132" y="46231"/>
                  </a:cubicBezTo>
                  <a:cubicBezTo>
                    <a:pt x="86132" y="43030"/>
                    <a:pt x="84802" y="40363"/>
                    <a:pt x="81345" y="40363"/>
                  </a:cubicBezTo>
                  <a:cubicBezTo>
                    <a:pt x="79218" y="40363"/>
                    <a:pt x="76292" y="40897"/>
                    <a:pt x="74165" y="44897"/>
                  </a:cubicBezTo>
                  <a:cubicBezTo>
                    <a:pt x="71239" y="50231"/>
                    <a:pt x="68048" y="67567"/>
                    <a:pt x="68048" y="77168"/>
                  </a:cubicBezTo>
                  <a:cubicBezTo>
                    <a:pt x="59272" y="89703"/>
                    <a:pt x="48634" y="101704"/>
                    <a:pt x="31880" y="101704"/>
                  </a:cubicBezTo>
                  <a:cubicBezTo>
                    <a:pt x="14328" y="101704"/>
                    <a:pt x="8743" y="85969"/>
                    <a:pt x="8743" y="71034"/>
                  </a:cubicBezTo>
                  <a:cubicBezTo>
                    <a:pt x="8743" y="37696"/>
                    <a:pt x="35869" y="9693"/>
                    <a:pt x="35869" y="6226"/>
                  </a:cubicBezTo>
                  <a:cubicBezTo>
                    <a:pt x="35869" y="3292"/>
                    <a:pt x="33742" y="1158"/>
                    <a:pt x="30816" y="1158"/>
                  </a:cubicBezTo>
                  <a:cubicBezTo>
                    <a:pt x="27359" y="1158"/>
                    <a:pt x="25497" y="4625"/>
                    <a:pt x="23902" y="7026"/>
                  </a:cubicBezTo>
                  <a:cubicBezTo>
                    <a:pt x="10339" y="26762"/>
                    <a:pt x="233" y="58499"/>
                    <a:pt x="233" y="82769"/>
                  </a:cubicBezTo>
                  <a:cubicBezTo>
                    <a:pt x="233" y="101171"/>
                    <a:pt x="6350" y="120907"/>
                    <a:pt x="28157" y="120907"/>
                  </a:cubicBezTo>
                  <a:cubicBezTo>
                    <a:pt x="47039" y="120907"/>
                    <a:pt x="59538" y="107572"/>
                    <a:pt x="69112" y="92903"/>
                  </a:cubicBezTo>
                  <a:cubicBezTo>
                    <a:pt x="71505" y="108372"/>
                    <a:pt x="81877" y="120907"/>
                    <a:pt x="98366" y="120907"/>
                  </a:cubicBezTo>
                  <a:cubicBezTo>
                    <a:pt x="119109" y="120907"/>
                    <a:pt x="131874" y="104638"/>
                    <a:pt x="141448" y="84635"/>
                  </a:cubicBezTo>
                  <a:cubicBezTo>
                    <a:pt x="147831" y="71567"/>
                    <a:pt x="157937" y="35296"/>
                    <a:pt x="157937" y="18761"/>
                  </a:cubicBez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8" name="任意多边形: 形状 87">
              <a:extLst>
                <a:ext uri="{FF2B5EF4-FFF2-40B4-BE49-F238E27FC236}">
                  <a16:creationId xmlns:a16="http://schemas.microsoft.com/office/drawing/2014/main" id="{3473E3E5-5E91-4499-820E-D2A0905E43F8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6834218" y="4441455"/>
              <a:ext cx="78071" cy="117618"/>
            </a:xfrm>
            <a:custGeom>
              <a:avLst/>
              <a:gdLst>
                <a:gd name="connsiteX0" fmla="*/ 78311 w 78071"/>
                <a:gd name="connsiteY0" fmla="*/ 85473 h 117618"/>
                <a:gd name="connsiteX1" fmla="*/ 72305 w 78071"/>
                <a:gd name="connsiteY1" fmla="*/ 85473 h 117618"/>
                <a:gd name="connsiteX2" fmla="*/ 67713 w 78071"/>
                <a:gd name="connsiteY2" fmla="*/ 101592 h 117618"/>
                <a:gd name="connsiteX3" fmla="*/ 50226 w 78071"/>
                <a:gd name="connsiteY3" fmla="*/ 102655 h 117618"/>
                <a:gd name="connsiteX4" fmla="*/ 17726 w 78071"/>
                <a:gd name="connsiteY4" fmla="*/ 102655 h 117618"/>
                <a:gd name="connsiteX5" fmla="*/ 53053 w 78071"/>
                <a:gd name="connsiteY5" fmla="*/ 72896 h 117618"/>
                <a:gd name="connsiteX6" fmla="*/ 78311 w 78071"/>
                <a:gd name="connsiteY6" fmla="*/ 34635 h 117618"/>
                <a:gd name="connsiteX7" fmla="*/ 36979 w 78071"/>
                <a:gd name="connsiteY7" fmla="*/ 93 h 117618"/>
                <a:gd name="connsiteX8" fmla="*/ 239 w 78071"/>
                <a:gd name="connsiteY8" fmla="*/ 31800 h 117618"/>
                <a:gd name="connsiteX9" fmla="*/ 9601 w 78071"/>
                <a:gd name="connsiteY9" fmla="*/ 41720 h 117618"/>
                <a:gd name="connsiteX10" fmla="*/ 18962 w 78071"/>
                <a:gd name="connsiteY10" fmla="*/ 32332 h 117618"/>
                <a:gd name="connsiteX11" fmla="*/ 8541 w 78071"/>
                <a:gd name="connsiteY11" fmla="*/ 22944 h 117618"/>
                <a:gd name="connsiteX12" fmla="*/ 34330 w 78071"/>
                <a:gd name="connsiteY12" fmla="*/ 6470 h 117618"/>
                <a:gd name="connsiteX13" fmla="*/ 61178 w 78071"/>
                <a:gd name="connsiteY13" fmla="*/ 34635 h 117618"/>
                <a:gd name="connsiteX14" fmla="*/ 44574 w 78071"/>
                <a:gd name="connsiteY14" fmla="*/ 68645 h 117618"/>
                <a:gd name="connsiteX15" fmla="*/ 2006 w 78071"/>
                <a:gd name="connsiteY15" fmla="*/ 110803 h 117618"/>
                <a:gd name="connsiteX16" fmla="*/ 239 w 78071"/>
                <a:gd name="connsiteY16" fmla="*/ 117711 h 117618"/>
                <a:gd name="connsiteX17" fmla="*/ 73012 w 78071"/>
                <a:gd name="connsiteY17" fmla="*/ 117711 h 117618"/>
                <a:gd name="connsiteX18" fmla="*/ 78311 w 78071"/>
                <a:gd name="connsiteY18" fmla="*/ 85473 h 117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8071" h="117618">
                  <a:moveTo>
                    <a:pt x="78311" y="85473"/>
                  </a:moveTo>
                  <a:lnTo>
                    <a:pt x="72305" y="85473"/>
                  </a:lnTo>
                  <a:cubicBezTo>
                    <a:pt x="71776" y="89370"/>
                    <a:pt x="70009" y="99821"/>
                    <a:pt x="67713" y="101592"/>
                  </a:cubicBezTo>
                  <a:cubicBezTo>
                    <a:pt x="66300" y="102655"/>
                    <a:pt x="52699" y="102655"/>
                    <a:pt x="50226" y="102655"/>
                  </a:cubicBezTo>
                  <a:lnTo>
                    <a:pt x="17726" y="102655"/>
                  </a:lnTo>
                  <a:cubicBezTo>
                    <a:pt x="36272" y="86181"/>
                    <a:pt x="42455" y="81221"/>
                    <a:pt x="53053" y="72896"/>
                  </a:cubicBezTo>
                  <a:cubicBezTo>
                    <a:pt x="66123" y="62445"/>
                    <a:pt x="78311" y="51463"/>
                    <a:pt x="78311" y="34635"/>
                  </a:cubicBezTo>
                  <a:cubicBezTo>
                    <a:pt x="78311" y="13201"/>
                    <a:pt x="59588" y="93"/>
                    <a:pt x="36979" y="93"/>
                  </a:cubicBezTo>
                  <a:cubicBezTo>
                    <a:pt x="15077" y="93"/>
                    <a:pt x="239" y="15504"/>
                    <a:pt x="239" y="31800"/>
                  </a:cubicBezTo>
                  <a:cubicBezTo>
                    <a:pt x="239" y="40834"/>
                    <a:pt x="7835" y="41720"/>
                    <a:pt x="9601" y="41720"/>
                  </a:cubicBezTo>
                  <a:cubicBezTo>
                    <a:pt x="13840" y="41720"/>
                    <a:pt x="18962" y="38709"/>
                    <a:pt x="18962" y="32332"/>
                  </a:cubicBezTo>
                  <a:cubicBezTo>
                    <a:pt x="18962" y="29143"/>
                    <a:pt x="17726" y="22944"/>
                    <a:pt x="8541" y="22944"/>
                  </a:cubicBezTo>
                  <a:cubicBezTo>
                    <a:pt x="14017" y="10367"/>
                    <a:pt x="26028" y="6470"/>
                    <a:pt x="34330" y="6470"/>
                  </a:cubicBezTo>
                  <a:cubicBezTo>
                    <a:pt x="51993" y="6470"/>
                    <a:pt x="61178" y="20287"/>
                    <a:pt x="61178" y="34635"/>
                  </a:cubicBezTo>
                  <a:cubicBezTo>
                    <a:pt x="61178" y="50045"/>
                    <a:pt x="50226" y="62268"/>
                    <a:pt x="44574" y="68645"/>
                  </a:cubicBezTo>
                  <a:lnTo>
                    <a:pt x="2006" y="110803"/>
                  </a:lnTo>
                  <a:cubicBezTo>
                    <a:pt x="239" y="112397"/>
                    <a:pt x="239" y="112752"/>
                    <a:pt x="239" y="117711"/>
                  </a:cubicBezTo>
                  <a:lnTo>
                    <a:pt x="73012" y="117711"/>
                  </a:lnTo>
                  <a:lnTo>
                    <a:pt x="78311" y="85473"/>
                  </a:ln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9" name="任意多边形: 形状 88">
              <a:extLst>
                <a:ext uri="{FF2B5EF4-FFF2-40B4-BE49-F238E27FC236}">
                  <a16:creationId xmlns:a16="http://schemas.microsoft.com/office/drawing/2014/main" id="{41EC25B5-5F02-4765-B58C-6FD7A2784A69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6942407" y="4352115"/>
              <a:ext cx="81644" cy="169887"/>
            </a:xfrm>
            <a:custGeom>
              <a:avLst/>
              <a:gdLst>
                <a:gd name="connsiteX0" fmla="*/ 48911 w 81644"/>
                <a:gd name="connsiteY0" fmla="*/ 60366 h 169887"/>
                <a:gd name="connsiteX1" fmla="*/ 73910 w 81644"/>
                <a:gd name="connsiteY1" fmla="*/ 60366 h 169887"/>
                <a:gd name="connsiteX2" fmla="*/ 81888 w 81644"/>
                <a:gd name="connsiteY2" fmla="*/ 55032 h 169887"/>
                <a:gd name="connsiteX3" fmla="*/ 74442 w 81644"/>
                <a:gd name="connsiteY3" fmla="*/ 52098 h 169887"/>
                <a:gd name="connsiteX4" fmla="*/ 51039 w 81644"/>
                <a:gd name="connsiteY4" fmla="*/ 52098 h 169887"/>
                <a:gd name="connsiteX5" fmla="*/ 61942 w 81644"/>
                <a:gd name="connsiteY5" fmla="*/ 7292 h 169887"/>
                <a:gd name="connsiteX6" fmla="*/ 54230 w 81644"/>
                <a:gd name="connsiteY6" fmla="*/ 92 h 169887"/>
                <a:gd name="connsiteX7" fmla="*/ 43592 w 81644"/>
                <a:gd name="connsiteY7" fmla="*/ 9693 h 169887"/>
                <a:gd name="connsiteX8" fmla="*/ 33221 w 81644"/>
                <a:gd name="connsiteY8" fmla="*/ 52098 h 169887"/>
                <a:gd name="connsiteX9" fmla="*/ 8222 w 81644"/>
                <a:gd name="connsiteY9" fmla="*/ 52098 h 169887"/>
                <a:gd name="connsiteX10" fmla="*/ 244 w 81644"/>
                <a:gd name="connsiteY10" fmla="*/ 57165 h 169887"/>
                <a:gd name="connsiteX11" fmla="*/ 7690 w 81644"/>
                <a:gd name="connsiteY11" fmla="*/ 60366 h 169887"/>
                <a:gd name="connsiteX12" fmla="*/ 31093 w 81644"/>
                <a:gd name="connsiteY12" fmla="*/ 60366 h 169887"/>
                <a:gd name="connsiteX13" fmla="*/ 10882 w 81644"/>
                <a:gd name="connsiteY13" fmla="*/ 145443 h 169887"/>
                <a:gd name="connsiteX14" fmla="*/ 35348 w 81644"/>
                <a:gd name="connsiteY14" fmla="*/ 169979 h 169887"/>
                <a:gd name="connsiteX15" fmla="*/ 77633 w 81644"/>
                <a:gd name="connsiteY15" fmla="*/ 128908 h 169887"/>
                <a:gd name="connsiteX16" fmla="*/ 74442 w 81644"/>
                <a:gd name="connsiteY16" fmla="*/ 126241 h 169887"/>
                <a:gd name="connsiteX17" fmla="*/ 70453 w 81644"/>
                <a:gd name="connsiteY17" fmla="*/ 129974 h 169887"/>
                <a:gd name="connsiteX18" fmla="*/ 35880 w 81644"/>
                <a:gd name="connsiteY18" fmla="*/ 164112 h 169887"/>
                <a:gd name="connsiteX19" fmla="*/ 27636 w 81644"/>
                <a:gd name="connsiteY19" fmla="*/ 151844 h 169887"/>
                <a:gd name="connsiteX20" fmla="*/ 29232 w 81644"/>
                <a:gd name="connsiteY20" fmla="*/ 139042 h 169887"/>
                <a:gd name="connsiteX21" fmla="*/ 48911 w 81644"/>
                <a:gd name="connsiteY21" fmla="*/ 60366 h 169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1644" h="169887">
                  <a:moveTo>
                    <a:pt x="48911" y="60366"/>
                  </a:moveTo>
                  <a:lnTo>
                    <a:pt x="73910" y="60366"/>
                  </a:lnTo>
                  <a:cubicBezTo>
                    <a:pt x="79229" y="60366"/>
                    <a:pt x="81888" y="60366"/>
                    <a:pt x="81888" y="55032"/>
                  </a:cubicBezTo>
                  <a:cubicBezTo>
                    <a:pt x="81888" y="52098"/>
                    <a:pt x="79229" y="52098"/>
                    <a:pt x="74442" y="52098"/>
                  </a:cubicBezTo>
                  <a:lnTo>
                    <a:pt x="51039" y="52098"/>
                  </a:lnTo>
                  <a:cubicBezTo>
                    <a:pt x="60613" y="14227"/>
                    <a:pt x="61942" y="8893"/>
                    <a:pt x="61942" y="7292"/>
                  </a:cubicBezTo>
                  <a:cubicBezTo>
                    <a:pt x="61942" y="2759"/>
                    <a:pt x="58751" y="92"/>
                    <a:pt x="54230" y="92"/>
                  </a:cubicBezTo>
                  <a:cubicBezTo>
                    <a:pt x="53432" y="92"/>
                    <a:pt x="45986" y="358"/>
                    <a:pt x="43592" y="9693"/>
                  </a:cubicBezTo>
                  <a:lnTo>
                    <a:pt x="33221" y="52098"/>
                  </a:lnTo>
                  <a:lnTo>
                    <a:pt x="8222" y="52098"/>
                  </a:lnTo>
                  <a:cubicBezTo>
                    <a:pt x="2903" y="52098"/>
                    <a:pt x="244" y="52098"/>
                    <a:pt x="244" y="57165"/>
                  </a:cubicBezTo>
                  <a:cubicBezTo>
                    <a:pt x="244" y="60366"/>
                    <a:pt x="2371" y="60366"/>
                    <a:pt x="7690" y="60366"/>
                  </a:cubicBezTo>
                  <a:lnTo>
                    <a:pt x="31093" y="60366"/>
                  </a:lnTo>
                  <a:cubicBezTo>
                    <a:pt x="11945" y="136109"/>
                    <a:pt x="10882" y="140642"/>
                    <a:pt x="10882" y="145443"/>
                  </a:cubicBezTo>
                  <a:cubicBezTo>
                    <a:pt x="10882" y="159845"/>
                    <a:pt x="20987" y="169979"/>
                    <a:pt x="35348" y="169979"/>
                  </a:cubicBezTo>
                  <a:cubicBezTo>
                    <a:pt x="62474" y="169979"/>
                    <a:pt x="77633" y="131041"/>
                    <a:pt x="77633" y="128908"/>
                  </a:cubicBezTo>
                  <a:cubicBezTo>
                    <a:pt x="77633" y="126241"/>
                    <a:pt x="75506" y="126241"/>
                    <a:pt x="74442" y="126241"/>
                  </a:cubicBezTo>
                  <a:cubicBezTo>
                    <a:pt x="72048" y="126241"/>
                    <a:pt x="71782" y="127041"/>
                    <a:pt x="70453" y="129974"/>
                  </a:cubicBezTo>
                  <a:cubicBezTo>
                    <a:pt x="59017" y="157711"/>
                    <a:pt x="44922" y="164112"/>
                    <a:pt x="35880" y="164112"/>
                  </a:cubicBezTo>
                  <a:cubicBezTo>
                    <a:pt x="30295" y="164112"/>
                    <a:pt x="27636" y="160645"/>
                    <a:pt x="27636" y="151844"/>
                  </a:cubicBezTo>
                  <a:cubicBezTo>
                    <a:pt x="27636" y="145443"/>
                    <a:pt x="28168" y="143576"/>
                    <a:pt x="29232" y="139042"/>
                  </a:cubicBezTo>
                  <a:lnTo>
                    <a:pt x="48911" y="60366"/>
                  </a:ln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0" name="任意多边形: 形状 89">
              <a:extLst>
                <a:ext uri="{FF2B5EF4-FFF2-40B4-BE49-F238E27FC236}">
                  <a16:creationId xmlns:a16="http://schemas.microsoft.com/office/drawing/2014/main" id="{FE6B2A6D-601E-45C0-9933-AC07CF18BE31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7055196" y="4490799"/>
              <a:ext cx="31115" cy="79743"/>
            </a:xfrm>
            <a:custGeom>
              <a:avLst/>
              <a:gdLst>
                <a:gd name="connsiteX0" fmla="*/ 31363 w 31115"/>
                <a:gd name="connsiteY0" fmla="*/ 28095 h 79743"/>
                <a:gd name="connsiteX1" fmla="*/ 14343 w 31115"/>
                <a:gd name="connsiteY1" fmla="*/ 92 h 79743"/>
                <a:gd name="connsiteX2" fmla="*/ 248 w 31115"/>
                <a:gd name="connsiteY2" fmla="*/ 14227 h 79743"/>
                <a:gd name="connsiteX3" fmla="*/ 14343 w 31115"/>
                <a:gd name="connsiteY3" fmla="*/ 28362 h 79743"/>
                <a:gd name="connsiteX4" fmla="*/ 23651 w 31115"/>
                <a:gd name="connsiteY4" fmla="*/ 24895 h 79743"/>
                <a:gd name="connsiteX5" fmla="*/ 24980 w 31115"/>
                <a:gd name="connsiteY5" fmla="*/ 24095 h 79743"/>
                <a:gd name="connsiteX6" fmla="*/ 25512 w 31115"/>
                <a:gd name="connsiteY6" fmla="*/ 28095 h 79743"/>
                <a:gd name="connsiteX7" fmla="*/ 7428 w 31115"/>
                <a:gd name="connsiteY7" fmla="*/ 72634 h 79743"/>
                <a:gd name="connsiteX8" fmla="*/ 4503 w 31115"/>
                <a:gd name="connsiteY8" fmla="*/ 76901 h 79743"/>
                <a:gd name="connsiteX9" fmla="*/ 7162 w 31115"/>
                <a:gd name="connsiteY9" fmla="*/ 79835 h 79743"/>
                <a:gd name="connsiteX10" fmla="*/ 31363 w 31115"/>
                <a:gd name="connsiteY10" fmla="*/ 28095 h 79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115" h="79743">
                  <a:moveTo>
                    <a:pt x="31363" y="28095"/>
                  </a:moveTo>
                  <a:cubicBezTo>
                    <a:pt x="31363" y="10493"/>
                    <a:pt x="24714" y="92"/>
                    <a:pt x="14343" y="92"/>
                  </a:cubicBezTo>
                  <a:cubicBezTo>
                    <a:pt x="5567" y="92"/>
                    <a:pt x="248" y="6759"/>
                    <a:pt x="248" y="14227"/>
                  </a:cubicBezTo>
                  <a:cubicBezTo>
                    <a:pt x="248" y="21428"/>
                    <a:pt x="5567" y="28362"/>
                    <a:pt x="14343" y="28362"/>
                  </a:cubicBezTo>
                  <a:cubicBezTo>
                    <a:pt x="17534" y="28362"/>
                    <a:pt x="20991" y="27295"/>
                    <a:pt x="23651" y="24895"/>
                  </a:cubicBezTo>
                  <a:cubicBezTo>
                    <a:pt x="24448" y="24361"/>
                    <a:pt x="24714" y="24095"/>
                    <a:pt x="24980" y="24095"/>
                  </a:cubicBezTo>
                  <a:cubicBezTo>
                    <a:pt x="25246" y="24095"/>
                    <a:pt x="25512" y="24361"/>
                    <a:pt x="25512" y="28095"/>
                  </a:cubicBezTo>
                  <a:cubicBezTo>
                    <a:pt x="25512" y="47831"/>
                    <a:pt x="16204" y="63833"/>
                    <a:pt x="7428" y="72634"/>
                  </a:cubicBezTo>
                  <a:cubicBezTo>
                    <a:pt x="4503" y="75568"/>
                    <a:pt x="4503" y="76101"/>
                    <a:pt x="4503" y="76901"/>
                  </a:cubicBezTo>
                  <a:cubicBezTo>
                    <a:pt x="4503" y="78768"/>
                    <a:pt x="5832" y="79835"/>
                    <a:pt x="7162" y="79835"/>
                  </a:cubicBezTo>
                  <a:cubicBezTo>
                    <a:pt x="10088" y="79835"/>
                    <a:pt x="31363" y="59299"/>
                    <a:pt x="31363" y="28095"/>
                  </a:cubicBez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1" name="任意多边形: 形状 90">
              <a:extLst>
                <a:ext uri="{FF2B5EF4-FFF2-40B4-BE49-F238E27FC236}">
                  <a16:creationId xmlns:a16="http://schemas.microsoft.com/office/drawing/2014/main" id="{09343A64-4DC5-4CFE-B070-3CBB582D8A90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7373073" y="4300292"/>
              <a:ext cx="239971" cy="244822"/>
            </a:xfrm>
            <a:custGeom>
              <a:avLst/>
              <a:gdLst>
                <a:gd name="connsiteX0" fmla="*/ 83367 w 239971"/>
                <a:gd name="connsiteY0" fmla="*/ 68850 h 244822"/>
                <a:gd name="connsiteX1" fmla="*/ 88562 w 239971"/>
                <a:gd name="connsiteY1" fmla="*/ 34471 h 244822"/>
                <a:gd name="connsiteX2" fmla="*/ 92717 w 239971"/>
                <a:gd name="connsiteY2" fmla="*/ 92 h 244822"/>
                <a:gd name="connsiteX3" fmla="*/ 114533 w 239971"/>
                <a:gd name="connsiteY3" fmla="*/ 9468 h 244822"/>
                <a:gd name="connsiteX4" fmla="*/ 107261 w 239971"/>
                <a:gd name="connsiteY4" fmla="*/ 16760 h 244822"/>
                <a:gd name="connsiteX5" fmla="*/ 97911 w 239971"/>
                <a:gd name="connsiteY5" fmla="*/ 68850 h 244822"/>
                <a:gd name="connsiteX6" fmla="*/ 201795 w 239971"/>
                <a:gd name="connsiteY6" fmla="*/ 68850 h 244822"/>
                <a:gd name="connsiteX7" fmla="*/ 216338 w 239971"/>
                <a:gd name="connsiteY7" fmla="*/ 54265 h 244822"/>
                <a:gd name="connsiteX8" fmla="*/ 236076 w 239971"/>
                <a:gd name="connsiteY8" fmla="*/ 75101 h 244822"/>
                <a:gd name="connsiteX9" fmla="*/ 96872 w 239971"/>
                <a:gd name="connsiteY9" fmla="*/ 75101 h 244822"/>
                <a:gd name="connsiteX10" fmla="*/ 88562 w 239971"/>
                <a:gd name="connsiteY10" fmla="*/ 113647 h 244822"/>
                <a:gd name="connsiteX11" fmla="*/ 177902 w 239971"/>
                <a:gd name="connsiteY11" fmla="*/ 113647 h 244822"/>
                <a:gd name="connsiteX12" fmla="*/ 185173 w 239971"/>
                <a:gd name="connsiteY12" fmla="*/ 102188 h 244822"/>
                <a:gd name="connsiteX13" fmla="*/ 202834 w 239971"/>
                <a:gd name="connsiteY13" fmla="*/ 117815 h 244822"/>
                <a:gd name="connsiteX14" fmla="*/ 193484 w 239971"/>
                <a:gd name="connsiteY14" fmla="*/ 125107 h 244822"/>
                <a:gd name="connsiteX15" fmla="*/ 150892 w 239971"/>
                <a:gd name="connsiteY15" fmla="*/ 186573 h 244822"/>
                <a:gd name="connsiteX16" fmla="*/ 240232 w 239971"/>
                <a:gd name="connsiteY16" fmla="*/ 225120 h 244822"/>
                <a:gd name="connsiteX17" fmla="*/ 240232 w 239971"/>
                <a:gd name="connsiteY17" fmla="*/ 228245 h 244822"/>
                <a:gd name="connsiteX18" fmla="*/ 220494 w 239971"/>
                <a:gd name="connsiteY18" fmla="*/ 242830 h 244822"/>
                <a:gd name="connsiteX19" fmla="*/ 142581 w 239971"/>
                <a:gd name="connsiteY19" fmla="*/ 196991 h 244822"/>
                <a:gd name="connsiteX20" fmla="*/ 39736 w 239971"/>
                <a:gd name="connsiteY20" fmla="*/ 244914 h 244822"/>
                <a:gd name="connsiteX21" fmla="*/ 38698 w 239971"/>
                <a:gd name="connsiteY21" fmla="*/ 241788 h 244822"/>
                <a:gd name="connsiteX22" fmla="*/ 133232 w 239971"/>
                <a:gd name="connsiteY22" fmla="*/ 186573 h 244822"/>
                <a:gd name="connsiteX23" fmla="*/ 96872 w 239971"/>
                <a:gd name="connsiteY23" fmla="*/ 119898 h 244822"/>
                <a:gd name="connsiteX24" fmla="*/ 87523 w 239971"/>
                <a:gd name="connsiteY24" fmla="*/ 119898 h 244822"/>
                <a:gd name="connsiteX25" fmla="*/ 55319 w 239971"/>
                <a:gd name="connsiteY25" fmla="*/ 185531 h 244822"/>
                <a:gd name="connsiteX26" fmla="*/ 2338 w 239971"/>
                <a:gd name="connsiteY26" fmla="*/ 237621 h 244822"/>
                <a:gd name="connsiteX27" fmla="*/ 261 w 239971"/>
                <a:gd name="connsiteY27" fmla="*/ 234496 h 244822"/>
                <a:gd name="connsiteX28" fmla="*/ 32465 w 239971"/>
                <a:gd name="connsiteY28" fmla="*/ 198033 h 244822"/>
                <a:gd name="connsiteX29" fmla="*/ 60513 w 239971"/>
                <a:gd name="connsiteY29" fmla="*/ 149068 h 244822"/>
                <a:gd name="connsiteX30" fmla="*/ 82329 w 239971"/>
                <a:gd name="connsiteY30" fmla="*/ 75101 h 244822"/>
                <a:gd name="connsiteX31" fmla="*/ 34542 w 239971"/>
                <a:gd name="connsiteY31" fmla="*/ 75101 h 244822"/>
                <a:gd name="connsiteX32" fmla="*/ 26231 w 239971"/>
                <a:gd name="connsiteY32" fmla="*/ 84477 h 244822"/>
                <a:gd name="connsiteX33" fmla="*/ 12727 w 239971"/>
                <a:gd name="connsiteY33" fmla="*/ 69892 h 244822"/>
                <a:gd name="connsiteX34" fmla="*/ 21037 w 239971"/>
                <a:gd name="connsiteY34" fmla="*/ 64683 h 244822"/>
                <a:gd name="connsiteX35" fmla="*/ 38698 w 239971"/>
                <a:gd name="connsiteY35" fmla="*/ 13635 h 244822"/>
                <a:gd name="connsiteX36" fmla="*/ 59474 w 239971"/>
                <a:gd name="connsiteY36" fmla="*/ 25095 h 244822"/>
                <a:gd name="connsiteX37" fmla="*/ 51164 w 239971"/>
                <a:gd name="connsiteY37" fmla="*/ 31345 h 244822"/>
                <a:gd name="connsiteX38" fmla="*/ 35581 w 239971"/>
                <a:gd name="connsiteY38" fmla="*/ 68850 h 244822"/>
                <a:gd name="connsiteX39" fmla="*/ 83367 w 239971"/>
                <a:gd name="connsiteY39" fmla="*/ 68850 h 244822"/>
                <a:gd name="connsiteX40" fmla="*/ 102067 w 239971"/>
                <a:gd name="connsiteY40" fmla="*/ 119898 h 244822"/>
                <a:gd name="connsiteX41" fmla="*/ 141542 w 239971"/>
                <a:gd name="connsiteY41" fmla="*/ 177197 h 244822"/>
                <a:gd name="connsiteX42" fmla="*/ 177902 w 239971"/>
                <a:gd name="connsiteY42" fmla="*/ 119898 h 244822"/>
                <a:gd name="connsiteX43" fmla="*/ 102067 w 239971"/>
                <a:gd name="connsiteY43" fmla="*/ 119898 h 244822"/>
                <a:gd name="connsiteX44" fmla="*/ 145698 w 239971"/>
                <a:gd name="connsiteY44" fmla="*/ 5301 h 244822"/>
                <a:gd name="connsiteX45" fmla="*/ 185173 w 239971"/>
                <a:gd name="connsiteY45" fmla="*/ 26137 h 244822"/>
                <a:gd name="connsiteX46" fmla="*/ 194523 w 239971"/>
                <a:gd name="connsiteY46" fmla="*/ 40722 h 244822"/>
                <a:gd name="connsiteX47" fmla="*/ 191406 w 239971"/>
                <a:gd name="connsiteY47" fmla="*/ 50098 h 244822"/>
                <a:gd name="connsiteX48" fmla="*/ 187251 w 239971"/>
                <a:gd name="connsiteY48" fmla="*/ 56349 h 244822"/>
                <a:gd name="connsiteX49" fmla="*/ 178940 w 239971"/>
                <a:gd name="connsiteY49" fmla="*/ 46972 h 244822"/>
                <a:gd name="connsiteX50" fmla="*/ 143620 w 239971"/>
                <a:gd name="connsiteY50" fmla="*/ 8426 h 244822"/>
                <a:gd name="connsiteX51" fmla="*/ 145698 w 239971"/>
                <a:gd name="connsiteY51" fmla="*/ 5301 h 24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39971" h="244822">
                  <a:moveTo>
                    <a:pt x="83367" y="68850"/>
                  </a:moveTo>
                  <a:cubicBezTo>
                    <a:pt x="85445" y="57738"/>
                    <a:pt x="87177" y="46278"/>
                    <a:pt x="88562" y="34471"/>
                  </a:cubicBezTo>
                  <a:cubicBezTo>
                    <a:pt x="90639" y="21969"/>
                    <a:pt x="92024" y="10510"/>
                    <a:pt x="92717" y="92"/>
                  </a:cubicBezTo>
                  <a:lnTo>
                    <a:pt x="114533" y="9468"/>
                  </a:lnTo>
                  <a:lnTo>
                    <a:pt x="107261" y="16760"/>
                  </a:lnTo>
                  <a:cubicBezTo>
                    <a:pt x="102413" y="44542"/>
                    <a:pt x="99296" y="61905"/>
                    <a:pt x="97911" y="68850"/>
                  </a:cubicBezTo>
                  <a:lnTo>
                    <a:pt x="201795" y="68850"/>
                  </a:lnTo>
                  <a:lnTo>
                    <a:pt x="216338" y="54265"/>
                  </a:lnTo>
                  <a:lnTo>
                    <a:pt x="236076" y="75101"/>
                  </a:lnTo>
                  <a:lnTo>
                    <a:pt x="96872" y="75101"/>
                  </a:lnTo>
                  <a:cubicBezTo>
                    <a:pt x="94795" y="88297"/>
                    <a:pt x="92024" y="101146"/>
                    <a:pt x="88562" y="113647"/>
                  </a:cubicBezTo>
                  <a:lnTo>
                    <a:pt x="177902" y="113647"/>
                  </a:lnTo>
                  <a:lnTo>
                    <a:pt x="185173" y="102188"/>
                  </a:lnTo>
                  <a:lnTo>
                    <a:pt x="202834" y="117815"/>
                  </a:lnTo>
                  <a:lnTo>
                    <a:pt x="193484" y="125107"/>
                  </a:lnTo>
                  <a:cubicBezTo>
                    <a:pt x="181018" y="148027"/>
                    <a:pt x="166821" y="168515"/>
                    <a:pt x="150892" y="186573"/>
                  </a:cubicBezTo>
                  <a:cubicBezTo>
                    <a:pt x="173746" y="205325"/>
                    <a:pt x="203526" y="218174"/>
                    <a:pt x="240232" y="225120"/>
                  </a:cubicBezTo>
                  <a:lnTo>
                    <a:pt x="240232" y="228245"/>
                  </a:lnTo>
                  <a:cubicBezTo>
                    <a:pt x="229843" y="230329"/>
                    <a:pt x="223264" y="235190"/>
                    <a:pt x="220494" y="242830"/>
                  </a:cubicBezTo>
                  <a:cubicBezTo>
                    <a:pt x="187944" y="231023"/>
                    <a:pt x="161973" y="215743"/>
                    <a:pt x="142581" y="196991"/>
                  </a:cubicBezTo>
                  <a:cubicBezTo>
                    <a:pt x="115571" y="219911"/>
                    <a:pt x="81290" y="235885"/>
                    <a:pt x="39736" y="244914"/>
                  </a:cubicBezTo>
                  <a:lnTo>
                    <a:pt x="38698" y="241788"/>
                  </a:lnTo>
                  <a:cubicBezTo>
                    <a:pt x="81636" y="227203"/>
                    <a:pt x="113147" y="208798"/>
                    <a:pt x="133232" y="186573"/>
                  </a:cubicBezTo>
                  <a:cubicBezTo>
                    <a:pt x="117995" y="166432"/>
                    <a:pt x="105876" y="144207"/>
                    <a:pt x="96872" y="119898"/>
                  </a:cubicBezTo>
                  <a:lnTo>
                    <a:pt x="87523" y="119898"/>
                  </a:lnTo>
                  <a:cubicBezTo>
                    <a:pt x="79905" y="142818"/>
                    <a:pt x="69170" y="164695"/>
                    <a:pt x="55319" y="185531"/>
                  </a:cubicBezTo>
                  <a:cubicBezTo>
                    <a:pt x="42160" y="205673"/>
                    <a:pt x="24500" y="223036"/>
                    <a:pt x="2338" y="237621"/>
                  </a:cubicBezTo>
                  <a:lnTo>
                    <a:pt x="261" y="234496"/>
                  </a:lnTo>
                  <a:cubicBezTo>
                    <a:pt x="11342" y="224772"/>
                    <a:pt x="22076" y="212618"/>
                    <a:pt x="32465" y="198033"/>
                  </a:cubicBezTo>
                  <a:cubicBezTo>
                    <a:pt x="43545" y="183448"/>
                    <a:pt x="52895" y="167126"/>
                    <a:pt x="60513" y="149068"/>
                  </a:cubicBezTo>
                  <a:cubicBezTo>
                    <a:pt x="68824" y="130316"/>
                    <a:pt x="76096" y="105660"/>
                    <a:pt x="82329" y="75101"/>
                  </a:cubicBezTo>
                  <a:lnTo>
                    <a:pt x="34542" y="75101"/>
                  </a:lnTo>
                  <a:lnTo>
                    <a:pt x="26231" y="84477"/>
                  </a:lnTo>
                  <a:lnTo>
                    <a:pt x="12727" y="69892"/>
                  </a:lnTo>
                  <a:lnTo>
                    <a:pt x="21037" y="64683"/>
                  </a:lnTo>
                  <a:cubicBezTo>
                    <a:pt x="30733" y="42458"/>
                    <a:pt x="36620" y="25442"/>
                    <a:pt x="38698" y="13635"/>
                  </a:cubicBezTo>
                  <a:lnTo>
                    <a:pt x="59474" y="25095"/>
                  </a:lnTo>
                  <a:lnTo>
                    <a:pt x="51164" y="31345"/>
                  </a:lnTo>
                  <a:cubicBezTo>
                    <a:pt x="44238" y="48709"/>
                    <a:pt x="39044" y="61210"/>
                    <a:pt x="35581" y="68850"/>
                  </a:cubicBezTo>
                  <a:lnTo>
                    <a:pt x="83367" y="68850"/>
                  </a:lnTo>
                  <a:close/>
                  <a:moveTo>
                    <a:pt x="102067" y="119898"/>
                  </a:moveTo>
                  <a:cubicBezTo>
                    <a:pt x="113147" y="142123"/>
                    <a:pt x="126306" y="161223"/>
                    <a:pt x="141542" y="177197"/>
                  </a:cubicBezTo>
                  <a:cubicBezTo>
                    <a:pt x="154701" y="161917"/>
                    <a:pt x="166821" y="142818"/>
                    <a:pt x="177902" y="119898"/>
                  </a:cubicBezTo>
                  <a:lnTo>
                    <a:pt x="102067" y="119898"/>
                  </a:lnTo>
                  <a:close/>
                  <a:moveTo>
                    <a:pt x="145698" y="5301"/>
                  </a:moveTo>
                  <a:cubicBezTo>
                    <a:pt x="165782" y="13635"/>
                    <a:pt x="178940" y="20580"/>
                    <a:pt x="185173" y="26137"/>
                  </a:cubicBezTo>
                  <a:cubicBezTo>
                    <a:pt x="191406" y="30998"/>
                    <a:pt x="194523" y="35860"/>
                    <a:pt x="194523" y="40722"/>
                  </a:cubicBezTo>
                  <a:cubicBezTo>
                    <a:pt x="194523" y="42805"/>
                    <a:pt x="193484" y="45931"/>
                    <a:pt x="191406" y="50098"/>
                  </a:cubicBezTo>
                  <a:cubicBezTo>
                    <a:pt x="190021" y="54265"/>
                    <a:pt x="188636" y="56349"/>
                    <a:pt x="187251" y="56349"/>
                  </a:cubicBezTo>
                  <a:cubicBezTo>
                    <a:pt x="185173" y="56349"/>
                    <a:pt x="182403" y="53223"/>
                    <a:pt x="178940" y="46972"/>
                  </a:cubicBezTo>
                  <a:cubicBezTo>
                    <a:pt x="172707" y="36554"/>
                    <a:pt x="160934" y="23706"/>
                    <a:pt x="143620" y="8426"/>
                  </a:cubicBezTo>
                  <a:lnTo>
                    <a:pt x="145698" y="5301"/>
                  </a:ln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2" name="任意多边形: 形状 91">
              <a:extLst>
                <a:ext uri="{FF2B5EF4-FFF2-40B4-BE49-F238E27FC236}">
                  <a16:creationId xmlns:a16="http://schemas.microsoft.com/office/drawing/2014/main" id="{43800046-DF34-481E-B536-ECC364D88FA2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7632782" y="4304459"/>
              <a:ext cx="246204" cy="229195"/>
            </a:xfrm>
            <a:custGeom>
              <a:avLst/>
              <a:gdLst>
                <a:gd name="connsiteX0" fmla="*/ 104155 w 246204"/>
                <a:gd name="connsiteY0" fmla="*/ 5301 h 229195"/>
                <a:gd name="connsiteX1" fmla="*/ 107271 w 246204"/>
                <a:gd name="connsiteY1" fmla="*/ 3217 h 229195"/>
                <a:gd name="connsiteX2" fmla="*/ 130126 w 246204"/>
                <a:gd name="connsiteY2" fmla="*/ 21969 h 229195"/>
                <a:gd name="connsiteX3" fmla="*/ 138436 w 246204"/>
                <a:gd name="connsiteY3" fmla="*/ 36554 h 229195"/>
                <a:gd name="connsiteX4" fmla="*/ 134281 w 246204"/>
                <a:gd name="connsiteY4" fmla="*/ 46972 h 229195"/>
                <a:gd name="connsiteX5" fmla="*/ 128048 w 246204"/>
                <a:gd name="connsiteY5" fmla="*/ 50098 h 229195"/>
                <a:gd name="connsiteX6" fmla="*/ 121815 w 246204"/>
                <a:gd name="connsiteY6" fmla="*/ 39680 h 229195"/>
                <a:gd name="connsiteX7" fmla="*/ 104155 w 246204"/>
                <a:gd name="connsiteY7" fmla="*/ 5301 h 229195"/>
                <a:gd name="connsiteX8" fmla="*/ 183106 w 246204"/>
                <a:gd name="connsiteY8" fmla="*/ 92 h 229195"/>
                <a:gd name="connsiteX9" fmla="*/ 205961 w 246204"/>
                <a:gd name="connsiteY9" fmla="*/ 14677 h 229195"/>
                <a:gd name="connsiteX10" fmla="*/ 196611 w 246204"/>
                <a:gd name="connsiteY10" fmla="*/ 17802 h 229195"/>
                <a:gd name="connsiteX11" fmla="*/ 168563 w 246204"/>
                <a:gd name="connsiteY11" fmla="*/ 58432 h 229195"/>
                <a:gd name="connsiteX12" fmla="*/ 198689 w 246204"/>
                <a:gd name="connsiteY12" fmla="*/ 58432 h 229195"/>
                <a:gd name="connsiteX13" fmla="*/ 213232 w 246204"/>
                <a:gd name="connsiteY13" fmla="*/ 46972 h 229195"/>
                <a:gd name="connsiteX14" fmla="*/ 231932 w 246204"/>
                <a:gd name="connsiteY14" fmla="*/ 64683 h 229195"/>
                <a:gd name="connsiteX15" fmla="*/ 161291 w 246204"/>
                <a:gd name="connsiteY15" fmla="*/ 64683 h 229195"/>
                <a:gd name="connsiteX16" fmla="*/ 159213 w 246204"/>
                <a:gd name="connsiteY16" fmla="*/ 104271 h 229195"/>
                <a:gd name="connsiteX17" fmla="*/ 208038 w 246204"/>
                <a:gd name="connsiteY17" fmla="*/ 104271 h 229195"/>
                <a:gd name="connsiteX18" fmla="*/ 222582 w 246204"/>
                <a:gd name="connsiteY18" fmla="*/ 89686 h 229195"/>
                <a:gd name="connsiteX19" fmla="*/ 242320 w 246204"/>
                <a:gd name="connsiteY19" fmla="*/ 110522 h 229195"/>
                <a:gd name="connsiteX20" fmla="*/ 158174 w 246204"/>
                <a:gd name="connsiteY20" fmla="*/ 110522 h 229195"/>
                <a:gd name="connsiteX21" fmla="*/ 154019 w 246204"/>
                <a:gd name="connsiteY21" fmla="*/ 133442 h 229195"/>
                <a:gd name="connsiteX22" fmla="*/ 200766 w 246204"/>
                <a:gd name="connsiteY22" fmla="*/ 157403 h 229195"/>
                <a:gd name="connsiteX23" fmla="*/ 218427 w 246204"/>
                <a:gd name="connsiteY23" fmla="*/ 177197 h 229195"/>
                <a:gd name="connsiteX24" fmla="*/ 217388 w 246204"/>
                <a:gd name="connsiteY24" fmla="*/ 191782 h 229195"/>
                <a:gd name="connsiteX25" fmla="*/ 213232 w 246204"/>
                <a:gd name="connsiteY25" fmla="*/ 195949 h 229195"/>
                <a:gd name="connsiteX26" fmla="*/ 204922 w 246204"/>
                <a:gd name="connsiteY26" fmla="*/ 187615 h 229195"/>
                <a:gd name="connsiteX27" fmla="*/ 183106 w 246204"/>
                <a:gd name="connsiteY27" fmla="*/ 162612 h 229195"/>
                <a:gd name="connsiteX28" fmla="*/ 151941 w 246204"/>
                <a:gd name="connsiteY28" fmla="*/ 138650 h 229195"/>
                <a:gd name="connsiteX29" fmla="*/ 82339 w 246204"/>
                <a:gd name="connsiteY29" fmla="*/ 198033 h 229195"/>
                <a:gd name="connsiteX30" fmla="*/ 80261 w 246204"/>
                <a:gd name="connsiteY30" fmla="*/ 194908 h 229195"/>
                <a:gd name="connsiteX31" fmla="*/ 143630 w 246204"/>
                <a:gd name="connsiteY31" fmla="*/ 110522 h 229195"/>
                <a:gd name="connsiteX32" fmla="*/ 103116 w 246204"/>
                <a:gd name="connsiteY32" fmla="*/ 110522 h 229195"/>
                <a:gd name="connsiteX33" fmla="*/ 83378 w 246204"/>
                <a:gd name="connsiteY33" fmla="*/ 113647 h 229195"/>
                <a:gd name="connsiteX34" fmla="*/ 74028 w 246204"/>
                <a:gd name="connsiteY34" fmla="*/ 104271 h 229195"/>
                <a:gd name="connsiteX35" fmla="*/ 144669 w 246204"/>
                <a:gd name="connsiteY35" fmla="*/ 104271 h 229195"/>
                <a:gd name="connsiteX36" fmla="*/ 146747 w 246204"/>
                <a:gd name="connsiteY36" fmla="*/ 64683 h 229195"/>
                <a:gd name="connsiteX37" fmla="*/ 117660 w 246204"/>
                <a:gd name="connsiteY37" fmla="*/ 64683 h 229195"/>
                <a:gd name="connsiteX38" fmla="*/ 97922 w 246204"/>
                <a:gd name="connsiteY38" fmla="*/ 67808 h 229195"/>
                <a:gd name="connsiteX39" fmla="*/ 88572 w 246204"/>
                <a:gd name="connsiteY39" fmla="*/ 58432 h 229195"/>
                <a:gd name="connsiteX40" fmla="*/ 162330 w 246204"/>
                <a:gd name="connsiteY40" fmla="*/ 58432 h 229195"/>
                <a:gd name="connsiteX41" fmla="*/ 183106 w 246204"/>
                <a:gd name="connsiteY41" fmla="*/ 92 h 229195"/>
                <a:gd name="connsiteX42" fmla="*/ 56368 w 246204"/>
                <a:gd name="connsiteY42" fmla="*/ 180322 h 229195"/>
                <a:gd name="connsiteX43" fmla="*/ 139475 w 246204"/>
                <a:gd name="connsiteY43" fmla="*/ 213660 h 229195"/>
                <a:gd name="connsiteX44" fmla="*/ 246475 w 246204"/>
                <a:gd name="connsiteY44" fmla="*/ 207409 h 229195"/>
                <a:gd name="connsiteX45" fmla="*/ 246475 w 246204"/>
                <a:gd name="connsiteY45" fmla="*/ 211576 h 229195"/>
                <a:gd name="connsiteX46" fmla="*/ 225698 w 246204"/>
                <a:gd name="connsiteY46" fmla="*/ 229287 h 229195"/>
                <a:gd name="connsiteX47" fmla="*/ 145708 w 246204"/>
                <a:gd name="connsiteY47" fmla="*/ 227203 h 229195"/>
                <a:gd name="connsiteX48" fmla="*/ 98960 w 246204"/>
                <a:gd name="connsiteY48" fmla="*/ 219911 h 229195"/>
                <a:gd name="connsiteX49" fmla="*/ 67795 w 246204"/>
                <a:gd name="connsiteY49" fmla="*/ 201158 h 229195"/>
                <a:gd name="connsiteX50" fmla="*/ 49096 w 246204"/>
                <a:gd name="connsiteY50" fmla="*/ 188657 h 229195"/>
                <a:gd name="connsiteX51" fmla="*/ 32475 w 246204"/>
                <a:gd name="connsiteY51" fmla="*/ 201158 h 229195"/>
                <a:gd name="connsiteX52" fmla="*/ 16892 w 246204"/>
                <a:gd name="connsiteY52" fmla="*/ 220952 h 229195"/>
                <a:gd name="connsiteX53" fmla="*/ 1310 w 246204"/>
                <a:gd name="connsiteY53" fmla="*/ 208451 h 229195"/>
                <a:gd name="connsiteX54" fmla="*/ 42863 w 246204"/>
                <a:gd name="connsiteY54" fmla="*/ 181364 h 229195"/>
                <a:gd name="connsiteX55" fmla="*/ 42863 w 246204"/>
                <a:gd name="connsiteY55" fmla="*/ 95937 h 229195"/>
                <a:gd name="connsiteX56" fmla="*/ 29358 w 246204"/>
                <a:gd name="connsiteY56" fmla="*/ 95937 h 229195"/>
                <a:gd name="connsiteX57" fmla="*/ 9621 w 246204"/>
                <a:gd name="connsiteY57" fmla="*/ 99062 h 229195"/>
                <a:gd name="connsiteX58" fmla="*/ 271 w 246204"/>
                <a:gd name="connsiteY58" fmla="*/ 89686 h 229195"/>
                <a:gd name="connsiteX59" fmla="*/ 40786 w 246204"/>
                <a:gd name="connsiteY59" fmla="*/ 89686 h 229195"/>
                <a:gd name="connsiteX60" fmla="*/ 48058 w 246204"/>
                <a:gd name="connsiteY60" fmla="*/ 79268 h 229195"/>
                <a:gd name="connsiteX61" fmla="*/ 64679 w 246204"/>
                <a:gd name="connsiteY61" fmla="*/ 90728 h 229195"/>
                <a:gd name="connsiteX62" fmla="*/ 56368 w 246204"/>
                <a:gd name="connsiteY62" fmla="*/ 98020 h 229195"/>
                <a:gd name="connsiteX63" fmla="*/ 56368 w 246204"/>
                <a:gd name="connsiteY63" fmla="*/ 180322 h 229195"/>
                <a:gd name="connsiteX64" fmla="*/ 26242 w 246204"/>
                <a:gd name="connsiteY64" fmla="*/ 9468 h 229195"/>
                <a:gd name="connsiteX65" fmla="*/ 29358 w 246204"/>
                <a:gd name="connsiteY65" fmla="*/ 7384 h 229195"/>
                <a:gd name="connsiteX66" fmla="*/ 55329 w 246204"/>
                <a:gd name="connsiteY66" fmla="*/ 27178 h 229195"/>
                <a:gd name="connsiteX67" fmla="*/ 61562 w 246204"/>
                <a:gd name="connsiteY67" fmla="*/ 40722 h 229195"/>
                <a:gd name="connsiteX68" fmla="*/ 55329 w 246204"/>
                <a:gd name="connsiteY68" fmla="*/ 51140 h 229195"/>
                <a:gd name="connsiteX69" fmla="*/ 50135 w 246204"/>
                <a:gd name="connsiteY69" fmla="*/ 55307 h 229195"/>
                <a:gd name="connsiteX70" fmla="*/ 42863 w 246204"/>
                <a:gd name="connsiteY70" fmla="*/ 42805 h 229195"/>
                <a:gd name="connsiteX71" fmla="*/ 26242 w 246204"/>
                <a:gd name="connsiteY71" fmla="*/ 9468 h 229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46204" h="229195">
                  <a:moveTo>
                    <a:pt x="104155" y="5301"/>
                  </a:moveTo>
                  <a:lnTo>
                    <a:pt x="107271" y="3217"/>
                  </a:lnTo>
                  <a:cubicBezTo>
                    <a:pt x="116967" y="10162"/>
                    <a:pt x="124585" y="16413"/>
                    <a:pt x="130126" y="21969"/>
                  </a:cubicBezTo>
                  <a:cubicBezTo>
                    <a:pt x="136359" y="26831"/>
                    <a:pt x="139129" y="31693"/>
                    <a:pt x="138436" y="36554"/>
                  </a:cubicBezTo>
                  <a:cubicBezTo>
                    <a:pt x="138436" y="40722"/>
                    <a:pt x="137051" y="44194"/>
                    <a:pt x="134281" y="46972"/>
                  </a:cubicBezTo>
                  <a:cubicBezTo>
                    <a:pt x="131511" y="49056"/>
                    <a:pt x="129433" y="50098"/>
                    <a:pt x="128048" y="50098"/>
                  </a:cubicBezTo>
                  <a:cubicBezTo>
                    <a:pt x="125278" y="50098"/>
                    <a:pt x="123200" y="46625"/>
                    <a:pt x="121815" y="39680"/>
                  </a:cubicBezTo>
                  <a:cubicBezTo>
                    <a:pt x="119737" y="30651"/>
                    <a:pt x="113850" y="19191"/>
                    <a:pt x="104155" y="5301"/>
                  </a:cubicBezTo>
                  <a:close/>
                  <a:moveTo>
                    <a:pt x="183106" y="92"/>
                  </a:moveTo>
                  <a:lnTo>
                    <a:pt x="205961" y="14677"/>
                  </a:lnTo>
                  <a:lnTo>
                    <a:pt x="196611" y="17802"/>
                  </a:lnTo>
                  <a:cubicBezTo>
                    <a:pt x="186223" y="32387"/>
                    <a:pt x="176873" y="45931"/>
                    <a:pt x="168563" y="58432"/>
                  </a:cubicBezTo>
                  <a:lnTo>
                    <a:pt x="198689" y="58432"/>
                  </a:lnTo>
                  <a:lnTo>
                    <a:pt x="213232" y="46972"/>
                  </a:lnTo>
                  <a:lnTo>
                    <a:pt x="231932" y="64683"/>
                  </a:lnTo>
                  <a:lnTo>
                    <a:pt x="161291" y="64683"/>
                  </a:lnTo>
                  <a:cubicBezTo>
                    <a:pt x="161291" y="72323"/>
                    <a:pt x="160598" y="85519"/>
                    <a:pt x="159213" y="104271"/>
                  </a:cubicBezTo>
                  <a:lnTo>
                    <a:pt x="208038" y="104271"/>
                  </a:lnTo>
                  <a:lnTo>
                    <a:pt x="222582" y="89686"/>
                  </a:lnTo>
                  <a:lnTo>
                    <a:pt x="242320" y="110522"/>
                  </a:lnTo>
                  <a:lnTo>
                    <a:pt x="158174" y="110522"/>
                  </a:lnTo>
                  <a:cubicBezTo>
                    <a:pt x="157482" y="115384"/>
                    <a:pt x="156096" y="123024"/>
                    <a:pt x="154019" y="133442"/>
                  </a:cubicBezTo>
                  <a:cubicBezTo>
                    <a:pt x="174103" y="142470"/>
                    <a:pt x="189686" y="150458"/>
                    <a:pt x="200766" y="157403"/>
                  </a:cubicBezTo>
                  <a:cubicBezTo>
                    <a:pt x="211847" y="163654"/>
                    <a:pt x="217734" y="170252"/>
                    <a:pt x="218427" y="177197"/>
                  </a:cubicBezTo>
                  <a:cubicBezTo>
                    <a:pt x="219812" y="183448"/>
                    <a:pt x="219465" y="188309"/>
                    <a:pt x="217388" y="191782"/>
                  </a:cubicBezTo>
                  <a:cubicBezTo>
                    <a:pt x="215310" y="194560"/>
                    <a:pt x="213925" y="195949"/>
                    <a:pt x="213232" y="195949"/>
                  </a:cubicBezTo>
                  <a:cubicBezTo>
                    <a:pt x="211155" y="195949"/>
                    <a:pt x="208385" y="193171"/>
                    <a:pt x="204922" y="187615"/>
                  </a:cubicBezTo>
                  <a:cubicBezTo>
                    <a:pt x="200074" y="179281"/>
                    <a:pt x="192802" y="170946"/>
                    <a:pt x="183106" y="162612"/>
                  </a:cubicBezTo>
                  <a:cubicBezTo>
                    <a:pt x="173410" y="153583"/>
                    <a:pt x="163022" y="145596"/>
                    <a:pt x="151941" y="138650"/>
                  </a:cubicBezTo>
                  <a:cubicBezTo>
                    <a:pt x="138783" y="165043"/>
                    <a:pt x="115582" y="184837"/>
                    <a:pt x="82339" y="198033"/>
                  </a:cubicBezTo>
                  <a:lnTo>
                    <a:pt x="80261" y="194908"/>
                  </a:lnTo>
                  <a:cubicBezTo>
                    <a:pt x="118352" y="172683"/>
                    <a:pt x="139475" y="144554"/>
                    <a:pt x="143630" y="110522"/>
                  </a:cubicBezTo>
                  <a:lnTo>
                    <a:pt x="103116" y="110522"/>
                  </a:lnTo>
                  <a:cubicBezTo>
                    <a:pt x="97575" y="110522"/>
                    <a:pt x="90996" y="111564"/>
                    <a:pt x="83378" y="113647"/>
                  </a:cubicBezTo>
                  <a:lnTo>
                    <a:pt x="74028" y="104271"/>
                  </a:lnTo>
                  <a:lnTo>
                    <a:pt x="144669" y="104271"/>
                  </a:lnTo>
                  <a:cubicBezTo>
                    <a:pt x="146054" y="86213"/>
                    <a:pt x="146747" y="73017"/>
                    <a:pt x="146747" y="64683"/>
                  </a:cubicBezTo>
                  <a:lnTo>
                    <a:pt x="117660" y="64683"/>
                  </a:lnTo>
                  <a:cubicBezTo>
                    <a:pt x="112119" y="64683"/>
                    <a:pt x="105540" y="65725"/>
                    <a:pt x="97922" y="67808"/>
                  </a:cubicBezTo>
                  <a:lnTo>
                    <a:pt x="88572" y="58432"/>
                  </a:lnTo>
                  <a:lnTo>
                    <a:pt x="162330" y="58432"/>
                  </a:lnTo>
                  <a:cubicBezTo>
                    <a:pt x="171333" y="38985"/>
                    <a:pt x="178258" y="19538"/>
                    <a:pt x="183106" y="92"/>
                  </a:cubicBezTo>
                  <a:close/>
                  <a:moveTo>
                    <a:pt x="56368" y="180322"/>
                  </a:moveTo>
                  <a:cubicBezTo>
                    <a:pt x="77145" y="201853"/>
                    <a:pt x="104847" y="212965"/>
                    <a:pt x="139475" y="213660"/>
                  </a:cubicBezTo>
                  <a:cubicBezTo>
                    <a:pt x="174103" y="214354"/>
                    <a:pt x="209770" y="212271"/>
                    <a:pt x="246475" y="207409"/>
                  </a:cubicBezTo>
                  <a:lnTo>
                    <a:pt x="246475" y="211576"/>
                  </a:lnTo>
                  <a:cubicBezTo>
                    <a:pt x="232624" y="215743"/>
                    <a:pt x="225698" y="221647"/>
                    <a:pt x="225698" y="229287"/>
                  </a:cubicBezTo>
                  <a:cubicBezTo>
                    <a:pt x="192456" y="229287"/>
                    <a:pt x="165792" y="228592"/>
                    <a:pt x="145708" y="227203"/>
                  </a:cubicBezTo>
                  <a:cubicBezTo>
                    <a:pt x="126317" y="226509"/>
                    <a:pt x="110734" y="224078"/>
                    <a:pt x="98960" y="219911"/>
                  </a:cubicBezTo>
                  <a:cubicBezTo>
                    <a:pt x="87187" y="216438"/>
                    <a:pt x="76799" y="210187"/>
                    <a:pt x="67795" y="201158"/>
                  </a:cubicBezTo>
                  <a:cubicBezTo>
                    <a:pt x="58792" y="192129"/>
                    <a:pt x="52559" y="187962"/>
                    <a:pt x="49096" y="188657"/>
                  </a:cubicBezTo>
                  <a:cubicBezTo>
                    <a:pt x="45634" y="188657"/>
                    <a:pt x="40093" y="192824"/>
                    <a:pt x="32475" y="201158"/>
                  </a:cubicBezTo>
                  <a:cubicBezTo>
                    <a:pt x="24857" y="209493"/>
                    <a:pt x="19663" y="216091"/>
                    <a:pt x="16892" y="220952"/>
                  </a:cubicBezTo>
                  <a:lnTo>
                    <a:pt x="1310" y="208451"/>
                  </a:lnTo>
                  <a:cubicBezTo>
                    <a:pt x="12391" y="199422"/>
                    <a:pt x="26242" y="190393"/>
                    <a:pt x="42863" y="181364"/>
                  </a:cubicBezTo>
                  <a:lnTo>
                    <a:pt x="42863" y="95937"/>
                  </a:lnTo>
                  <a:lnTo>
                    <a:pt x="29358" y="95937"/>
                  </a:lnTo>
                  <a:cubicBezTo>
                    <a:pt x="23818" y="95937"/>
                    <a:pt x="17239" y="96979"/>
                    <a:pt x="9621" y="99062"/>
                  </a:cubicBezTo>
                  <a:lnTo>
                    <a:pt x="271" y="89686"/>
                  </a:lnTo>
                  <a:lnTo>
                    <a:pt x="40786" y="89686"/>
                  </a:lnTo>
                  <a:lnTo>
                    <a:pt x="48058" y="79268"/>
                  </a:lnTo>
                  <a:lnTo>
                    <a:pt x="64679" y="90728"/>
                  </a:lnTo>
                  <a:lnTo>
                    <a:pt x="56368" y="98020"/>
                  </a:lnTo>
                  <a:lnTo>
                    <a:pt x="56368" y="180322"/>
                  </a:lnTo>
                  <a:close/>
                  <a:moveTo>
                    <a:pt x="26242" y="9468"/>
                  </a:moveTo>
                  <a:lnTo>
                    <a:pt x="29358" y="7384"/>
                  </a:lnTo>
                  <a:cubicBezTo>
                    <a:pt x="41825" y="15719"/>
                    <a:pt x="50481" y="22317"/>
                    <a:pt x="55329" y="27178"/>
                  </a:cubicBezTo>
                  <a:cubicBezTo>
                    <a:pt x="60177" y="32040"/>
                    <a:pt x="62255" y="36554"/>
                    <a:pt x="61562" y="40722"/>
                  </a:cubicBezTo>
                  <a:cubicBezTo>
                    <a:pt x="60870" y="44889"/>
                    <a:pt x="58792" y="48361"/>
                    <a:pt x="55329" y="51140"/>
                  </a:cubicBezTo>
                  <a:cubicBezTo>
                    <a:pt x="52559" y="53918"/>
                    <a:pt x="50828" y="55307"/>
                    <a:pt x="50135" y="55307"/>
                  </a:cubicBezTo>
                  <a:cubicBezTo>
                    <a:pt x="47365" y="55307"/>
                    <a:pt x="44941" y="51140"/>
                    <a:pt x="42863" y="42805"/>
                  </a:cubicBezTo>
                  <a:cubicBezTo>
                    <a:pt x="40093" y="32387"/>
                    <a:pt x="34553" y="21275"/>
                    <a:pt x="26242" y="9468"/>
                  </a:cubicBez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3" name="任意多边形: 形状 92">
              <a:extLst>
                <a:ext uri="{FF2B5EF4-FFF2-40B4-BE49-F238E27FC236}">
                  <a16:creationId xmlns:a16="http://schemas.microsoft.com/office/drawing/2014/main" id="{97914F6C-1A28-4B79-A749-CE9EDF5D93C7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8015074" y="4314773"/>
              <a:ext cx="104922" cy="80322"/>
            </a:xfrm>
            <a:custGeom>
              <a:avLst/>
              <a:gdLst>
                <a:gd name="connsiteX0" fmla="*/ 16903 w 104922"/>
                <a:gd name="connsiteY0" fmla="*/ 46035 h 80322"/>
                <a:gd name="connsiteX1" fmla="*/ 33524 w 104922"/>
                <a:gd name="connsiteY1" fmla="*/ 51244 h 80322"/>
                <a:gd name="connsiteX2" fmla="*/ 37680 w 104922"/>
                <a:gd name="connsiteY2" fmla="*/ 64787 h 80322"/>
                <a:gd name="connsiteX3" fmla="*/ 31447 w 104922"/>
                <a:gd name="connsiteY3" fmla="*/ 76247 h 80322"/>
                <a:gd name="connsiteX4" fmla="*/ 20019 w 104922"/>
                <a:gd name="connsiteY4" fmla="*/ 80414 h 80322"/>
                <a:gd name="connsiteX5" fmla="*/ 10670 w 104922"/>
                <a:gd name="connsiteY5" fmla="*/ 79372 h 80322"/>
                <a:gd name="connsiteX6" fmla="*/ 2359 w 104922"/>
                <a:gd name="connsiteY6" fmla="*/ 72080 h 80322"/>
                <a:gd name="connsiteX7" fmla="*/ 282 w 104922"/>
                <a:gd name="connsiteY7" fmla="*/ 59578 h 80322"/>
                <a:gd name="connsiteX8" fmla="*/ 2359 w 104922"/>
                <a:gd name="connsiteY8" fmla="*/ 46035 h 80322"/>
                <a:gd name="connsiteX9" fmla="*/ 12748 w 104922"/>
                <a:gd name="connsiteY9" fmla="*/ 28324 h 80322"/>
                <a:gd name="connsiteX10" fmla="*/ 33524 w 104922"/>
                <a:gd name="connsiteY10" fmla="*/ 8530 h 80322"/>
                <a:gd name="connsiteX11" fmla="*/ 47029 w 104922"/>
                <a:gd name="connsiteY11" fmla="*/ 196 h 80322"/>
                <a:gd name="connsiteX12" fmla="*/ 49107 w 104922"/>
                <a:gd name="connsiteY12" fmla="*/ 1238 h 80322"/>
                <a:gd name="connsiteX13" fmla="*/ 41835 w 104922"/>
                <a:gd name="connsiteY13" fmla="*/ 9572 h 80322"/>
                <a:gd name="connsiteX14" fmla="*/ 26252 w 104922"/>
                <a:gd name="connsiteY14" fmla="*/ 26241 h 80322"/>
                <a:gd name="connsiteX15" fmla="*/ 16903 w 104922"/>
                <a:gd name="connsiteY15" fmla="*/ 46035 h 80322"/>
                <a:gd name="connsiteX16" fmla="*/ 73000 w 104922"/>
                <a:gd name="connsiteY16" fmla="*/ 46035 h 80322"/>
                <a:gd name="connsiteX17" fmla="*/ 89621 w 104922"/>
                <a:gd name="connsiteY17" fmla="*/ 51244 h 80322"/>
                <a:gd name="connsiteX18" fmla="*/ 93777 w 104922"/>
                <a:gd name="connsiteY18" fmla="*/ 64787 h 80322"/>
                <a:gd name="connsiteX19" fmla="*/ 87544 w 104922"/>
                <a:gd name="connsiteY19" fmla="*/ 76247 h 80322"/>
                <a:gd name="connsiteX20" fmla="*/ 76117 w 104922"/>
                <a:gd name="connsiteY20" fmla="*/ 80414 h 80322"/>
                <a:gd name="connsiteX21" fmla="*/ 66767 w 104922"/>
                <a:gd name="connsiteY21" fmla="*/ 79372 h 80322"/>
                <a:gd name="connsiteX22" fmla="*/ 58456 w 104922"/>
                <a:gd name="connsiteY22" fmla="*/ 72080 h 80322"/>
                <a:gd name="connsiteX23" fmla="*/ 56379 w 104922"/>
                <a:gd name="connsiteY23" fmla="*/ 59578 h 80322"/>
                <a:gd name="connsiteX24" fmla="*/ 58456 w 104922"/>
                <a:gd name="connsiteY24" fmla="*/ 46035 h 80322"/>
                <a:gd name="connsiteX25" fmla="*/ 68845 w 104922"/>
                <a:gd name="connsiteY25" fmla="*/ 28324 h 80322"/>
                <a:gd name="connsiteX26" fmla="*/ 89621 w 104922"/>
                <a:gd name="connsiteY26" fmla="*/ 8530 h 80322"/>
                <a:gd name="connsiteX27" fmla="*/ 103126 w 104922"/>
                <a:gd name="connsiteY27" fmla="*/ 196 h 80322"/>
                <a:gd name="connsiteX28" fmla="*/ 105204 w 104922"/>
                <a:gd name="connsiteY28" fmla="*/ 1238 h 80322"/>
                <a:gd name="connsiteX29" fmla="*/ 97932 w 104922"/>
                <a:gd name="connsiteY29" fmla="*/ 9572 h 80322"/>
                <a:gd name="connsiteX30" fmla="*/ 82350 w 104922"/>
                <a:gd name="connsiteY30" fmla="*/ 26241 h 80322"/>
                <a:gd name="connsiteX31" fmla="*/ 73000 w 104922"/>
                <a:gd name="connsiteY31" fmla="*/ 46035 h 80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4922" h="80322">
                  <a:moveTo>
                    <a:pt x="16903" y="46035"/>
                  </a:moveTo>
                  <a:cubicBezTo>
                    <a:pt x="25214" y="45340"/>
                    <a:pt x="30754" y="47077"/>
                    <a:pt x="33524" y="51244"/>
                  </a:cubicBezTo>
                  <a:cubicBezTo>
                    <a:pt x="36987" y="55411"/>
                    <a:pt x="38372" y="59925"/>
                    <a:pt x="37680" y="64787"/>
                  </a:cubicBezTo>
                  <a:cubicBezTo>
                    <a:pt x="36987" y="69649"/>
                    <a:pt x="34909" y="73469"/>
                    <a:pt x="31447" y="76247"/>
                  </a:cubicBezTo>
                  <a:cubicBezTo>
                    <a:pt x="27984" y="79025"/>
                    <a:pt x="24175" y="80414"/>
                    <a:pt x="20019" y="80414"/>
                  </a:cubicBezTo>
                  <a:cubicBezTo>
                    <a:pt x="17249" y="80414"/>
                    <a:pt x="14133" y="80067"/>
                    <a:pt x="10670" y="79372"/>
                  </a:cubicBezTo>
                  <a:cubicBezTo>
                    <a:pt x="7207" y="77983"/>
                    <a:pt x="4437" y="75552"/>
                    <a:pt x="2359" y="72080"/>
                  </a:cubicBezTo>
                  <a:cubicBezTo>
                    <a:pt x="974" y="67913"/>
                    <a:pt x="282" y="63745"/>
                    <a:pt x="282" y="59578"/>
                  </a:cubicBezTo>
                  <a:cubicBezTo>
                    <a:pt x="282" y="56106"/>
                    <a:pt x="974" y="51591"/>
                    <a:pt x="2359" y="46035"/>
                  </a:cubicBezTo>
                  <a:cubicBezTo>
                    <a:pt x="4437" y="40479"/>
                    <a:pt x="7900" y="34575"/>
                    <a:pt x="12748" y="28324"/>
                  </a:cubicBezTo>
                  <a:cubicBezTo>
                    <a:pt x="18288" y="21379"/>
                    <a:pt x="25214" y="14781"/>
                    <a:pt x="33524" y="8530"/>
                  </a:cubicBezTo>
                  <a:cubicBezTo>
                    <a:pt x="41835" y="2279"/>
                    <a:pt x="46337" y="-499"/>
                    <a:pt x="47029" y="196"/>
                  </a:cubicBezTo>
                  <a:cubicBezTo>
                    <a:pt x="48414" y="196"/>
                    <a:pt x="49107" y="543"/>
                    <a:pt x="49107" y="1238"/>
                  </a:cubicBezTo>
                  <a:cubicBezTo>
                    <a:pt x="49107" y="2627"/>
                    <a:pt x="46683" y="5405"/>
                    <a:pt x="41835" y="9572"/>
                  </a:cubicBezTo>
                  <a:cubicBezTo>
                    <a:pt x="34909" y="15823"/>
                    <a:pt x="29715" y="21379"/>
                    <a:pt x="26252" y="26241"/>
                  </a:cubicBezTo>
                  <a:cubicBezTo>
                    <a:pt x="22790" y="31102"/>
                    <a:pt x="19673" y="37700"/>
                    <a:pt x="16903" y="46035"/>
                  </a:cubicBezTo>
                  <a:close/>
                  <a:moveTo>
                    <a:pt x="73000" y="46035"/>
                  </a:moveTo>
                  <a:cubicBezTo>
                    <a:pt x="81311" y="45340"/>
                    <a:pt x="86851" y="47077"/>
                    <a:pt x="89621" y="51244"/>
                  </a:cubicBezTo>
                  <a:cubicBezTo>
                    <a:pt x="93084" y="55411"/>
                    <a:pt x="94469" y="59925"/>
                    <a:pt x="93777" y="64787"/>
                  </a:cubicBezTo>
                  <a:cubicBezTo>
                    <a:pt x="93084" y="69649"/>
                    <a:pt x="91007" y="73469"/>
                    <a:pt x="87544" y="76247"/>
                  </a:cubicBezTo>
                  <a:cubicBezTo>
                    <a:pt x="84081" y="79025"/>
                    <a:pt x="80272" y="80414"/>
                    <a:pt x="76117" y="80414"/>
                  </a:cubicBezTo>
                  <a:cubicBezTo>
                    <a:pt x="73346" y="80414"/>
                    <a:pt x="70230" y="80067"/>
                    <a:pt x="66767" y="79372"/>
                  </a:cubicBezTo>
                  <a:cubicBezTo>
                    <a:pt x="63304" y="77983"/>
                    <a:pt x="60534" y="75552"/>
                    <a:pt x="58456" y="72080"/>
                  </a:cubicBezTo>
                  <a:cubicBezTo>
                    <a:pt x="57071" y="67913"/>
                    <a:pt x="56379" y="63745"/>
                    <a:pt x="56379" y="59578"/>
                  </a:cubicBezTo>
                  <a:cubicBezTo>
                    <a:pt x="56379" y="56106"/>
                    <a:pt x="57071" y="51591"/>
                    <a:pt x="58456" y="46035"/>
                  </a:cubicBezTo>
                  <a:cubicBezTo>
                    <a:pt x="60534" y="40479"/>
                    <a:pt x="63997" y="34575"/>
                    <a:pt x="68845" y="28324"/>
                  </a:cubicBezTo>
                  <a:cubicBezTo>
                    <a:pt x="74385" y="21379"/>
                    <a:pt x="81311" y="14781"/>
                    <a:pt x="89621" y="8530"/>
                  </a:cubicBezTo>
                  <a:cubicBezTo>
                    <a:pt x="97932" y="2279"/>
                    <a:pt x="102434" y="-499"/>
                    <a:pt x="103126" y="196"/>
                  </a:cubicBezTo>
                  <a:cubicBezTo>
                    <a:pt x="104511" y="196"/>
                    <a:pt x="105204" y="543"/>
                    <a:pt x="105204" y="1238"/>
                  </a:cubicBezTo>
                  <a:cubicBezTo>
                    <a:pt x="105204" y="2627"/>
                    <a:pt x="102780" y="5405"/>
                    <a:pt x="97932" y="9572"/>
                  </a:cubicBezTo>
                  <a:cubicBezTo>
                    <a:pt x="91007" y="15823"/>
                    <a:pt x="85812" y="21379"/>
                    <a:pt x="82350" y="26241"/>
                  </a:cubicBezTo>
                  <a:cubicBezTo>
                    <a:pt x="78887" y="31102"/>
                    <a:pt x="75770" y="37700"/>
                    <a:pt x="73000" y="46035"/>
                  </a:cubicBez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4" name="任意多边形: 形状 93">
              <a:extLst>
                <a:ext uri="{FF2B5EF4-FFF2-40B4-BE49-F238E27FC236}">
                  <a16:creationId xmlns:a16="http://schemas.microsoft.com/office/drawing/2014/main" id="{4FE2B4CE-44E7-458A-A6BC-A832877E6675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8166727" y="4341447"/>
              <a:ext cx="111961" cy="183489"/>
            </a:xfrm>
            <a:custGeom>
              <a:avLst/>
              <a:gdLst>
                <a:gd name="connsiteX0" fmla="*/ 112254 w 111961"/>
                <a:gd name="connsiteY0" fmla="*/ 92370 h 183489"/>
                <a:gd name="connsiteX1" fmla="*/ 101616 w 111961"/>
                <a:gd name="connsiteY1" fmla="*/ 29962 h 183489"/>
                <a:gd name="connsiteX2" fmla="*/ 56406 w 111961"/>
                <a:gd name="connsiteY2" fmla="*/ 92 h 183489"/>
                <a:gd name="connsiteX3" fmla="*/ 10132 w 111961"/>
                <a:gd name="connsiteY3" fmla="*/ 31829 h 183489"/>
                <a:gd name="connsiteX4" fmla="*/ 292 w 111961"/>
                <a:gd name="connsiteY4" fmla="*/ 92370 h 183489"/>
                <a:gd name="connsiteX5" fmla="*/ 12259 w 111961"/>
                <a:gd name="connsiteY5" fmla="*/ 156644 h 183489"/>
                <a:gd name="connsiteX6" fmla="*/ 56140 w 111961"/>
                <a:gd name="connsiteY6" fmla="*/ 183581 h 183489"/>
                <a:gd name="connsiteX7" fmla="*/ 102414 w 111961"/>
                <a:gd name="connsiteY7" fmla="*/ 152644 h 183489"/>
                <a:gd name="connsiteX8" fmla="*/ 112254 w 111961"/>
                <a:gd name="connsiteY8" fmla="*/ 92370 h 183489"/>
                <a:gd name="connsiteX9" fmla="*/ 56140 w 111961"/>
                <a:gd name="connsiteY9" fmla="*/ 177714 h 183489"/>
                <a:gd name="connsiteX10" fmla="*/ 25291 w 111961"/>
                <a:gd name="connsiteY10" fmla="*/ 145443 h 183489"/>
                <a:gd name="connsiteX11" fmla="*/ 22365 w 111961"/>
                <a:gd name="connsiteY11" fmla="*/ 89169 h 183489"/>
                <a:gd name="connsiteX12" fmla="*/ 24493 w 111961"/>
                <a:gd name="connsiteY12" fmla="*/ 40097 h 183489"/>
                <a:gd name="connsiteX13" fmla="*/ 56140 w 111961"/>
                <a:gd name="connsiteY13" fmla="*/ 5959 h 183489"/>
                <a:gd name="connsiteX14" fmla="*/ 87521 w 111961"/>
                <a:gd name="connsiteY14" fmla="*/ 37163 h 183489"/>
                <a:gd name="connsiteX15" fmla="*/ 90180 w 111961"/>
                <a:gd name="connsiteY15" fmla="*/ 89169 h 183489"/>
                <a:gd name="connsiteX16" fmla="*/ 87255 w 111961"/>
                <a:gd name="connsiteY16" fmla="*/ 144376 h 183489"/>
                <a:gd name="connsiteX17" fmla="*/ 56140 w 111961"/>
                <a:gd name="connsiteY17" fmla="*/ 177714 h 18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1961" h="183489">
                  <a:moveTo>
                    <a:pt x="112254" y="92370"/>
                  </a:moveTo>
                  <a:cubicBezTo>
                    <a:pt x="112254" y="71034"/>
                    <a:pt x="110924" y="49698"/>
                    <a:pt x="101616" y="29962"/>
                  </a:cubicBezTo>
                  <a:cubicBezTo>
                    <a:pt x="89383" y="4359"/>
                    <a:pt x="67575" y="92"/>
                    <a:pt x="56406" y="92"/>
                  </a:cubicBezTo>
                  <a:cubicBezTo>
                    <a:pt x="40449" y="92"/>
                    <a:pt x="21036" y="7026"/>
                    <a:pt x="10132" y="31829"/>
                  </a:cubicBezTo>
                  <a:cubicBezTo>
                    <a:pt x="1622" y="50231"/>
                    <a:pt x="292" y="71034"/>
                    <a:pt x="292" y="92370"/>
                  </a:cubicBezTo>
                  <a:cubicBezTo>
                    <a:pt x="292" y="112372"/>
                    <a:pt x="1356" y="136375"/>
                    <a:pt x="12259" y="156644"/>
                  </a:cubicBezTo>
                  <a:cubicBezTo>
                    <a:pt x="23695" y="178247"/>
                    <a:pt x="43109" y="183581"/>
                    <a:pt x="56140" y="183581"/>
                  </a:cubicBezTo>
                  <a:cubicBezTo>
                    <a:pt x="70501" y="183581"/>
                    <a:pt x="90712" y="177980"/>
                    <a:pt x="102414" y="152644"/>
                  </a:cubicBezTo>
                  <a:cubicBezTo>
                    <a:pt x="110924" y="134242"/>
                    <a:pt x="112254" y="113439"/>
                    <a:pt x="112254" y="92370"/>
                  </a:cubicBezTo>
                  <a:close/>
                  <a:moveTo>
                    <a:pt x="56140" y="177714"/>
                  </a:moveTo>
                  <a:cubicBezTo>
                    <a:pt x="45768" y="177714"/>
                    <a:pt x="30078" y="171046"/>
                    <a:pt x="25291" y="145443"/>
                  </a:cubicBezTo>
                  <a:cubicBezTo>
                    <a:pt x="22365" y="129441"/>
                    <a:pt x="22365" y="104905"/>
                    <a:pt x="22365" y="89169"/>
                  </a:cubicBezTo>
                  <a:cubicBezTo>
                    <a:pt x="22365" y="72101"/>
                    <a:pt x="22365" y="54498"/>
                    <a:pt x="24493" y="40097"/>
                  </a:cubicBezTo>
                  <a:cubicBezTo>
                    <a:pt x="29546" y="8359"/>
                    <a:pt x="49491" y="5959"/>
                    <a:pt x="56140" y="5959"/>
                  </a:cubicBezTo>
                  <a:cubicBezTo>
                    <a:pt x="64916" y="5959"/>
                    <a:pt x="82468" y="10760"/>
                    <a:pt x="87521" y="37163"/>
                  </a:cubicBezTo>
                  <a:cubicBezTo>
                    <a:pt x="90180" y="52098"/>
                    <a:pt x="90180" y="72367"/>
                    <a:pt x="90180" y="89169"/>
                  </a:cubicBezTo>
                  <a:cubicBezTo>
                    <a:pt x="90180" y="109172"/>
                    <a:pt x="90180" y="127307"/>
                    <a:pt x="87255" y="144376"/>
                  </a:cubicBezTo>
                  <a:cubicBezTo>
                    <a:pt x="83266" y="169713"/>
                    <a:pt x="68107" y="177714"/>
                    <a:pt x="56140" y="177714"/>
                  </a:cubicBez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5" name="任意多边形: 形状 94">
              <a:extLst>
                <a:ext uri="{FF2B5EF4-FFF2-40B4-BE49-F238E27FC236}">
                  <a16:creationId xmlns:a16="http://schemas.microsoft.com/office/drawing/2014/main" id="{9D050458-6190-4D25-ADDC-F141B5AC2A29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8326347" y="4318002"/>
              <a:ext cx="100106" cy="78238"/>
            </a:xfrm>
            <a:custGeom>
              <a:avLst/>
              <a:gdLst>
                <a:gd name="connsiteX0" fmla="*/ 30801 w 100106"/>
                <a:gd name="connsiteY0" fmla="*/ 34471 h 78238"/>
                <a:gd name="connsiteX1" fmla="*/ 15219 w 100106"/>
                <a:gd name="connsiteY1" fmla="*/ 29262 h 78238"/>
                <a:gd name="connsiteX2" fmla="*/ 11063 w 100106"/>
                <a:gd name="connsiteY2" fmla="*/ 15719 h 78238"/>
                <a:gd name="connsiteX3" fmla="*/ 16258 w 100106"/>
                <a:gd name="connsiteY3" fmla="*/ 4259 h 78238"/>
                <a:gd name="connsiteX4" fmla="*/ 26646 w 100106"/>
                <a:gd name="connsiteY4" fmla="*/ 92 h 78238"/>
                <a:gd name="connsiteX5" fmla="*/ 35996 w 100106"/>
                <a:gd name="connsiteY5" fmla="*/ 2175 h 78238"/>
                <a:gd name="connsiteX6" fmla="*/ 44306 w 100106"/>
                <a:gd name="connsiteY6" fmla="*/ 9468 h 78238"/>
                <a:gd name="connsiteX7" fmla="*/ 46384 w 100106"/>
                <a:gd name="connsiteY7" fmla="*/ 19886 h 78238"/>
                <a:gd name="connsiteX8" fmla="*/ 43267 w 100106"/>
                <a:gd name="connsiteY8" fmla="*/ 33429 h 78238"/>
                <a:gd name="connsiteX9" fmla="*/ 33918 w 100106"/>
                <a:gd name="connsiteY9" fmla="*/ 50098 h 78238"/>
                <a:gd name="connsiteX10" fmla="*/ 14180 w 100106"/>
                <a:gd name="connsiteY10" fmla="*/ 69892 h 78238"/>
                <a:gd name="connsiteX11" fmla="*/ 675 w 100106"/>
                <a:gd name="connsiteY11" fmla="*/ 78226 h 78238"/>
                <a:gd name="connsiteX12" fmla="*/ 7947 w 100106"/>
                <a:gd name="connsiteY12" fmla="*/ 67808 h 78238"/>
                <a:gd name="connsiteX13" fmla="*/ 21452 w 100106"/>
                <a:gd name="connsiteY13" fmla="*/ 52181 h 78238"/>
                <a:gd name="connsiteX14" fmla="*/ 30801 w 100106"/>
                <a:gd name="connsiteY14" fmla="*/ 34471 h 78238"/>
                <a:gd name="connsiteX15" fmla="*/ 84821 w 100106"/>
                <a:gd name="connsiteY15" fmla="*/ 34471 h 78238"/>
                <a:gd name="connsiteX16" fmla="*/ 69238 w 100106"/>
                <a:gd name="connsiteY16" fmla="*/ 29262 h 78238"/>
                <a:gd name="connsiteX17" fmla="*/ 65083 w 100106"/>
                <a:gd name="connsiteY17" fmla="*/ 15719 h 78238"/>
                <a:gd name="connsiteX18" fmla="*/ 70277 w 100106"/>
                <a:gd name="connsiteY18" fmla="*/ 4259 h 78238"/>
                <a:gd name="connsiteX19" fmla="*/ 80665 w 100106"/>
                <a:gd name="connsiteY19" fmla="*/ 92 h 78238"/>
                <a:gd name="connsiteX20" fmla="*/ 90015 w 100106"/>
                <a:gd name="connsiteY20" fmla="*/ 2175 h 78238"/>
                <a:gd name="connsiteX21" fmla="*/ 98326 w 100106"/>
                <a:gd name="connsiteY21" fmla="*/ 9468 h 78238"/>
                <a:gd name="connsiteX22" fmla="*/ 100403 w 100106"/>
                <a:gd name="connsiteY22" fmla="*/ 19886 h 78238"/>
                <a:gd name="connsiteX23" fmla="*/ 97287 w 100106"/>
                <a:gd name="connsiteY23" fmla="*/ 33429 h 78238"/>
                <a:gd name="connsiteX24" fmla="*/ 87937 w 100106"/>
                <a:gd name="connsiteY24" fmla="*/ 50098 h 78238"/>
                <a:gd name="connsiteX25" fmla="*/ 68199 w 100106"/>
                <a:gd name="connsiteY25" fmla="*/ 69892 h 78238"/>
                <a:gd name="connsiteX26" fmla="*/ 54695 w 100106"/>
                <a:gd name="connsiteY26" fmla="*/ 78226 h 78238"/>
                <a:gd name="connsiteX27" fmla="*/ 61966 w 100106"/>
                <a:gd name="connsiteY27" fmla="*/ 67808 h 78238"/>
                <a:gd name="connsiteX28" fmla="*/ 75471 w 100106"/>
                <a:gd name="connsiteY28" fmla="*/ 52181 h 78238"/>
                <a:gd name="connsiteX29" fmla="*/ 84821 w 100106"/>
                <a:gd name="connsiteY29" fmla="*/ 34471 h 78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106" h="78238">
                  <a:moveTo>
                    <a:pt x="30801" y="34471"/>
                  </a:moveTo>
                  <a:cubicBezTo>
                    <a:pt x="23183" y="34471"/>
                    <a:pt x="17989" y="32735"/>
                    <a:pt x="15219" y="29262"/>
                  </a:cubicBezTo>
                  <a:cubicBezTo>
                    <a:pt x="12449" y="25095"/>
                    <a:pt x="11063" y="20580"/>
                    <a:pt x="11063" y="15719"/>
                  </a:cubicBezTo>
                  <a:cubicBezTo>
                    <a:pt x="11756" y="10162"/>
                    <a:pt x="13487" y="6342"/>
                    <a:pt x="16258" y="4259"/>
                  </a:cubicBezTo>
                  <a:cubicBezTo>
                    <a:pt x="19720" y="1481"/>
                    <a:pt x="23183" y="92"/>
                    <a:pt x="26646" y="92"/>
                  </a:cubicBezTo>
                  <a:cubicBezTo>
                    <a:pt x="29416" y="92"/>
                    <a:pt x="32533" y="786"/>
                    <a:pt x="35996" y="2175"/>
                  </a:cubicBezTo>
                  <a:cubicBezTo>
                    <a:pt x="40151" y="2870"/>
                    <a:pt x="42921" y="5301"/>
                    <a:pt x="44306" y="9468"/>
                  </a:cubicBezTo>
                  <a:cubicBezTo>
                    <a:pt x="45691" y="12940"/>
                    <a:pt x="46384" y="16413"/>
                    <a:pt x="46384" y="19886"/>
                  </a:cubicBezTo>
                  <a:cubicBezTo>
                    <a:pt x="46384" y="24053"/>
                    <a:pt x="45345" y="28567"/>
                    <a:pt x="43267" y="33429"/>
                  </a:cubicBezTo>
                  <a:cubicBezTo>
                    <a:pt x="41882" y="38291"/>
                    <a:pt x="38766" y="43847"/>
                    <a:pt x="33918" y="50098"/>
                  </a:cubicBezTo>
                  <a:cubicBezTo>
                    <a:pt x="29070" y="56349"/>
                    <a:pt x="22491" y="62947"/>
                    <a:pt x="14180" y="69892"/>
                  </a:cubicBezTo>
                  <a:cubicBezTo>
                    <a:pt x="6562" y="76143"/>
                    <a:pt x="2060" y="78921"/>
                    <a:pt x="675" y="78226"/>
                  </a:cubicBezTo>
                  <a:cubicBezTo>
                    <a:pt x="-710" y="77532"/>
                    <a:pt x="1714" y="74059"/>
                    <a:pt x="7947" y="67808"/>
                  </a:cubicBezTo>
                  <a:cubicBezTo>
                    <a:pt x="14180" y="61558"/>
                    <a:pt x="18682" y="56349"/>
                    <a:pt x="21452" y="52181"/>
                  </a:cubicBezTo>
                  <a:cubicBezTo>
                    <a:pt x="24222" y="47320"/>
                    <a:pt x="27339" y="41416"/>
                    <a:pt x="30801" y="34471"/>
                  </a:cubicBezTo>
                  <a:close/>
                  <a:moveTo>
                    <a:pt x="84821" y="34471"/>
                  </a:moveTo>
                  <a:cubicBezTo>
                    <a:pt x="77203" y="34471"/>
                    <a:pt x="72009" y="32735"/>
                    <a:pt x="69238" y="29262"/>
                  </a:cubicBezTo>
                  <a:cubicBezTo>
                    <a:pt x="66468" y="25095"/>
                    <a:pt x="65083" y="20580"/>
                    <a:pt x="65083" y="15719"/>
                  </a:cubicBezTo>
                  <a:cubicBezTo>
                    <a:pt x="65775" y="10162"/>
                    <a:pt x="67507" y="6342"/>
                    <a:pt x="70277" y="4259"/>
                  </a:cubicBezTo>
                  <a:cubicBezTo>
                    <a:pt x="73740" y="1481"/>
                    <a:pt x="77203" y="92"/>
                    <a:pt x="80665" y="92"/>
                  </a:cubicBezTo>
                  <a:cubicBezTo>
                    <a:pt x="83436" y="92"/>
                    <a:pt x="86552" y="786"/>
                    <a:pt x="90015" y="2175"/>
                  </a:cubicBezTo>
                  <a:cubicBezTo>
                    <a:pt x="94170" y="2870"/>
                    <a:pt x="96941" y="5301"/>
                    <a:pt x="98326" y="9468"/>
                  </a:cubicBezTo>
                  <a:cubicBezTo>
                    <a:pt x="99711" y="12940"/>
                    <a:pt x="100403" y="16413"/>
                    <a:pt x="100403" y="19886"/>
                  </a:cubicBezTo>
                  <a:cubicBezTo>
                    <a:pt x="100403" y="24053"/>
                    <a:pt x="99365" y="28567"/>
                    <a:pt x="97287" y="33429"/>
                  </a:cubicBezTo>
                  <a:cubicBezTo>
                    <a:pt x="95902" y="38291"/>
                    <a:pt x="92785" y="43847"/>
                    <a:pt x="87937" y="50098"/>
                  </a:cubicBezTo>
                  <a:cubicBezTo>
                    <a:pt x="83089" y="56349"/>
                    <a:pt x="76510" y="62947"/>
                    <a:pt x="68199" y="69892"/>
                  </a:cubicBezTo>
                  <a:cubicBezTo>
                    <a:pt x="60581" y="76143"/>
                    <a:pt x="56080" y="78921"/>
                    <a:pt x="54695" y="78226"/>
                  </a:cubicBezTo>
                  <a:cubicBezTo>
                    <a:pt x="53309" y="77532"/>
                    <a:pt x="55733" y="74059"/>
                    <a:pt x="61966" y="67808"/>
                  </a:cubicBezTo>
                  <a:cubicBezTo>
                    <a:pt x="68199" y="61558"/>
                    <a:pt x="72701" y="56349"/>
                    <a:pt x="75471" y="52181"/>
                  </a:cubicBezTo>
                  <a:cubicBezTo>
                    <a:pt x="78242" y="47320"/>
                    <a:pt x="81358" y="41416"/>
                    <a:pt x="84821" y="34471"/>
                  </a:cubicBez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6" name="任意多边形: 形状 95">
              <a:extLst>
                <a:ext uri="{FF2B5EF4-FFF2-40B4-BE49-F238E27FC236}">
                  <a16:creationId xmlns:a16="http://schemas.microsoft.com/office/drawing/2014/main" id="{0A171213-7B86-4A3F-A492-6B4F55E0F764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8578123" y="4301334"/>
              <a:ext cx="227505" cy="241696"/>
            </a:xfrm>
            <a:custGeom>
              <a:avLst/>
              <a:gdLst>
                <a:gd name="connsiteX0" fmla="*/ 164444 w 227505"/>
                <a:gd name="connsiteY0" fmla="*/ 67808 h 241696"/>
                <a:gd name="connsiteX1" fmla="*/ 163405 w 227505"/>
                <a:gd name="connsiteY1" fmla="*/ 92 h 241696"/>
                <a:gd name="connsiteX2" fmla="*/ 189376 w 227505"/>
                <a:gd name="connsiteY2" fmla="*/ 13635 h 241696"/>
                <a:gd name="connsiteX3" fmla="*/ 178988 w 227505"/>
                <a:gd name="connsiteY3" fmla="*/ 20928 h 241696"/>
                <a:gd name="connsiteX4" fmla="*/ 178988 w 227505"/>
                <a:gd name="connsiteY4" fmla="*/ 67808 h 241696"/>
                <a:gd name="connsiteX5" fmla="*/ 194570 w 227505"/>
                <a:gd name="connsiteY5" fmla="*/ 67808 h 241696"/>
                <a:gd name="connsiteX6" fmla="*/ 208075 w 227505"/>
                <a:gd name="connsiteY6" fmla="*/ 54265 h 241696"/>
                <a:gd name="connsiteX7" fmla="*/ 227813 w 227505"/>
                <a:gd name="connsiteY7" fmla="*/ 74059 h 241696"/>
                <a:gd name="connsiteX8" fmla="*/ 178988 w 227505"/>
                <a:gd name="connsiteY8" fmla="*/ 74059 h 241696"/>
                <a:gd name="connsiteX9" fmla="*/ 178988 w 227505"/>
                <a:gd name="connsiteY9" fmla="*/ 213660 h 241696"/>
                <a:gd name="connsiteX10" fmla="*/ 156133 w 227505"/>
                <a:gd name="connsiteY10" fmla="*/ 241788 h 241696"/>
                <a:gd name="connsiteX11" fmla="*/ 121852 w 227505"/>
                <a:gd name="connsiteY11" fmla="*/ 218869 h 241696"/>
                <a:gd name="connsiteX12" fmla="*/ 121852 w 227505"/>
                <a:gd name="connsiteY12" fmla="*/ 213660 h 241696"/>
                <a:gd name="connsiteX13" fmla="*/ 157172 w 227505"/>
                <a:gd name="connsiteY13" fmla="*/ 216785 h 241696"/>
                <a:gd name="connsiteX14" fmla="*/ 164444 w 227505"/>
                <a:gd name="connsiteY14" fmla="*/ 204284 h 241696"/>
                <a:gd name="connsiteX15" fmla="*/ 164444 w 227505"/>
                <a:gd name="connsiteY15" fmla="*/ 74059 h 241696"/>
                <a:gd name="connsiteX16" fmla="*/ 110424 w 227505"/>
                <a:gd name="connsiteY16" fmla="*/ 74059 h 241696"/>
                <a:gd name="connsiteX17" fmla="*/ 85492 w 227505"/>
                <a:gd name="connsiteY17" fmla="*/ 77185 h 241696"/>
                <a:gd name="connsiteX18" fmla="*/ 76143 w 227505"/>
                <a:gd name="connsiteY18" fmla="*/ 67808 h 241696"/>
                <a:gd name="connsiteX19" fmla="*/ 164444 w 227505"/>
                <a:gd name="connsiteY19" fmla="*/ 67808 h 241696"/>
                <a:gd name="connsiteX20" fmla="*/ 96920 w 227505"/>
                <a:gd name="connsiteY20" fmla="*/ 100104 h 241696"/>
                <a:gd name="connsiteX21" fmla="*/ 128085 w 227505"/>
                <a:gd name="connsiteY21" fmla="*/ 126149 h 241696"/>
                <a:gd name="connsiteX22" fmla="*/ 133279 w 227505"/>
                <a:gd name="connsiteY22" fmla="*/ 137609 h 241696"/>
                <a:gd name="connsiteX23" fmla="*/ 128085 w 227505"/>
                <a:gd name="connsiteY23" fmla="*/ 150110 h 241696"/>
                <a:gd name="connsiteX24" fmla="*/ 121852 w 227505"/>
                <a:gd name="connsiteY24" fmla="*/ 156361 h 241696"/>
                <a:gd name="connsiteX25" fmla="*/ 115619 w 227505"/>
                <a:gd name="connsiteY25" fmla="*/ 143859 h 241696"/>
                <a:gd name="connsiteX26" fmla="*/ 93803 w 227505"/>
                <a:gd name="connsiteY26" fmla="*/ 103229 h 241696"/>
                <a:gd name="connsiteX27" fmla="*/ 96920 w 227505"/>
                <a:gd name="connsiteY27" fmla="*/ 100104 h 241696"/>
                <a:gd name="connsiteX28" fmla="*/ 15890 w 227505"/>
                <a:gd name="connsiteY28" fmla="*/ 44889 h 241696"/>
                <a:gd name="connsiteX29" fmla="*/ 15890 w 227505"/>
                <a:gd name="connsiteY29" fmla="*/ 107397 h 241696"/>
                <a:gd name="connsiteX30" fmla="*/ 58483 w 227505"/>
                <a:gd name="connsiteY30" fmla="*/ 107397 h 241696"/>
                <a:gd name="connsiteX31" fmla="*/ 58483 w 227505"/>
                <a:gd name="connsiteY31" fmla="*/ 44889 h 241696"/>
                <a:gd name="connsiteX32" fmla="*/ 15890 w 227505"/>
                <a:gd name="connsiteY32" fmla="*/ 44889 h 241696"/>
                <a:gd name="connsiteX33" fmla="*/ 15890 w 227505"/>
                <a:gd name="connsiteY33" fmla="*/ 113647 h 241696"/>
                <a:gd name="connsiteX34" fmla="*/ 15890 w 227505"/>
                <a:gd name="connsiteY34" fmla="*/ 180322 h 241696"/>
                <a:gd name="connsiteX35" fmla="*/ 58483 w 227505"/>
                <a:gd name="connsiteY35" fmla="*/ 180322 h 241696"/>
                <a:gd name="connsiteX36" fmla="*/ 58483 w 227505"/>
                <a:gd name="connsiteY36" fmla="*/ 113647 h 241696"/>
                <a:gd name="connsiteX37" fmla="*/ 15890 w 227505"/>
                <a:gd name="connsiteY37" fmla="*/ 113647 h 241696"/>
                <a:gd name="connsiteX38" fmla="*/ 73026 w 227505"/>
                <a:gd name="connsiteY38" fmla="*/ 134483 h 241696"/>
                <a:gd name="connsiteX39" fmla="*/ 74065 w 227505"/>
                <a:gd name="connsiteY39" fmla="*/ 199075 h 241696"/>
                <a:gd name="connsiteX40" fmla="*/ 58483 w 227505"/>
                <a:gd name="connsiteY40" fmla="*/ 207409 h 241696"/>
                <a:gd name="connsiteX41" fmla="*/ 58483 w 227505"/>
                <a:gd name="connsiteY41" fmla="*/ 186573 h 241696"/>
                <a:gd name="connsiteX42" fmla="*/ 15890 w 227505"/>
                <a:gd name="connsiteY42" fmla="*/ 186573 h 241696"/>
                <a:gd name="connsiteX43" fmla="*/ 15890 w 227505"/>
                <a:gd name="connsiteY43" fmla="*/ 208451 h 241696"/>
                <a:gd name="connsiteX44" fmla="*/ 308 w 227505"/>
                <a:gd name="connsiteY44" fmla="*/ 216785 h 241696"/>
                <a:gd name="connsiteX45" fmla="*/ 1347 w 227505"/>
                <a:gd name="connsiteY45" fmla="*/ 116773 h 241696"/>
                <a:gd name="connsiteX46" fmla="*/ 308 w 227505"/>
                <a:gd name="connsiteY46" fmla="*/ 30304 h 241696"/>
                <a:gd name="connsiteX47" fmla="*/ 16929 w 227505"/>
                <a:gd name="connsiteY47" fmla="*/ 38638 h 241696"/>
                <a:gd name="connsiteX48" fmla="*/ 56405 w 227505"/>
                <a:gd name="connsiteY48" fmla="*/ 38638 h 241696"/>
                <a:gd name="connsiteX49" fmla="*/ 64716 w 227505"/>
                <a:gd name="connsiteY49" fmla="*/ 28220 h 241696"/>
                <a:gd name="connsiteX50" fmla="*/ 81337 w 227505"/>
                <a:gd name="connsiteY50" fmla="*/ 41763 h 241696"/>
                <a:gd name="connsiteX51" fmla="*/ 73026 w 227505"/>
                <a:gd name="connsiteY51" fmla="*/ 49056 h 241696"/>
                <a:gd name="connsiteX52" fmla="*/ 73026 w 227505"/>
                <a:gd name="connsiteY52" fmla="*/ 134483 h 241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27505" h="241696">
                  <a:moveTo>
                    <a:pt x="164444" y="67808"/>
                  </a:moveTo>
                  <a:cubicBezTo>
                    <a:pt x="164444" y="40722"/>
                    <a:pt x="164098" y="18149"/>
                    <a:pt x="163405" y="92"/>
                  </a:cubicBezTo>
                  <a:lnTo>
                    <a:pt x="189376" y="13635"/>
                  </a:lnTo>
                  <a:lnTo>
                    <a:pt x="178988" y="20928"/>
                  </a:lnTo>
                  <a:lnTo>
                    <a:pt x="178988" y="67808"/>
                  </a:lnTo>
                  <a:lnTo>
                    <a:pt x="194570" y="67808"/>
                  </a:lnTo>
                  <a:lnTo>
                    <a:pt x="208075" y="54265"/>
                  </a:lnTo>
                  <a:lnTo>
                    <a:pt x="227813" y="74059"/>
                  </a:lnTo>
                  <a:lnTo>
                    <a:pt x="178988" y="74059"/>
                  </a:lnTo>
                  <a:lnTo>
                    <a:pt x="178988" y="213660"/>
                  </a:lnTo>
                  <a:cubicBezTo>
                    <a:pt x="178988" y="226856"/>
                    <a:pt x="171370" y="236232"/>
                    <a:pt x="156133" y="241788"/>
                  </a:cubicBezTo>
                  <a:cubicBezTo>
                    <a:pt x="155441" y="231370"/>
                    <a:pt x="144013" y="223731"/>
                    <a:pt x="121852" y="218869"/>
                  </a:cubicBezTo>
                  <a:lnTo>
                    <a:pt x="121852" y="213660"/>
                  </a:lnTo>
                  <a:cubicBezTo>
                    <a:pt x="140551" y="216438"/>
                    <a:pt x="152324" y="217480"/>
                    <a:pt x="157172" y="216785"/>
                  </a:cubicBezTo>
                  <a:cubicBezTo>
                    <a:pt x="162020" y="216091"/>
                    <a:pt x="164444" y="211923"/>
                    <a:pt x="164444" y="204284"/>
                  </a:cubicBezTo>
                  <a:lnTo>
                    <a:pt x="164444" y="74059"/>
                  </a:lnTo>
                  <a:lnTo>
                    <a:pt x="110424" y="74059"/>
                  </a:lnTo>
                  <a:cubicBezTo>
                    <a:pt x="101421" y="74059"/>
                    <a:pt x="93111" y="75101"/>
                    <a:pt x="85492" y="77185"/>
                  </a:cubicBezTo>
                  <a:lnTo>
                    <a:pt x="76143" y="67808"/>
                  </a:lnTo>
                  <a:lnTo>
                    <a:pt x="164444" y="67808"/>
                  </a:lnTo>
                  <a:close/>
                  <a:moveTo>
                    <a:pt x="96920" y="100104"/>
                  </a:moveTo>
                  <a:cubicBezTo>
                    <a:pt x="114926" y="112606"/>
                    <a:pt x="125314" y="121287"/>
                    <a:pt x="128085" y="126149"/>
                  </a:cubicBezTo>
                  <a:cubicBezTo>
                    <a:pt x="131547" y="131011"/>
                    <a:pt x="133279" y="134831"/>
                    <a:pt x="133279" y="137609"/>
                  </a:cubicBezTo>
                  <a:cubicBezTo>
                    <a:pt x="133279" y="141081"/>
                    <a:pt x="131547" y="145249"/>
                    <a:pt x="128085" y="150110"/>
                  </a:cubicBezTo>
                  <a:cubicBezTo>
                    <a:pt x="125314" y="154277"/>
                    <a:pt x="123237" y="156361"/>
                    <a:pt x="121852" y="156361"/>
                  </a:cubicBezTo>
                  <a:cubicBezTo>
                    <a:pt x="119774" y="156361"/>
                    <a:pt x="117696" y="152194"/>
                    <a:pt x="115619" y="143859"/>
                  </a:cubicBezTo>
                  <a:cubicBezTo>
                    <a:pt x="112156" y="131358"/>
                    <a:pt x="104884" y="117815"/>
                    <a:pt x="93803" y="103229"/>
                  </a:cubicBezTo>
                  <a:lnTo>
                    <a:pt x="96920" y="100104"/>
                  </a:lnTo>
                  <a:close/>
                  <a:moveTo>
                    <a:pt x="15890" y="44889"/>
                  </a:moveTo>
                  <a:lnTo>
                    <a:pt x="15890" y="107397"/>
                  </a:lnTo>
                  <a:lnTo>
                    <a:pt x="58483" y="107397"/>
                  </a:lnTo>
                  <a:lnTo>
                    <a:pt x="58483" y="44889"/>
                  </a:lnTo>
                  <a:lnTo>
                    <a:pt x="15890" y="44889"/>
                  </a:lnTo>
                  <a:close/>
                  <a:moveTo>
                    <a:pt x="15890" y="113647"/>
                  </a:moveTo>
                  <a:lnTo>
                    <a:pt x="15890" y="180322"/>
                  </a:lnTo>
                  <a:lnTo>
                    <a:pt x="58483" y="180322"/>
                  </a:lnTo>
                  <a:lnTo>
                    <a:pt x="58483" y="113647"/>
                  </a:lnTo>
                  <a:lnTo>
                    <a:pt x="15890" y="113647"/>
                  </a:lnTo>
                  <a:close/>
                  <a:moveTo>
                    <a:pt x="73026" y="134483"/>
                  </a:moveTo>
                  <a:cubicBezTo>
                    <a:pt x="73026" y="167821"/>
                    <a:pt x="73373" y="189351"/>
                    <a:pt x="74065" y="199075"/>
                  </a:cubicBezTo>
                  <a:lnTo>
                    <a:pt x="58483" y="207409"/>
                  </a:lnTo>
                  <a:lnTo>
                    <a:pt x="58483" y="186573"/>
                  </a:lnTo>
                  <a:lnTo>
                    <a:pt x="15890" y="186573"/>
                  </a:lnTo>
                  <a:lnTo>
                    <a:pt x="15890" y="208451"/>
                  </a:lnTo>
                  <a:lnTo>
                    <a:pt x="308" y="216785"/>
                  </a:lnTo>
                  <a:cubicBezTo>
                    <a:pt x="1000" y="194560"/>
                    <a:pt x="1347" y="161223"/>
                    <a:pt x="1347" y="116773"/>
                  </a:cubicBezTo>
                  <a:cubicBezTo>
                    <a:pt x="1347" y="72323"/>
                    <a:pt x="1000" y="43500"/>
                    <a:pt x="308" y="30304"/>
                  </a:cubicBezTo>
                  <a:lnTo>
                    <a:pt x="16929" y="38638"/>
                  </a:lnTo>
                  <a:lnTo>
                    <a:pt x="56405" y="38638"/>
                  </a:lnTo>
                  <a:lnTo>
                    <a:pt x="64716" y="28220"/>
                  </a:lnTo>
                  <a:lnTo>
                    <a:pt x="81337" y="41763"/>
                  </a:lnTo>
                  <a:lnTo>
                    <a:pt x="73026" y="49056"/>
                  </a:lnTo>
                  <a:lnTo>
                    <a:pt x="73026" y="134483"/>
                  </a:ln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97" name="文本框 96">
            <a:extLst>
              <a:ext uri="{FF2B5EF4-FFF2-40B4-BE49-F238E27FC236}">
                <a16:creationId xmlns:a16="http://schemas.microsoft.com/office/drawing/2014/main" id="{E960F381-5B78-4C0E-8CBD-46D772F43118}"/>
              </a:ext>
            </a:extLst>
          </p:cNvPr>
          <p:cNvSpPr txBox="1"/>
          <p:nvPr/>
        </p:nvSpPr>
        <p:spPr>
          <a:xfrm>
            <a:off x="1647541" y="2556083"/>
            <a:ext cx="4346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1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67223223-1C4A-42CD-BD94-6B264332FAD9}"/>
              </a:ext>
            </a:extLst>
          </p:cNvPr>
          <p:cNvSpPr txBox="1"/>
          <p:nvPr/>
        </p:nvSpPr>
        <p:spPr>
          <a:xfrm>
            <a:off x="2763740" y="2548078"/>
            <a:ext cx="4346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6C53D069-734D-4BB9-A27F-89A79FA6EEE5}"/>
              </a:ext>
            </a:extLst>
          </p:cNvPr>
          <p:cNvSpPr txBox="1"/>
          <p:nvPr/>
        </p:nvSpPr>
        <p:spPr>
          <a:xfrm>
            <a:off x="3883838" y="2556781"/>
            <a:ext cx="4346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BB458B52-CD48-459C-8C6C-558B2AF5D440}"/>
              </a:ext>
            </a:extLst>
          </p:cNvPr>
          <p:cNvSpPr txBox="1"/>
          <p:nvPr/>
        </p:nvSpPr>
        <p:spPr>
          <a:xfrm>
            <a:off x="5000799" y="2548078"/>
            <a:ext cx="4346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1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0F1C793F-8DEA-483A-B8C7-9AA34FF16683}"/>
              </a:ext>
            </a:extLst>
          </p:cNvPr>
          <p:cNvGrpSpPr/>
          <p:nvPr/>
        </p:nvGrpSpPr>
        <p:grpSpPr>
          <a:xfrm>
            <a:off x="1349779" y="3010150"/>
            <a:ext cx="4893453" cy="902526"/>
            <a:chOff x="6925262" y="2375099"/>
            <a:chExt cx="4893453" cy="902526"/>
          </a:xfrm>
        </p:grpSpPr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49676615-59BB-4D83-8B1D-E03AEBCE6953}"/>
                </a:ext>
              </a:extLst>
            </p:cNvPr>
            <p:cNvCxnSpPr/>
            <p:nvPr/>
          </p:nvCxnSpPr>
          <p:spPr>
            <a:xfrm>
              <a:off x="6925262" y="2375100"/>
              <a:ext cx="0" cy="902525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29791DD9-F9F4-4ADD-9661-D259523E1D88}"/>
                </a:ext>
              </a:extLst>
            </p:cNvPr>
            <p:cNvCxnSpPr>
              <a:cxnSpLocks/>
            </p:cNvCxnSpPr>
            <p:nvPr/>
          </p:nvCxnSpPr>
          <p:spPr>
            <a:xfrm>
              <a:off x="6925262" y="2818098"/>
              <a:ext cx="4676929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EAC0D3A9-6010-49DE-9EF3-822D21D0EC7B}"/>
                </a:ext>
              </a:extLst>
            </p:cNvPr>
            <p:cNvCxnSpPr/>
            <p:nvPr/>
          </p:nvCxnSpPr>
          <p:spPr>
            <a:xfrm>
              <a:off x="8018541" y="2375100"/>
              <a:ext cx="0" cy="902525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9714094D-C71A-4F97-9214-8F85F36EF039}"/>
                </a:ext>
              </a:extLst>
            </p:cNvPr>
            <p:cNvCxnSpPr/>
            <p:nvPr/>
          </p:nvCxnSpPr>
          <p:spPr>
            <a:xfrm>
              <a:off x="9090530" y="2375099"/>
              <a:ext cx="0" cy="902525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A1EA440D-5CC3-4D1D-84B3-DEBCD0AF2FBA}"/>
                </a:ext>
              </a:extLst>
            </p:cNvPr>
            <p:cNvCxnSpPr/>
            <p:nvPr/>
          </p:nvCxnSpPr>
          <p:spPr>
            <a:xfrm>
              <a:off x="10182686" y="2375099"/>
              <a:ext cx="0" cy="902525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E5162B26-8CBA-4636-B59E-6C85CAD8BED7}"/>
                </a:ext>
              </a:extLst>
            </p:cNvPr>
            <p:cNvCxnSpPr/>
            <p:nvPr/>
          </p:nvCxnSpPr>
          <p:spPr>
            <a:xfrm>
              <a:off x="11245901" y="2375099"/>
              <a:ext cx="0" cy="902525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任意多边形: 形状 107" descr="\documentclass[UTF8]{article}&#10;\usepackage{ctex}&#10;\usepackage{amsmath}&#10;\pagestyle{empty}&#10;\begin{document}&#10;&#10;$t$&#10;&#10;\end{document}" title="IguanaTex Shape Display">
              <a:extLst>
                <a:ext uri="{FF2B5EF4-FFF2-40B4-BE49-F238E27FC236}">
                  <a16:creationId xmlns:a16="http://schemas.microsoft.com/office/drawing/2014/main" id="{66483BA4-82A2-46BF-8FAB-6AB11E7D1BE0}"/>
                </a:ext>
              </a:extLst>
            </p:cNvPr>
            <p:cNvSpPr>
              <a:spLocks noChangeAspect="1"/>
            </p:cNvSpPr>
            <p:nvPr>
              <p:custDataLst>
                <p:tags r:id="rId11"/>
              </p:custDataLst>
            </p:nvPr>
          </p:nvSpPr>
          <p:spPr>
            <a:xfrm>
              <a:off x="11741956" y="2730799"/>
              <a:ext cx="76759" cy="191123"/>
            </a:xfrm>
            <a:custGeom>
              <a:avLst/>
              <a:gdLst>
                <a:gd name="connsiteX0" fmla="*/ 45838 w 76759"/>
                <a:gd name="connsiteY0" fmla="*/ 67871 h 191123"/>
                <a:gd name="connsiteX1" fmla="*/ 69341 w 76759"/>
                <a:gd name="connsiteY1" fmla="*/ 67871 h 191123"/>
                <a:gd name="connsiteX2" fmla="*/ 76842 w 76759"/>
                <a:gd name="connsiteY2" fmla="*/ 61870 h 191123"/>
                <a:gd name="connsiteX3" fmla="*/ 69841 w 76759"/>
                <a:gd name="connsiteY3" fmla="*/ 58570 h 191123"/>
                <a:gd name="connsiteX4" fmla="*/ 47839 w 76759"/>
                <a:gd name="connsiteY4" fmla="*/ 58570 h 191123"/>
                <a:gd name="connsiteX5" fmla="*/ 58090 w 76759"/>
                <a:gd name="connsiteY5" fmla="*/ 8164 h 191123"/>
                <a:gd name="connsiteX6" fmla="*/ 50839 w 76759"/>
                <a:gd name="connsiteY6" fmla="*/ 63 h 191123"/>
                <a:gd name="connsiteX7" fmla="*/ 40838 w 76759"/>
                <a:gd name="connsiteY7" fmla="*/ 10864 h 191123"/>
                <a:gd name="connsiteX8" fmla="*/ 31087 w 76759"/>
                <a:gd name="connsiteY8" fmla="*/ 58570 h 191123"/>
                <a:gd name="connsiteX9" fmla="*/ 7584 w 76759"/>
                <a:gd name="connsiteY9" fmla="*/ 58570 h 191123"/>
                <a:gd name="connsiteX10" fmla="*/ 83 w 76759"/>
                <a:gd name="connsiteY10" fmla="*/ 64271 h 191123"/>
                <a:gd name="connsiteX11" fmla="*/ 7084 w 76759"/>
                <a:gd name="connsiteY11" fmla="*/ 67871 h 191123"/>
                <a:gd name="connsiteX12" fmla="*/ 29086 w 76759"/>
                <a:gd name="connsiteY12" fmla="*/ 67871 h 191123"/>
                <a:gd name="connsiteX13" fmla="*/ 10084 w 76759"/>
                <a:gd name="connsiteY13" fmla="*/ 163583 h 191123"/>
                <a:gd name="connsiteX14" fmla="*/ 33087 w 76759"/>
                <a:gd name="connsiteY14" fmla="*/ 191187 h 191123"/>
                <a:gd name="connsiteX15" fmla="*/ 72842 w 76759"/>
                <a:gd name="connsiteY15" fmla="*/ 144981 h 191123"/>
                <a:gd name="connsiteX16" fmla="*/ 69841 w 76759"/>
                <a:gd name="connsiteY16" fmla="*/ 141980 h 191123"/>
                <a:gd name="connsiteX17" fmla="*/ 66091 w 76759"/>
                <a:gd name="connsiteY17" fmla="*/ 146181 h 191123"/>
                <a:gd name="connsiteX18" fmla="*/ 33587 w 76759"/>
                <a:gd name="connsiteY18" fmla="*/ 184586 h 191123"/>
                <a:gd name="connsiteX19" fmla="*/ 25836 w 76759"/>
                <a:gd name="connsiteY19" fmla="*/ 170784 h 191123"/>
                <a:gd name="connsiteX20" fmla="*/ 27336 w 76759"/>
                <a:gd name="connsiteY20" fmla="*/ 156382 h 191123"/>
                <a:gd name="connsiteX21" fmla="*/ 45838 w 76759"/>
                <a:gd name="connsiteY21" fmla="*/ 67871 h 191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6759" h="191123">
                  <a:moveTo>
                    <a:pt x="45838" y="67871"/>
                  </a:moveTo>
                  <a:lnTo>
                    <a:pt x="69341" y="67871"/>
                  </a:lnTo>
                  <a:cubicBezTo>
                    <a:pt x="74342" y="67871"/>
                    <a:pt x="76842" y="67871"/>
                    <a:pt x="76842" y="61870"/>
                  </a:cubicBezTo>
                  <a:cubicBezTo>
                    <a:pt x="76842" y="58570"/>
                    <a:pt x="74342" y="58570"/>
                    <a:pt x="69841" y="58570"/>
                  </a:cubicBezTo>
                  <a:lnTo>
                    <a:pt x="47839" y="58570"/>
                  </a:lnTo>
                  <a:cubicBezTo>
                    <a:pt x="56840" y="15965"/>
                    <a:pt x="58090" y="9964"/>
                    <a:pt x="58090" y="8164"/>
                  </a:cubicBezTo>
                  <a:cubicBezTo>
                    <a:pt x="58090" y="3063"/>
                    <a:pt x="55090" y="63"/>
                    <a:pt x="50839" y="63"/>
                  </a:cubicBezTo>
                  <a:cubicBezTo>
                    <a:pt x="50089" y="63"/>
                    <a:pt x="43088" y="363"/>
                    <a:pt x="40838" y="10864"/>
                  </a:cubicBezTo>
                  <a:lnTo>
                    <a:pt x="31087" y="58570"/>
                  </a:lnTo>
                  <a:lnTo>
                    <a:pt x="7584" y="58570"/>
                  </a:lnTo>
                  <a:cubicBezTo>
                    <a:pt x="2583" y="58570"/>
                    <a:pt x="83" y="58570"/>
                    <a:pt x="83" y="64271"/>
                  </a:cubicBezTo>
                  <a:cubicBezTo>
                    <a:pt x="83" y="67871"/>
                    <a:pt x="2083" y="67871"/>
                    <a:pt x="7084" y="67871"/>
                  </a:cubicBezTo>
                  <a:lnTo>
                    <a:pt x="29086" y="67871"/>
                  </a:lnTo>
                  <a:cubicBezTo>
                    <a:pt x="11084" y="153082"/>
                    <a:pt x="10084" y="158182"/>
                    <a:pt x="10084" y="163583"/>
                  </a:cubicBezTo>
                  <a:cubicBezTo>
                    <a:pt x="10084" y="179785"/>
                    <a:pt x="19585" y="191187"/>
                    <a:pt x="33087" y="191187"/>
                  </a:cubicBezTo>
                  <a:cubicBezTo>
                    <a:pt x="58590" y="191187"/>
                    <a:pt x="72842" y="147381"/>
                    <a:pt x="72842" y="144981"/>
                  </a:cubicBezTo>
                  <a:cubicBezTo>
                    <a:pt x="72842" y="141980"/>
                    <a:pt x="70842" y="141980"/>
                    <a:pt x="69841" y="141980"/>
                  </a:cubicBezTo>
                  <a:cubicBezTo>
                    <a:pt x="67591" y="141980"/>
                    <a:pt x="67341" y="142881"/>
                    <a:pt x="66091" y="146181"/>
                  </a:cubicBezTo>
                  <a:cubicBezTo>
                    <a:pt x="55340" y="177385"/>
                    <a:pt x="42088" y="184586"/>
                    <a:pt x="33587" y="184586"/>
                  </a:cubicBezTo>
                  <a:cubicBezTo>
                    <a:pt x="28336" y="184586"/>
                    <a:pt x="25836" y="180685"/>
                    <a:pt x="25836" y="170784"/>
                  </a:cubicBezTo>
                  <a:cubicBezTo>
                    <a:pt x="25836" y="163583"/>
                    <a:pt x="26336" y="161483"/>
                    <a:pt x="27336" y="156382"/>
                  </a:cubicBezTo>
                  <a:lnTo>
                    <a:pt x="45838" y="67871"/>
                  </a:lnTo>
                  <a:close/>
                </a:path>
              </a:pathLst>
            </a:custGeom>
            <a:solidFill>
              <a:srgbClr val="000000"/>
            </a:solidFill>
            <a:ln w="23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09" name="组合 108" descr="\documentclass[UTF8]{article}&#10;\usepackage{ctex}&#10;\usepackage{amsmath}&#10;\pagestyle{empty}&#10;\begin{document}&#10;&#10;$e_{\text{2FSK}}(t)$&#10;&#10;\end{document}" title="IguanaTex Shape Display">
            <a:extLst>
              <a:ext uri="{FF2B5EF4-FFF2-40B4-BE49-F238E27FC236}">
                <a16:creationId xmlns:a16="http://schemas.microsoft.com/office/drawing/2014/main" id="{49EE44D8-F762-488E-ADA4-C2F3E1FFF392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279272" y="3267914"/>
            <a:ext cx="893611" cy="280034"/>
            <a:chOff x="4640295" y="4003906"/>
            <a:chExt cx="893611" cy="280034"/>
          </a:xfrm>
        </p:grpSpPr>
        <p:sp>
          <p:nvSpPr>
            <p:cNvPr id="110" name="任意多边形: 形状 109">
              <a:extLst>
                <a:ext uri="{FF2B5EF4-FFF2-40B4-BE49-F238E27FC236}">
                  <a16:creationId xmlns:a16="http://schemas.microsoft.com/office/drawing/2014/main" id="{B27F389F-8433-4F0F-9DF5-24274A6228A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4640295" y="4090157"/>
              <a:ext cx="101720" cy="126855"/>
            </a:xfrm>
            <a:custGeom>
              <a:avLst/>
              <a:gdLst>
                <a:gd name="connsiteX0" fmla="*/ 37433 w 101720"/>
                <a:gd name="connsiteY0" fmla="*/ 59150 h 126855"/>
                <a:gd name="connsiteX1" fmla="*/ 77963 w 101720"/>
                <a:gd name="connsiteY1" fmla="*/ 52709 h 126855"/>
                <a:gd name="connsiteX2" fmla="*/ 97830 w 101720"/>
                <a:gd name="connsiteY2" fmla="*/ 23866 h 126855"/>
                <a:gd name="connsiteX3" fmla="*/ 69486 w 101720"/>
                <a:gd name="connsiteY3" fmla="*/ 63 h 126855"/>
                <a:gd name="connsiteX4" fmla="*/ 83 w 101720"/>
                <a:gd name="connsiteY4" fmla="*/ 76232 h 126855"/>
                <a:gd name="connsiteX5" fmla="*/ 41672 w 101720"/>
                <a:gd name="connsiteY5" fmla="*/ 126919 h 126855"/>
                <a:gd name="connsiteX6" fmla="*/ 101804 w 101720"/>
                <a:gd name="connsiteY6" fmla="*/ 93874 h 126855"/>
                <a:gd name="connsiteX7" fmla="*/ 98625 w 101720"/>
                <a:gd name="connsiteY7" fmla="*/ 90234 h 126855"/>
                <a:gd name="connsiteX8" fmla="*/ 95181 w 101720"/>
                <a:gd name="connsiteY8" fmla="*/ 93034 h 126855"/>
                <a:gd name="connsiteX9" fmla="*/ 42202 w 101720"/>
                <a:gd name="connsiteY9" fmla="*/ 120758 h 126855"/>
                <a:gd name="connsiteX10" fmla="*/ 19155 w 101720"/>
                <a:gd name="connsiteY10" fmla="*/ 88274 h 126855"/>
                <a:gd name="connsiteX11" fmla="*/ 23394 w 101720"/>
                <a:gd name="connsiteY11" fmla="*/ 59150 h 126855"/>
                <a:gd name="connsiteX12" fmla="*/ 37433 w 101720"/>
                <a:gd name="connsiteY12" fmla="*/ 59150 h 126855"/>
                <a:gd name="connsiteX13" fmla="*/ 24983 w 101720"/>
                <a:gd name="connsiteY13" fmla="*/ 52989 h 126855"/>
                <a:gd name="connsiteX14" fmla="*/ 69486 w 101720"/>
                <a:gd name="connsiteY14" fmla="*/ 6224 h 126855"/>
                <a:gd name="connsiteX15" fmla="*/ 89088 w 101720"/>
                <a:gd name="connsiteY15" fmla="*/ 23866 h 126855"/>
                <a:gd name="connsiteX16" fmla="*/ 35844 w 101720"/>
                <a:gd name="connsiteY16" fmla="*/ 52989 h 126855"/>
                <a:gd name="connsiteX17" fmla="*/ 24983 w 101720"/>
                <a:gd name="connsiteY17" fmla="*/ 52989 h 126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1720" h="126855">
                  <a:moveTo>
                    <a:pt x="37433" y="59150"/>
                  </a:moveTo>
                  <a:cubicBezTo>
                    <a:pt x="45115" y="59150"/>
                    <a:pt x="64718" y="58590"/>
                    <a:pt x="77963" y="52709"/>
                  </a:cubicBezTo>
                  <a:cubicBezTo>
                    <a:pt x="96506" y="44308"/>
                    <a:pt x="97830" y="27786"/>
                    <a:pt x="97830" y="23866"/>
                  </a:cubicBezTo>
                  <a:cubicBezTo>
                    <a:pt x="97830" y="11544"/>
                    <a:pt x="87764" y="63"/>
                    <a:pt x="69486" y="63"/>
                  </a:cubicBezTo>
                  <a:cubicBezTo>
                    <a:pt x="40082" y="63"/>
                    <a:pt x="83" y="27226"/>
                    <a:pt x="83" y="76232"/>
                  </a:cubicBezTo>
                  <a:cubicBezTo>
                    <a:pt x="83" y="104796"/>
                    <a:pt x="15712" y="126919"/>
                    <a:pt x="41672" y="126919"/>
                  </a:cubicBezTo>
                  <a:cubicBezTo>
                    <a:pt x="79552" y="126919"/>
                    <a:pt x="101804" y="97235"/>
                    <a:pt x="101804" y="93874"/>
                  </a:cubicBezTo>
                  <a:cubicBezTo>
                    <a:pt x="101804" y="92194"/>
                    <a:pt x="100214" y="90234"/>
                    <a:pt x="98625" y="90234"/>
                  </a:cubicBezTo>
                  <a:cubicBezTo>
                    <a:pt x="97300" y="90234"/>
                    <a:pt x="96770" y="90794"/>
                    <a:pt x="95181" y="93034"/>
                  </a:cubicBezTo>
                  <a:cubicBezTo>
                    <a:pt x="74254" y="120758"/>
                    <a:pt x="45380" y="120758"/>
                    <a:pt x="42202" y="120758"/>
                  </a:cubicBezTo>
                  <a:cubicBezTo>
                    <a:pt x="21539" y="120758"/>
                    <a:pt x="19155" y="97235"/>
                    <a:pt x="19155" y="88274"/>
                  </a:cubicBezTo>
                  <a:cubicBezTo>
                    <a:pt x="19155" y="84913"/>
                    <a:pt x="19420" y="76232"/>
                    <a:pt x="23394" y="59150"/>
                  </a:cubicBezTo>
                  <a:lnTo>
                    <a:pt x="37433" y="59150"/>
                  </a:lnTo>
                  <a:close/>
                  <a:moveTo>
                    <a:pt x="24983" y="52989"/>
                  </a:moveTo>
                  <a:cubicBezTo>
                    <a:pt x="35314" y="10424"/>
                    <a:pt x="62599" y="6224"/>
                    <a:pt x="69486" y="6224"/>
                  </a:cubicBezTo>
                  <a:cubicBezTo>
                    <a:pt x="81936" y="6224"/>
                    <a:pt x="89088" y="14345"/>
                    <a:pt x="89088" y="23866"/>
                  </a:cubicBezTo>
                  <a:cubicBezTo>
                    <a:pt x="89088" y="52989"/>
                    <a:pt x="46705" y="52989"/>
                    <a:pt x="35844" y="52989"/>
                  </a:cubicBezTo>
                  <a:lnTo>
                    <a:pt x="24983" y="52989"/>
                  </a:lnTo>
                  <a:close/>
                </a:path>
              </a:pathLst>
            </a:custGeom>
            <a:solidFill>
              <a:srgbClr val="000000"/>
            </a:solidFill>
            <a:ln w="25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1" name="任意多边形: 形状 110">
              <a:extLst>
                <a:ext uri="{FF2B5EF4-FFF2-40B4-BE49-F238E27FC236}">
                  <a16:creationId xmlns:a16="http://schemas.microsoft.com/office/drawing/2014/main" id="{3ECD3235-C150-4AFE-9043-DC5D282973F1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4762537" y="4132438"/>
              <a:ext cx="77764" cy="123499"/>
            </a:xfrm>
            <a:custGeom>
              <a:avLst/>
              <a:gdLst>
                <a:gd name="connsiteX0" fmla="*/ 77853 w 77764"/>
                <a:gd name="connsiteY0" fmla="*/ 89713 h 123499"/>
                <a:gd name="connsiteX1" fmla="*/ 71871 w 77764"/>
                <a:gd name="connsiteY1" fmla="*/ 89713 h 123499"/>
                <a:gd name="connsiteX2" fmla="*/ 67296 w 77764"/>
                <a:gd name="connsiteY2" fmla="*/ 106638 h 123499"/>
                <a:gd name="connsiteX3" fmla="*/ 49878 w 77764"/>
                <a:gd name="connsiteY3" fmla="*/ 107754 h 123499"/>
                <a:gd name="connsiteX4" fmla="*/ 17506 w 77764"/>
                <a:gd name="connsiteY4" fmla="*/ 107754 h 123499"/>
                <a:gd name="connsiteX5" fmla="*/ 52693 w 77764"/>
                <a:gd name="connsiteY5" fmla="*/ 76507 h 123499"/>
                <a:gd name="connsiteX6" fmla="*/ 77853 w 77764"/>
                <a:gd name="connsiteY6" fmla="*/ 36333 h 123499"/>
                <a:gd name="connsiteX7" fmla="*/ 36683 w 77764"/>
                <a:gd name="connsiteY7" fmla="*/ 64 h 123499"/>
                <a:gd name="connsiteX8" fmla="*/ 88 w 77764"/>
                <a:gd name="connsiteY8" fmla="*/ 33357 h 123499"/>
                <a:gd name="connsiteX9" fmla="*/ 9412 w 77764"/>
                <a:gd name="connsiteY9" fmla="*/ 43773 h 123499"/>
                <a:gd name="connsiteX10" fmla="*/ 18737 w 77764"/>
                <a:gd name="connsiteY10" fmla="*/ 33915 h 123499"/>
                <a:gd name="connsiteX11" fmla="*/ 8357 w 77764"/>
                <a:gd name="connsiteY11" fmla="*/ 24057 h 123499"/>
                <a:gd name="connsiteX12" fmla="*/ 34044 w 77764"/>
                <a:gd name="connsiteY12" fmla="*/ 6760 h 123499"/>
                <a:gd name="connsiteX13" fmla="*/ 60787 w 77764"/>
                <a:gd name="connsiteY13" fmla="*/ 36333 h 123499"/>
                <a:gd name="connsiteX14" fmla="*/ 44248 w 77764"/>
                <a:gd name="connsiteY14" fmla="*/ 72043 h 123499"/>
                <a:gd name="connsiteX15" fmla="*/ 1847 w 77764"/>
                <a:gd name="connsiteY15" fmla="*/ 116310 h 123499"/>
                <a:gd name="connsiteX16" fmla="*/ 88 w 77764"/>
                <a:gd name="connsiteY16" fmla="*/ 123563 h 123499"/>
                <a:gd name="connsiteX17" fmla="*/ 72574 w 77764"/>
                <a:gd name="connsiteY17" fmla="*/ 123563 h 123499"/>
                <a:gd name="connsiteX18" fmla="*/ 77853 w 77764"/>
                <a:gd name="connsiteY18" fmla="*/ 89713 h 123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7764" h="123499">
                  <a:moveTo>
                    <a:pt x="77853" y="89713"/>
                  </a:moveTo>
                  <a:lnTo>
                    <a:pt x="71871" y="89713"/>
                  </a:lnTo>
                  <a:cubicBezTo>
                    <a:pt x="71343" y="93805"/>
                    <a:pt x="69584" y="104778"/>
                    <a:pt x="67296" y="106638"/>
                  </a:cubicBezTo>
                  <a:cubicBezTo>
                    <a:pt x="65889" y="107754"/>
                    <a:pt x="52342" y="107754"/>
                    <a:pt x="49878" y="107754"/>
                  </a:cubicBezTo>
                  <a:lnTo>
                    <a:pt x="17506" y="107754"/>
                  </a:lnTo>
                  <a:cubicBezTo>
                    <a:pt x="35979" y="90457"/>
                    <a:pt x="42137" y="85249"/>
                    <a:pt x="52693" y="76507"/>
                  </a:cubicBezTo>
                  <a:cubicBezTo>
                    <a:pt x="65713" y="65534"/>
                    <a:pt x="77853" y="54002"/>
                    <a:pt x="77853" y="36333"/>
                  </a:cubicBezTo>
                  <a:cubicBezTo>
                    <a:pt x="77853" y="13828"/>
                    <a:pt x="59203" y="64"/>
                    <a:pt x="36683" y="64"/>
                  </a:cubicBezTo>
                  <a:cubicBezTo>
                    <a:pt x="14867" y="64"/>
                    <a:pt x="88" y="16246"/>
                    <a:pt x="88" y="33357"/>
                  </a:cubicBezTo>
                  <a:cubicBezTo>
                    <a:pt x="88" y="42843"/>
                    <a:pt x="7653" y="43773"/>
                    <a:pt x="9412" y="43773"/>
                  </a:cubicBezTo>
                  <a:cubicBezTo>
                    <a:pt x="13635" y="43773"/>
                    <a:pt x="18737" y="40611"/>
                    <a:pt x="18737" y="33915"/>
                  </a:cubicBezTo>
                  <a:cubicBezTo>
                    <a:pt x="18737" y="30567"/>
                    <a:pt x="17506" y="24057"/>
                    <a:pt x="8357" y="24057"/>
                  </a:cubicBezTo>
                  <a:cubicBezTo>
                    <a:pt x="13811" y="10852"/>
                    <a:pt x="25775" y="6760"/>
                    <a:pt x="34044" y="6760"/>
                  </a:cubicBezTo>
                  <a:cubicBezTo>
                    <a:pt x="51638" y="6760"/>
                    <a:pt x="60787" y="21267"/>
                    <a:pt x="60787" y="36333"/>
                  </a:cubicBezTo>
                  <a:cubicBezTo>
                    <a:pt x="60787" y="52514"/>
                    <a:pt x="49878" y="65348"/>
                    <a:pt x="44248" y="72043"/>
                  </a:cubicBezTo>
                  <a:lnTo>
                    <a:pt x="1847" y="116310"/>
                  </a:lnTo>
                  <a:cubicBezTo>
                    <a:pt x="88" y="117984"/>
                    <a:pt x="88" y="118356"/>
                    <a:pt x="88" y="123563"/>
                  </a:cubicBezTo>
                  <a:lnTo>
                    <a:pt x="72574" y="123563"/>
                  </a:lnTo>
                  <a:lnTo>
                    <a:pt x="77853" y="89713"/>
                  </a:lnTo>
                  <a:close/>
                </a:path>
              </a:pathLst>
            </a:custGeom>
            <a:solidFill>
              <a:srgbClr val="000000"/>
            </a:solidFill>
            <a:ln w="25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2" name="任意多边形: 形状 111">
              <a:extLst>
                <a:ext uri="{FF2B5EF4-FFF2-40B4-BE49-F238E27FC236}">
                  <a16:creationId xmlns:a16="http://schemas.microsoft.com/office/drawing/2014/main" id="{3BEE650A-D1AC-46FE-9AC0-800606BE462B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4861494" y="4129648"/>
              <a:ext cx="110137" cy="126288"/>
            </a:xfrm>
            <a:custGeom>
              <a:avLst/>
              <a:gdLst>
                <a:gd name="connsiteX0" fmla="*/ 104951 w 110137"/>
                <a:gd name="connsiteY0" fmla="*/ 64 h 126288"/>
                <a:gd name="connsiteX1" fmla="*/ 92 w 110137"/>
                <a:gd name="connsiteY1" fmla="*/ 64 h 126288"/>
                <a:gd name="connsiteX2" fmla="*/ 92 w 110137"/>
                <a:gd name="connsiteY2" fmla="*/ 6760 h 126288"/>
                <a:gd name="connsiteX3" fmla="*/ 4314 w 110137"/>
                <a:gd name="connsiteY3" fmla="*/ 6760 h 126288"/>
                <a:gd name="connsiteX4" fmla="*/ 18213 w 110137"/>
                <a:gd name="connsiteY4" fmla="*/ 15130 h 126288"/>
                <a:gd name="connsiteX5" fmla="*/ 18213 w 110137"/>
                <a:gd name="connsiteY5" fmla="*/ 111288 h 126288"/>
                <a:gd name="connsiteX6" fmla="*/ 4314 w 110137"/>
                <a:gd name="connsiteY6" fmla="*/ 119658 h 126288"/>
                <a:gd name="connsiteX7" fmla="*/ 92 w 110137"/>
                <a:gd name="connsiteY7" fmla="*/ 119658 h 126288"/>
                <a:gd name="connsiteX8" fmla="*/ 92 w 110137"/>
                <a:gd name="connsiteY8" fmla="*/ 126353 h 126288"/>
                <a:gd name="connsiteX9" fmla="*/ 26834 w 110137"/>
                <a:gd name="connsiteY9" fmla="*/ 125609 h 126288"/>
                <a:gd name="connsiteX10" fmla="*/ 57624 w 110137"/>
                <a:gd name="connsiteY10" fmla="*/ 126353 h 126288"/>
                <a:gd name="connsiteX11" fmla="*/ 57624 w 110137"/>
                <a:gd name="connsiteY11" fmla="*/ 119658 h 126288"/>
                <a:gd name="connsiteX12" fmla="*/ 51466 w 110137"/>
                <a:gd name="connsiteY12" fmla="*/ 119658 h 126288"/>
                <a:gd name="connsiteX13" fmla="*/ 34928 w 110137"/>
                <a:gd name="connsiteY13" fmla="*/ 111102 h 126288"/>
                <a:gd name="connsiteX14" fmla="*/ 34928 w 110137"/>
                <a:gd name="connsiteY14" fmla="*/ 66464 h 126288"/>
                <a:gd name="connsiteX15" fmla="*/ 51994 w 110137"/>
                <a:gd name="connsiteY15" fmla="*/ 66464 h 126288"/>
                <a:gd name="connsiteX16" fmla="*/ 72051 w 110137"/>
                <a:gd name="connsiteY16" fmla="*/ 88225 h 126288"/>
                <a:gd name="connsiteX17" fmla="*/ 78033 w 110137"/>
                <a:gd name="connsiteY17" fmla="*/ 88225 h 126288"/>
                <a:gd name="connsiteX18" fmla="*/ 78033 w 110137"/>
                <a:gd name="connsiteY18" fmla="*/ 38007 h 126288"/>
                <a:gd name="connsiteX19" fmla="*/ 72051 w 110137"/>
                <a:gd name="connsiteY19" fmla="*/ 38007 h 126288"/>
                <a:gd name="connsiteX20" fmla="*/ 51994 w 110137"/>
                <a:gd name="connsiteY20" fmla="*/ 59768 h 126288"/>
                <a:gd name="connsiteX21" fmla="*/ 34928 w 110137"/>
                <a:gd name="connsiteY21" fmla="*/ 59768 h 126288"/>
                <a:gd name="connsiteX22" fmla="*/ 34928 w 110137"/>
                <a:gd name="connsiteY22" fmla="*/ 14014 h 126288"/>
                <a:gd name="connsiteX23" fmla="*/ 43373 w 110137"/>
                <a:gd name="connsiteY23" fmla="*/ 6760 h 126288"/>
                <a:gd name="connsiteX24" fmla="*/ 68004 w 110137"/>
                <a:gd name="connsiteY24" fmla="*/ 6760 h 126288"/>
                <a:gd name="connsiteX25" fmla="*/ 104247 w 110137"/>
                <a:gd name="connsiteY25" fmla="*/ 42843 h 126288"/>
                <a:gd name="connsiteX26" fmla="*/ 110229 w 110137"/>
                <a:gd name="connsiteY26" fmla="*/ 42843 h 126288"/>
                <a:gd name="connsiteX27" fmla="*/ 104951 w 110137"/>
                <a:gd name="connsiteY27" fmla="*/ 64 h 126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10137" h="126288">
                  <a:moveTo>
                    <a:pt x="104951" y="64"/>
                  </a:moveTo>
                  <a:lnTo>
                    <a:pt x="92" y="64"/>
                  </a:lnTo>
                  <a:lnTo>
                    <a:pt x="92" y="6760"/>
                  </a:lnTo>
                  <a:lnTo>
                    <a:pt x="4314" y="6760"/>
                  </a:lnTo>
                  <a:cubicBezTo>
                    <a:pt x="17861" y="6760"/>
                    <a:pt x="18213" y="8620"/>
                    <a:pt x="18213" y="15130"/>
                  </a:cubicBezTo>
                  <a:lnTo>
                    <a:pt x="18213" y="111288"/>
                  </a:lnTo>
                  <a:cubicBezTo>
                    <a:pt x="18213" y="117612"/>
                    <a:pt x="17861" y="119658"/>
                    <a:pt x="4314" y="119658"/>
                  </a:cubicBezTo>
                  <a:lnTo>
                    <a:pt x="92" y="119658"/>
                  </a:lnTo>
                  <a:lnTo>
                    <a:pt x="92" y="126353"/>
                  </a:lnTo>
                  <a:cubicBezTo>
                    <a:pt x="268" y="126353"/>
                    <a:pt x="20149" y="125609"/>
                    <a:pt x="26834" y="125609"/>
                  </a:cubicBezTo>
                  <a:cubicBezTo>
                    <a:pt x="34048" y="125609"/>
                    <a:pt x="54985" y="126167"/>
                    <a:pt x="57624" y="126353"/>
                  </a:cubicBezTo>
                  <a:lnTo>
                    <a:pt x="57624" y="119658"/>
                  </a:lnTo>
                  <a:lnTo>
                    <a:pt x="51466" y="119658"/>
                  </a:lnTo>
                  <a:cubicBezTo>
                    <a:pt x="34928" y="119658"/>
                    <a:pt x="34928" y="117240"/>
                    <a:pt x="34928" y="111102"/>
                  </a:cubicBezTo>
                  <a:lnTo>
                    <a:pt x="34928" y="66464"/>
                  </a:lnTo>
                  <a:lnTo>
                    <a:pt x="51994" y="66464"/>
                  </a:lnTo>
                  <a:cubicBezTo>
                    <a:pt x="69587" y="66464"/>
                    <a:pt x="72051" y="72043"/>
                    <a:pt x="72051" y="88225"/>
                  </a:cubicBezTo>
                  <a:lnTo>
                    <a:pt x="78033" y="88225"/>
                  </a:lnTo>
                  <a:lnTo>
                    <a:pt x="78033" y="38007"/>
                  </a:lnTo>
                  <a:lnTo>
                    <a:pt x="72051" y="38007"/>
                  </a:lnTo>
                  <a:cubicBezTo>
                    <a:pt x="72051" y="54002"/>
                    <a:pt x="69587" y="59768"/>
                    <a:pt x="51994" y="59768"/>
                  </a:cubicBezTo>
                  <a:lnTo>
                    <a:pt x="34928" y="59768"/>
                  </a:lnTo>
                  <a:lnTo>
                    <a:pt x="34928" y="14014"/>
                  </a:lnTo>
                  <a:cubicBezTo>
                    <a:pt x="34928" y="8248"/>
                    <a:pt x="35103" y="6760"/>
                    <a:pt x="43373" y="6760"/>
                  </a:cubicBezTo>
                  <a:lnTo>
                    <a:pt x="68004" y="6760"/>
                  </a:lnTo>
                  <a:cubicBezTo>
                    <a:pt x="96330" y="6760"/>
                    <a:pt x="101081" y="16804"/>
                    <a:pt x="104247" y="42843"/>
                  </a:cubicBezTo>
                  <a:lnTo>
                    <a:pt x="110229" y="42843"/>
                  </a:lnTo>
                  <a:lnTo>
                    <a:pt x="104951" y="64"/>
                  </a:lnTo>
                  <a:close/>
                </a:path>
              </a:pathLst>
            </a:custGeom>
            <a:solidFill>
              <a:srgbClr val="000000"/>
            </a:solidFill>
            <a:ln w="25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3" name="任意多边形: 形状 112">
              <a:extLst>
                <a:ext uri="{FF2B5EF4-FFF2-40B4-BE49-F238E27FC236}">
                  <a16:creationId xmlns:a16="http://schemas.microsoft.com/office/drawing/2014/main" id="{E4C74C01-2E79-4845-A00C-C18CDAB7A69A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4993643" y="4125184"/>
              <a:ext cx="86210" cy="134472"/>
            </a:xfrm>
            <a:custGeom>
              <a:avLst/>
              <a:gdLst>
                <a:gd name="connsiteX0" fmla="*/ 31590 w 86210"/>
                <a:gd name="connsiteY0" fmla="*/ 53258 h 134472"/>
                <a:gd name="connsiteX1" fmla="*/ 11357 w 86210"/>
                <a:gd name="connsiteY1" fmla="*/ 30009 h 134472"/>
                <a:gd name="connsiteX2" fmla="*/ 38100 w 86210"/>
                <a:gd name="connsiteY2" fmla="*/ 6016 h 134472"/>
                <a:gd name="connsiteX3" fmla="*/ 74871 w 86210"/>
                <a:gd name="connsiteY3" fmla="*/ 42285 h 134472"/>
                <a:gd name="connsiteX4" fmla="*/ 78038 w 86210"/>
                <a:gd name="connsiteY4" fmla="*/ 46004 h 134472"/>
                <a:gd name="connsiteX5" fmla="*/ 81029 w 86210"/>
                <a:gd name="connsiteY5" fmla="*/ 41169 h 134472"/>
                <a:gd name="connsiteX6" fmla="*/ 81029 w 86210"/>
                <a:gd name="connsiteY6" fmla="*/ 4900 h 134472"/>
                <a:gd name="connsiteX7" fmla="*/ 78566 w 86210"/>
                <a:gd name="connsiteY7" fmla="*/ 64 h 134472"/>
                <a:gd name="connsiteX8" fmla="*/ 75575 w 86210"/>
                <a:gd name="connsiteY8" fmla="*/ 2668 h 134472"/>
                <a:gd name="connsiteX9" fmla="*/ 69241 w 86210"/>
                <a:gd name="connsiteY9" fmla="*/ 13084 h 134472"/>
                <a:gd name="connsiteX10" fmla="*/ 38100 w 86210"/>
                <a:gd name="connsiteY10" fmla="*/ 64 h 134472"/>
                <a:gd name="connsiteX11" fmla="*/ 97 w 86210"/>
                <a:gd name="connsiteY11" fmla="*/ 35589 h 134472"/>
                <a:gd name="connsiteX12" fmla="*/ 10829 w 86210"/>
                <a:gd name="connsiteY12" fmla="*/ 60326 h 134472"/>
                <a:gd name="connsiteX13" fmla="*/ 42674 w 86210"/>
                <a:gd name="connsiteY13" fmla="*/ 73345 h 134472"/>
                <a:gd name="connsiteX14" fmla="*/ 67305 w 86210"/>
                <a:gd name="connsiteY14" fmla="*/ 83017 h 134472"/>
                <a:gd name="connsiteX15" fmla="*/ 75047 w 86210"/>
                <a:gd name="connsiteY15" fmla="*/ 101616 h 134472"/>
                <a:gd name="connsiteX16" fmla="*/ 47952 w 86210"/>
                <a:gd name="connsiteY16" fmla="*/ 127841 h 134472"/>
                <a:gd name="connsiteX17" fmla="*/ 6079 w 86210"/>
                <a:gd name="connsiteY17" fmla="*/ 92689 h 134472"/>
                <a:gd name="connsiteX18" fmla="*/ 3088 w 86210"/>
                <a:gd name="connsiteY18" fmla="*/ 88597 h 134472"/>
                <a:gd name="connsiteX19" fmla="*/ 97 w 86210"/>
                <a:gd name="connsiteY19" fmla="*/ 93619 h 134472"/>
                <a:gd name="connsiteX20" fmla="*/ 97 w 86210"/>
                <a:gd name="connsiteY20" fmla="*/ 129701 h 134472"/>
                <a:gd name="connsiteX21" fmla="*/ 2560 w 86210"/>
                <a:gd name="connsiteY21" fmla="*/ 134537 h 134472"/>
                <a:gd name="connsiteX22" fmla="*/ 5375 w 86210"/>
                <a:gd name="connsiteY22" fmla="*/ 132305 h 134472"/>
                <a:gd name="connsiteX23" fmla="*/ 11885 w 86210"/>
                <a:gd name="connsiteY23" fmla="*/ 121703 h 134472"/>
                <a:gd name="connsiteX24" fmla="*/ 47952 w 86210"/>
                <a:gd name="connsiteY24" fmla="*/ 134537 h 134472"/>
                <a:gd name="connsiteX25" fmla="*/ 86307 w 86210"/>
                <a:gd name="connsiteY25" fmla="*/ 96408 h 134472"/>
                <a:gd name="connsiteX26" fmla="*/ 57629 w 86210"/>
                <a:gd name="connsiteY26" fmla="*/ 59582 h 134472"/>
                <a:gd name="connsiteX27" fmla="*/ 31590 w 86210"/>
                <a:gd name="connsiteY27" fmla="*/ 53258 h 134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86210" h="134472">
                  <a:moveTo>
                    <a:pt x="31590" y="53258"/>
                  </a:moveTo>
                  <a:cubicBezTo>
                    <a:pt x="16107" y="49538"/>
                    <a:pt x="11357" y="37821"/>
                    <a:pt x="11357" y="30009"/>
                  </a:cubicBezTo>
                  <a:cubicBezTo>
                    <a:pt x="11357" y="17734"/>
                    <a:pt x="22089" y="6016"/>
                    <a:pt x="38100" y="6016"/>
                  </a:cubicBezTo>
                  <a:cubicBezTo>
                    <a:pt x="61851" y="6016"/>
                    <a:pt x="72056" y="22755"/>
                    <a:pt x="74871" y="42285"/>
                  </a:cubicBezTo>
                  <a:cubicBezTo>
                    <a:pt x="75223" y="45075"/>
                    <a:pt x="75399" y="46004"/>
                    <a:pt x="78038" y="46004"/>
                  </a:cubicBezTo>
                  <a:cubicBezTo>
                    <a:pt x="81029" y="46004"/>
                    <a:pt x="81029" y="44703"/>
                    <a:pt x="81029" y="41169"/>
                  </a:cubicBezTo>
                  <a:lnTo>
                    <a:pt x="81029" y="4900"/>
                  </a:lnTo>
                  <a:cubicBezTo>
                    <a:pt x="81029" y="1738"/>
                    <a:pt x="81029" y="64"/>
                    <a:pt x="78566" y="64"/>
                  </a:cubicBezTo>
                  <a:cubicBezTo>
                    <a:pt x="77158" y="64"/>
                    <a:pt x="76806" y="622"/>
                    <a:pt x="75575" y="2668"/>
                  </a:cubicBezTo>
                  <a:lnTo>
                    <a:pt x="69241" y="13084"/>
                  </a:lnTo>
                  <a:cubicBezTo>
                    <a:pt x="57629" y="622"/>
                    <a:pt x="43026" y="64"/>
                    <a:pt x="38100" y="64"/>
                  </a:cubicBezTo>
                  <a:cubicBezTo>
                    <a:pt x="15931" y="64"/>
                    <a:pt x="97" y="16804"/>
                    <a:pt x="97" y="35589"/>
                  </a:cubicBezTo>
                  <a:cubicBezTo>
                    <a:pt x="97" y="46004"/>
                    <a:pt x="4495" y="54002"/>
                    <a:pt x="10829" y="60326"/>
                  </a:cubicBezTo>
                  <a:cubicBezTo>
                    <a:pt x="17867" y="67580"/>
                    <a:pt x="23673" y="68882"/>
                    <a:pt x="42674" y="73345"/>
                  </a:cubicBezTo>
                  <a:cubicBezTo>
                    <a:pt x="58684" y="77065"/>
                    <a:pt x="62203" y="77809"/>
                    <a:pt x="67305" y="83017"/>
                  </a:cubicBezTo>
                  <a:cubicBezTo>
                    <a:pt x="71352" y="87295"/>
                    <a:pt x="75047" y="93247"/>
                    <a:pt x="75047" y="101616"/>
                  </a:cubicBezTo>
                  <a:cubicBezTo>
                    <a:pt x="75047" y="114636"/>
                    <a:pt x="64842" y="127841"/>
                    <a:pt x="47952" y="127841"/>
                  </a:cubicBezTo>
                  <a:cubicBezTo>
                    <a:pt x="30886" y="127841"/>
                    <a:pt x="7310" y="120773"/>
                    <a:pt x="6079" y="92689"/>
                  </a:cubicBezTo>
                  <a:cubicBezTo>
                    <a:pt x="5903" y="89713"/>
                    <a:pt x="5903" y="88597"/>
                    <a:pt x="3088" y="88597"/>
                  </a:cubicBezTo>
                  <a:cubicBezTo>
                    <a:pt x="97" y="88597"/>
                    <a:pt x="97" y="89899"/>
                    <a:pt x="97" y="93619"/>
                  </a:cubicBezTo>
                  <a:lnTo>
                    <a:pt x="97" y="129701"/>
                  </a:lnTo>
                  <a:cubicBezTo>
                    <a:pt x="97" y="132863"/>
                    <a:pt x="97" y="134537"/>
                    <a:pt x="2560" y="134537"/>
                  </a:cubicBezTo>
                  <a:cubicBezTo>
                    <a:pt x="3967" y="134537"/>
                    <a:pt x="4319" y="133979"/>
                    <a:pt x="5375" y="132305"/>
                  </a:cubicBezTo>
                  <a:cubicBezTo>
                    <a:pt x="6958" y="130073"/>
                    <a:pt x="10477" y="124121"/>
                    <a:pt x="11885" y="121703"/>
                  </a:cubicBezTo>
                  <a:cubicBezTo>
                    <a:pt x="22969" y="131933"/>
                    <a:pt x="36516" y="134537"/>
                    <a:pt x="47952" y="134537"/>
                  </a:cubicBezTo>
                  <a:cubicBezTo>
                    <a:pt x="71176" y="134537"/>
                    <a:pt x="86307" y="116124"/>
                    <a:pt x="86307" y="96408"/>
                  </a:cubicBezTo>
                  <a:cubicBezTo>
                    <a:pt x="86307" y="79669"/>
                    <a:pt x="75223" y="63860"/>
                    <a:pt x="57629" y="59582"/>
                  </a:cubicBezTo>
                  <a:lnTo>
                    <a:pt x="31590" y="53258"/>
                  </a:lnTo>
                  <a:close/>
                </a:path>
              </a:pathLst>
            </a:custGeom>
            <a:solidFill>
              <a:srgbClr val="000000"/>
            </a:solidFill>
            <a:ln w="25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4" name="任意多边形: 形状 113">
              <a:extLst>
                <a:ext uri="{FF2B5EF4-FFF2-40B4-BE49-F238E27FC236}">
                  <a16:creationId xmlns:a16="http://schemas.microsoft.com/office/drawing/2014/main" id="{A6DE34D4-13C7-47DA-B63A-13CAFB31338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5102190" y="4128904"/>
              <a:ext cx="134241" cy="127032"/>
            </a:xfrm>
            <a:custGeom>
              <a:avLst/>
              <a:gdLst>
                <a:gd name="connsiteX0" fmla="*/ 69949 w 134241"/>
                <a:gd name="connsiteY0" fmla="*/ 49724 h 127032"/>
                <a:gd name="connsiteX1" fmla="*/ 105665 w 134241"/>
                <a:gd name="connsiteY1" fmla="*/ 17548 h 127032"/>
                <a:gd name="connsiteX2" fmla="*/ 131703 w 134241"/>
                <a:gd name="connsiteY2" fmla="*/ 6760 h 127032"/>
                <a:gd name="connsiteX3" fmla="*/ 131703 w 134241"/>
                <a:gd name="connsiteY3" fmla="*/ 64 h 127032"/>
                <a:gd name="connsiteX4" fmla="*/ 116749 w 134241"/>
                <a:gd name="connsiteY4" fmla="*/ 808 h 127032"/>
                <a:gd name="connsiteX5" fmla="*/ 92469 w 134241"/>
                <a:gd name="connsiteY5" fmla="*/ 64 h 127032"/>
                <a:gd name="connsiteX6" fmla="*/ 92469 w 134241"/>
                <a:gd name="connsiteY6" fmla="*/ 6760 h 127032"/>
                <a:gd name="connsiteX7" fmla="*/ 98979 w 134241"/>
                <a:gd name="connsiteY7" fmla="*/ 12154 h 127032"/>
                <a:gd name="connsiteX8" fmla="*/ 97395 w 134241"/>
                <a:gd name="connsiteY8" fmla="*/ 16432 h 127032"/>
                <a:gd name="connsiteX9" fmla="*/ 34937 w 134241"/>
                <a:gd name="connsiteY9" fmla="*/ 72973 h 127032"/>
                <a:gd name="connsiteX10" fmla="*/ 34937 w 134241"/>
                <a:gd name="connsiteY10" fmla="*/ 15130 h 127032"/>
                <a:gd name="connsiteX11" fmla="*/ 48836 w 134241"/>
                <a:gd name="connsiteY11" fmla="*/ 6760 h 127032"/>
                <a:gd name="connsiteX12" fmla="*/ 53059 w 134241"/>
                <a:gd name="connsiteY12" fmla="*/ 6760 h 127032"/>
                <a:gd name="connsiteX13" fmla="*/ 53059 w 134241"/>
                <a:gd name="connsiteY13" fmla="*/ 64 h 127032"/>
                <a:gd name="connsiteX14" fmla="*/ 26668 w 134241"/>
                <a:gd name="connsiteY14" fmla="*/ 808 h 127032"/>
                <a:gd name="connsiteX15" fmla="*/ 101 w 134241"/>
                <a:gd name="connsiteY15" fmla="*/ 64 h 127032"/>
                <a:gd name="connsiteX16" fmla="*/ 101 w 134241"/>
                <a:gd name="connsiteY16" fmla="*/ 6760 h 127032"/>
                <a:gd name="connsiteX17" fmla="*/ 4324 w 134241"/>
                <a:gd name="connsiteY17" fmla="*/ 6760 h 127032"/>
                <a:gd name="connsiteX18" fmla="*/ 18223 w 134241"/>
                <a:gd name="connsiteY18" fmla="*/ 15130 h 127032"/>
                <a:gd name="connsiteX19" fmla="*/ 18223 w 134241"/>
                <a:gd name="connsiteY19" fmla="*/ 112032 h 127032"/>
                <a:gd name="connsiteX20" fmla="*/ 4324 w 134241"/>
                <a:gd name="connsiteY20" fmla="*/ 120401 h 127032"/>
                <a:gd name="connsiteX21" fmla="*/ 101 w 134241"/>
                <a:gd name="connsiteY21" fmla="*/ 120401 h 127032"/>
                <a:gd name="connsiteX22" fmla="*/ 101 w 134241"/>
                <a:gd name="connsiteY22" fmla="*/ 127097 h 127032"/>
                <a:gd name="connsiteX23" fmla="*/ 26492 w 134241"/>
                <a:gd name="connsiteY23" fmla="*/ 126353 h 127032"/>
                <a:gd name="connsiteX24" fmla="*/ 53059 w 134241"/>
                <a:gd name="connsiteY24" fmla="*/ 127097 h 127032"/>
                <a:gd name="connsiteX25" fmla="*/ 53059 w 134241"/>
                <a:gd name="connsiteY25" fmla="*/ 120401 h 127032"/>
                <a:gd name="connsiteX26" fmla="*/ 48836 w 134241"/>
                <a:gd name="connsiteY26" fmla="*/ 120401 h 127032"/>
                <a:gd name="connsiteX27" fmla="*/ 34937 w 134241"/>
                <a:gd name="connsiteY27" fmla="*/ 112032 h 127032"/>
                <a:gd name="connsiteX28" fmla="*/ 34937 w 134241"/>
                <a:gd name="connsiteY28" fmla="*/ 81343 h 127032"/>
                <a:gd name="connsiteX29" fmla="*/ 58689 w 134241"/>
                <a:gd name="connsiteY29" fmla="*/ 59954 h 127032"/>
                <a:gd name="connsiteX30" fmla="*/ 94580 w 134241"/>
                <a:gd name="connsiteY30" fmla="*/ 109428 h 127032"/>
                <a:gd name="connsiteX31" fmla="*/ 97219 w 134241"/>
                <a:gd name="connsiteY31" fmla="*/ 115380 h 127032"/>
                <a:gd name="connsiteX32" fmla="*/ 87895 w 134241"/>
                <a:gd name="connsiteY32" fmla="*/ 120401 h 127032"/>
                <a:gd name="connsiteX33" fmla="*/ 87895 w 134241"/>
                <a:gd name="connsiteY33" fmla="*/ 127097 h 127032"/>
                <a:gd name="connsiteX34" fmla="*/ 114110 w 134241"/>
                <a:gd name="connsiteY34" fmla="*/ 126353 h 127032"/>
                <a:gd name="connsiteX35" fmla="*/ 134343 w 134241"/>
                <a:gd name="connsiteY35" fmla="*/ 127097 h 127032"/>
                <a:gd name="connsiteX36" fmla="*/ 134343 w 134241"/>
                <a:gd name="connsiteY36" fmla="*/ 120401 h 127032"/>
                <a:gd name="connsiteX37" fmla="*/ 114110 w 134241"/>
                <a:gd name="connsiteY37" fmla="*/ 110730 h 127032"/>
                <a:gd name="connsiteX38" fmla="*/ 69949 w 134241"/>
                <a:gd name="connsiteY38" fmla="*/ 49724 h 127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34241" h="127032">
                  <a:moveTo>
                    <a:pt x="69949" y="49724"/>
                  </a:moveTo>
                  <a:lnTo>
                    <a:pt x="105665" y="17548"/>
                  </a:lnTo>
                  <a:cubicBezTo>
                    <a:pt x="114286" y="9736"/>
                    <a:pt x="123258" y="6946"/>
                    <a:pt x="131703" y="6760"/>
                  </a:cubicBezTo>
                  <a:lnTo>
                    <a:pt x="131703" y="64"/>
                  </a:lnTo>
                  <a:cubicBezTo>
                    <a:pt x="126777" y="436"/>
                    <a:pt x="121675" y="808"/>
                    <a:pt x="116749" y="808"/>
                  </a:cubicBezTo>
                  <a:cubicBezTo>
                    <a:pt x="110767" y="808"/>
                    <a:pt x="93173" y="64"/>
                    <a:pt x="92469" y="64"/>
                  </a:cubicBezTo>
                  <a:lnTo>
                    <a:pt x="92469" y="6760"/>
                  </a:lnTo>
                  <a:cubicBezTo>
                    <a:pt x="94932" y="6760"/>
                    <a:pt x="98979" y="7690"/>
                    <a:pt x="98979" y="12154"/>
                  </a:cubicBezTo>
                  <a:cubicBezTo>
                    <a:pt x="98979" y="13456"/>
                    <a:pt x="98275" y="15502"/>
                    <a:pt x="97395" y="16432"/>
                  </a:cubicBezTo>
                  <a:lnTo>
                    <a:pt x="34937" y="72973"/>
                  </a:lnTo>
                  <a:lnTo>
                    <a:pt x="34937" y="15130"/>
                  </a:lnTo>
                  <a:cubicBezTo>
                    <a:pt x="34937" y="8806"/>
                    <a:pt x="35289" y="6760"/>
                    <a:pt x="48836" y="6760"/>
                  </a:cubicBezTo>
                  <a:lnTo>
                    <a:pt x="53059" y="6760"/>
                  </a:lnTo>
                  <a:lnTo>
                    <a:pt x="53059" y="64"/>
                  </a:lnTo>
                  <a:cubicBezTo>
                    <a:pt x="44262" y="436"/>
                    <a:pt x="33002" y="808"/>
                    <a:pt x="26668" y="808"/>
                  </a:cubicBezTo>
                  <a:cubicBezTo>
                    <a:pt x="20158" y="808"/>
                    <a:pt x="8898" y="436"/>
                    <a:pt x="101" y="64"/>
                  </a:cubicBezTo>
                  <a:lnTo>
                    <a:pt x="101" y="6760"/>
                  </a:lnTo>
                  <a:lnTo>
                    <a:pt x="4324" y="6760"/>
                  </a:lnTo>
                  <a:cubicBezTo>
                    <a:pt x="17871" y="6760"/>
                    <a:pt x="18223" y="8620"/>
                    <a:pt x="18223" y="15130"/>
                  </a:cubicBezTo>
                  <a:lnTo>
                    <a:pt x="18223" y="112032"/>
                  </a:lnTo>
                  <a:cubicBezTo>
                    <a:pt x="18223" y="118356"/>
                    <a:pt x="17871" y="120401"/>
                    <a:pt x="4324" y="120401"/>
                  </a:cubicBezTo>
                  <a:lnTo>
                    <a:pt x="101" y="120401"/>
                  </a:lnTo>
                  <a:lnTo>
                    <a:pt x="101" y="127097"/>
                  </a:lnTo>
                  <a:cubicBezTo>
                    <a:pt x="8898" y="126725"/>
                    <a:pt x="20158" y="126353"/>
                    <a:pt x="26492" y="126353"/>
                  </a:cubicBezTo>
                  <a:cubicBezTo>
                    <a:pt x="33002" y="126353"/>
                    <a:pt x="44262" y="126725"/>
                    <a:pt x="53059" y="127097"/>
                  </a:cubicBezTo>
                  <a:lnTo>
                    <a:pt x="53059" y="120401"/>
                  </a:lnTo>
                  <a:lnTo>
                    <a:pt x="48836" y="120401"/>
                  </a:lnTo>
                  <a:cubicBezTo>
                    <a:pt x="35289" y="120401"/>
                    <a:pt x="34937" y="118542"/>
                    <a:pt x="34937" y="112032"/>
                  </a:cubicBezTo>
                  <a:lnTo>
                    <a:pt x="34937" y="81343"/>
                  </a:lnTo>
                  <a:lnTo>
                    <a:pt x="58689" y="59954"/>
                  </a:lnTo>
                  <a:lnTo>
                    <a:pt x="94580" y="109428"/>
                  </a:lnTo>
                  <a:cubicBezTo>
                    <a:pt x="95636" y="110916"/>
                    <a:pt x="97219" y="112962"/>
                    <a:pt x="97219" y="115380"/>
                  </a:cubicBezTo>
                  <a:cubicBezTo>
                    <a:pt x="97219" y="120401"/>
                    <a:pt x="91062" y="120401"/>
                    <a:pt x="87895" y="120401"/>
                  </a:cubicBezTo>
                  <a:lnTo>
                    <a:pt x="87895" y="127097"/>
                  </a:lnTo>
                  <a:cubicBezTo>
                    <a:pt x="96692" y="126725"/>
                    <a:pt x="107952" y="126353"/>
                    <a:pt x="114110" y="126353"/>
                  </a:cubicBezTo>
                  <a:cubicBezTo>
                    <a:pt x="120267" y="126353"/>
                    <a:pt x="131879" y="126911"/>
                    <a:pt x="134343" y="127097"/>
                  </a:cubicBezTo>
                  <a:lnTo>
                    <a:pt x="134343" y="120401"/>
                  </a:lnTo>
                  <a:cubicBezTo>
                    <a:pt x="124842" y="120401"/>
                    <a:pt x="120795" y="120030"/>
                    <a:pt x="114110" y="110730"/>
                  </a:cubicBezTo>
                  <a:lnTo>
                    <a:pt x="69949" y="49724"/>
                  </a:lnTo>
                  <a:close/>
                </a:path>
              </a:pathLst>
            </a:custGeom>
            <a:solidFill>
              <a:srgbClr val="000000"/>
            </a:solidFill>
            <a:ln w="25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5" name="任意多边形: 形状 114">
              <a:extLst>
                <a:ext uri="{FF2B5EF4-FFF2-40B4-BE49-F238E27FC236}">
                  <a16:creationId xmlns:a16="http://schemas.microsoft.com/office/drawing/2014/main" id="{16B2685C-D983-47A4-9E8A-71525F3E60A7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5284902" y="4003906"/>
              <a:ext cx="61456" cy="280034"/>
            </a:xfrm>
            <a:custGeom>
              <a:avLst/>
              <a:gdLst>
                <a:gd name="connsiteX0" fmla="*/ 61564 w 61456"/>
                <a:gd name="connsiteY0" fmla="*/ 277297 h 280034"/>
                <a:gd name="connsiteX1" fmla="*/ 57061 w 61456"/>
                <a:gd name="connsiteY1" fmla="*/ 271136 h 280034"/>
                <a:gd name="connsiteX2" fmla="*/ 15472 w 61456"/>
                <a:gd name="connsiteY2" fmla="*/ 140080 h 280034"/>
                <a:gd name="connsiteX3" fmla="*/ 58120 w 61456"/>
                <a:gd name="connsiteY3" fmla="*/ 7624 h 280034"/>
                <a:gd name="connsiteX4" fmla="*/ 61564 w 61456"/>
                <a:gd name="connsiteY4" fmla="*/ 2863 h 280034"/>
                <a:gd name="connsiteX5" fmla="*/ 58915 w 61456"/>
                <a:gd name="connsiteY5" fmla="*/ 63 h 280034"/>
                <a:gd name="connsiteX6" fmla="*/ 16796 w 61456"/>
                <a:gd name="connsiteY6" fmla="*/ 54670 h 280034"/>
                <a:gd name="connsiteX7" fmla="*/ 108 w 61456"/>
                <a:gd name="connsiteY7" fmla="*/ 140080 h 280034"/>
                <a:gd name="connsiteX8" fmla="*/ 17591 w 61456"/>
                <a:gd name="connsiteY8" fmla="*/ 227451 h 280034"/>
                <a:gd name="connsiteX9" fmla="*/ 58915 w 61456"/>
                <a:gd name="connsiteY9" fmla="*/ 280098 h 280034"/>
                <a:gd name="connsiteX10" fmla="*/ 61564 w 61456"/>
                <a:gd name="connsiteY10" fmla="*/ 277297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456" h="280034">
                  <a:moveTo>
                    <a:pt x="61564" y="277297"/>
                  </a:moveTo>
                  <a:cubicBezTo>
                    <a:pt x="61564" y="276457"/>
                    <a:pt x="61564" y="275897"/>
                    <a:pt x="57061" y="271136"/>
                  </a:cubicBezTo>
                  <a:cubicBezTo>
                    <a:pt x="23949" y="235852"/>
                    <a:pt x="15472" y="182926"/>
                    <a:pt x="15472" y="140080"/>
                  </a:cubicBezTo>
                  <a:cubicBezTo>
                    <a:pt x="15472" y="91354"/>
                    <a:pt x="25538" y="42628"/>
                    <a:pt x="58120" y="7624"/>
                  </a:cubicBezTo>
                  <a:cubicBezTo>
                    <a:pt x="61564" y="4263"/>
                    <a:pt x="61564" y="3703"/>
                    <a:pt x="61564" y="2863"/>
                  </a:cubicBezTo>
                  <a:cubicBezTo>
                    <a:pt x="61564" y="903"/>
                    <a:pt x="60504" y="63"/>
                    <a:pt x="58915" y="63"/>
                  </a:cubicBezTo>
                  <a:cubicBezTo>
                    <a:pt x="56266" y="63"/>
                    <a:pt x="32425" y="19105"/>
                    <a:pt x="16796" y="54670"/>
                  </a:cubicBezTo>
                  <a:cubicBezTo>
                    <a:pt x="3287" y="85473"/>
                    <a:pt x="108" y="116557"/>
                    <a:pt x="108" y="140080"/>
                  </a:cubicBezTo>
                  <a:cubicBezTo>
                    <a:pt x="108" y="161923"/>
                    <a:pt x="3022" y="195807"/>
                    <a:pt x="17591" y="227451"/>
                  </a:cubicBezTo>
                  <a:cubicBezTo>
                    <a:pt x="33485" y="261895"/>
                    <a:pt x="56266" y="280098"/>
                    <a:pt x="58915" y="280098"/>
                  </a:cubicBezTo>
                  <a:cubicBezTo>
                    <a:pt x="60504" y="280098"/>
                    <a:pt x="61564" y="279257"/>
                    <a:pt x="61564" y="277297"/>
                  </a:cubicBezTo>
                  <a:close/>
                </a:path>
              </a:pathLst>
            </a:custGeom>
            <a:solidFill>
              <a:srgbClr val="000000"/>
            </a:solidFill>
            <a:ln w="25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6" name="任意多边形: 形状 115">
              <a:extLst>
                <a:ext uri="{FF2B5EF4-FFF2-40B4-BE49-F238E27FC236}">
                  <a16:creationId xmlns:a16="http://schemas.microsoft.com/office/drawing/2014/main" id="{22F7EAE1-359B-43BA-A8EC-657401CD0513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5367785" y="4038630"/>
              <a:ext cx="81323" cy="178382"/>
            </a:xfrm>
            <a:custGeom>
              <a:avLst/>
              <a:gdLst>
                <a:gd name="connsiteX0" fmla="*/ 48588 w 81323"/>
                <a:gd name="connsiteY0" fmla="*/ 63351 h 178382"/>
                <a:gd name="connsiteX1" fmla="*/ 73489 w 81323"/>
                <a:gd name="connsiteY1" fmla="*/ 63351 h 178382"/>
                <a:gd name="connsiteX2" fmla="*/ 81435 w 81323"/>
                <a:gd name="connsiteY2" fmla="*/ 57750 h 178382"/>
                <a:gd name="connsiteX3" fmla="*/ 74018 w 81323"/>
                <a:gd name="connsiteY3" fmla="*/ 54670 h 178382"/>
                <a:gd name="connsiteX4" fmla="*/ 50707 w 81323"/>
                <a:gd name="connsiteY4" fmla="*/ 54670 h 178382"/>
                <a:gd name="connsiteX5" fmla="*/ 61568 w 81323"/>
                <a:gd name="connsiteY5" fmla="*/ 7624 h 178382"/>
                <a:gd name="connsiteX6" fmla="*/ 53886 w 81323"/>
                <a:gd name="connsiteY6" fmla="*/ 63 h 178382"/>
                <a:gd name="connsiteX7" fmla="*/ 43290 w 81323"/>
                <a:gd name="connsiteY7" fmla="*/ 10144 h 178382"/>
                <a:gd name="connsiteX8" fmla="*/ 32959 w 81323"/>
                <a:gd name="connsiteY8" fmla="*/ 54670 h 178382"/>
                <a:gd name="connsiteX9" fmla="*/ 8059 w 81323"/>
                <a:gd name="connsiteY9" fmla="*/ 54670 h 178382"/>
                <a:gd name="connsiteX10" fmla="*/ 112 w 81323"/>
                <a:gd name="connsiteY10" fmla="*/ 59990 h 178382"/>
                <a:gd name="connsiteX11" fmla="*/ 7529 w 81323"/>
                <a:gd name="connsiteY11" fmla="*/ 63351 h 178382"/>
                <a:gd name="connsiteX12" fmla="*/ 30840 w 81323"/>
                <a:gd name="connsiteY12" fmla="*/ 63351 h 178382"/>
                <a:gd name="connsiteX13" fmla="*/ 10708 w 81323"/>
                <a:gd name="connsiteY13" fmla="*/ 152682 h 178382"/>
                <a:gd name="connsiteX14" fmla="*/ 35078 w 81323"/>
                <a:gd name="connsiteY14" fmla="*/ 178445 h 178382"/>
                <a:gd name="connsiteX15" fmla="*/ 77197 w 81323"/>
                <a:gd name="connsiteY15" fmla="*/ 135320 h 178382"/>
                <a:gd name="connsiteX16" fmla="*/ 74018 w 81323"/>
                <a:gd name="connsiteY16" fmla="*/ 132519 h 178382"/>
                <a:gd name="connsiteX17" fmla="*/ 70045 w 81323"/>
                <a:gd name="connsiteY17" fmla="*/ 136440 h 178382"/>
                <a:gd name="connsiteX18" fmla="*/ 35608 w 81323"/>
                <a:gd name="connsiteY18" fmla="*/ 172284 h 178382"/>
                <a:gd name="connsiteX19" fmla="*/ 27396 w 81323"/>
                <a:gd name="connsiteY19" fmla="*/ 159403 h 178382"/>
                <a:gd name="connsiteX20" fmla="*/ 28986 w 81323"/>
                <a:gd name="connsiteY20" fmla="*/ 145961 h 178382"/>
                <a:gd name="connsiteX21" fmla="*/ 48588 w 81323"/>
                <a:gd name="connsiteY21" fmla="*/ 63351 h 17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1323" h="178382">
                  <a:moveTo>
                    <a:pt x="48588" y="63351"/>
                  </a:moveTo>
                  <a:lnTo>
                    <a:pt x="73489" y="63351"/>
                  </a:lnTo>
                  <a:cubicBezTo>
                    <a:pt x="78786" y="63351"/>
                    <a:pt x="81435" y="63351"/>
                    <a:pt x="81435" y="57750"/>
                  </a:cubicBezTo>
                  <a:cubicBezTo>
                    <a:pt x="81435" y="54670"/>
                    <a:pt x="78786" y="54670"/>
                    <a:pt x="74018" y="54670"/>
                  </a:cubicBezTo>
                  <a:lnTo>
                    <a:pt x="50707" y="54670"/>
                  </a:lnTo>
                  <a:cubicBezTo>
                    <a:pt x="60244" y="14905"/>
                    <a:pt x="61568" y="9304"/>
                    <a:pt x="61568" y="7624"/>
                  </a:cubicBezTo>
                  <a:cubicBezTo>
                    <a:pt x="61568" y="2863"/>
                    <a:pt x="58389" y="63"/>
                    <a:pt x="53886" y="63"/>
                  </a:cubicBezTo>
                  <a:cubicBezTo>
                    <a:pt x="53091" y="63"/>
                    <a:pt x="45674" y="343"/>
                    <a:pt x="43290" y="10144"/>
                  </a:cubicBezTo>
                  <a:lnTo>
                    <a:pt x="32959" y="54670"/>
                  </a:lnTo>
                  <a:lnTo>
                    <a:pt x="8059" y="54670"/>
                  </a:lnTo>
                  <a:cubicBezTo>
                    <a:pt x="2761" y="54670"/>
                    <a:pt x="112" y="54670"/>
                    <a:pt x="112" y="59990"/>
                  </a:cubicBezTo>
                  <a:cubicBezTo>
                    <a:pt x="112" y="63351"/>
                    <a:pt x="2231" y="63351"/>
                    <a:pt x="7529" y="63351"/>
                  </a:cubicBezTo>
                  <a:lnTo>
                    <a:pt x="30840" y="63351"/>
                  </a:lnTo>
                  <a:cubicBezTo>
                    <a:pt x="11767" y="142881"/>
                    <a:pt x="10708" y="147641"/>
                    <a:pt x="10708" y="152682"/>
                  </a:cubicBezTo>
                  <a:cubicBezTo>
                    <a:pt x="10708" y="167804"/>
                    <a:pt x="20774" y="178445"/>
                    <a:pt x="35078" y="178445"/>
                  </a:cubicBezTo>
                  <a:cubicBezTo>
                    <a:pt x="62098" y="178445"/>
                    <a:pt x="77197" y="137560"/>
                    <a:pt x="77197" y="135320"/>
                  </a:cubicBezTo>
                  <a:cubicBezTo>
                    <a:pt x="77197" y="132519"/>
                    <a:pt x="75078" y="132519"/>
                    <a:pt x="74018" y="132519"/>
                  </a:cubicBezTo>
                  <a:cubicBezTo>
                    <a:pt x="71634" y="132519"/>
                    <a:pt x="71369" y="133359"/>
                    <a:pt x="70045" y="136440"/>
                  </a:cubicBezTo>
                  <a:cubicBezTo>
                    <a:pt x="58654" y="165563"/>
                    <a:pt x="44615" y="172284"/>
                    <a:pt x="35608" y="172284"/>
                  </a:cubicBezTo>
                  <a:cubicBezTo>
                    <a:pt x="30045" y="172284"/>
                    <a:pt x="27396" y="168644"/>
                    <a:pt x="27396" y="159403"/>
                  </a:cubicBezTo>
                  <a:cubicBezTo>
                    <a:pt x="27396" y="152682"/>
                    <a:pt x="27926" y="150722"/>
                    <a:pt x="28986" y="145961"/>
                  </a:cubicBezTo>
                  <a:lnTo>
                    <a:pt x="48588" y="63351"/>
                  </a:lnTo>
                  <a:close/>
                </a:path>
              </a:pathLst>
            </a:custGeom>
            <a:solidFill>
              <a:srgbClr val="000000"/>
            </a:solidFill>
            <a:ln w="25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7" name="任意多边形: 形状 116">
              <a:extLst>
                <a:ext uri="{FF2B5EF4-FFF2-40B4-BE49-F238E27FC236}">
                  <a16:creationId xmlns:a16="http://schemas.microsoft.com/office/drawing/2014/main" id="{A6952D7E-B25B-4A9D-BD8A-B21597C9759F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5472450" y="4003906"/>
              <a:ext cx="61456" cy="280034"/>
            </a:xfrm>
            <a:custGeom>
              <a:avLst/>
              <a:gdLst>
                <a:gd name="connsiteX0" fmla="*/ 61572 w 61456"/>
                <a:gd name="connsiteY0" fmla="*/ 140080 h 280034"/>
                <a:gd name="connsiteX1" fmla="*/ 44089 w 61456"/>
                <a:gd name="connsiteY1" fmla="*/ 52709 h 280034"/>
                <a:gd name="connsiteX2" fmla="*/ 2765 w 61456"/>
                <a:gd name="connsiteY2" fmla="*/ 63 h 280034"/>
                <a:gd name="connsiteX3" fmla="*/ 116 w 61456"/>
                <a:gd name="connsiteY3" fmla="*/ 2863 h 280034"/>
                <a:gd name="connsiteX4" fmla="*/ 5149 w 61456"/>
                <a:gd name="connsiteY4" fmla="*/ 9304 h 280034"/>
                <a:gd name="connsiteX5" fmla="*/ 46208 w 61456"/>
                <a:gd name="connsiteY5" fmla="*/ 140080 h 280034"/>
                <a:gd name="connsiteX6" fmla="*/ 3559 w 61456"/>
                <a:gd name="connsiteY6" fmla="*/ 272537 h 280034"/>
                <a:gd name="connsiteX7" fmla="*/ 116 w 61456"/>
                <a:gd name="connsiteY7" fmla="*/ 277297 h 280034"/>
                <a:gd name="connsiteX8" fmla="*/ 2765 w 61456"/>
                <a:gd name="connsiteY8" fmla="*/ 280098 h 280034"/>
                <a:gd name="connsiteX9" fmla="*/ 44883 w 61456"/>
                <a:gd name="connsiteY9" fmla="*/ 225491 h 280034"/>
                <a:gd name="connsiteX10" fmla="*/ 61572 w 61456"/>
                <a:gd name="connsiteY10" fmla="*/ 14008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456" h="280034">
                  <a:moveTo>
                    <a:pt x="61572" y="140080"/>
                  </a:moveTo>
                  <a:cubicBezTo>
                    <a:pt x="61572" y="118237"/>
                    <a:pt x="58658" y="84353"/>
                    <a:pt x="44089" y="52709"/>
                  </a:cubicBezTo>
                  <a:cubicBezTo>
                    <a:pt x="28195" y="18265"/>
                    <a:pt x="5414" y="63"/>
                    <a:pt x="2765" y="63"/>
                  </a:cubicBezTo>
                  <a:cubicBezTo>
                    <a:pt x="1175" y="63"/>
                    <a:pt x="116" y="1183"/>
                    <a:pt x="116" y="2863"/>
                  </a:cubicBezTo>
                  <a:cubicBezTo>
                    <a:pt x="116" y="3703"/>
                    <a:pt x="116" y="4263"/>
                    <a:pt x="5149" y="9304"/>
                  </a:cubicBezTo>
                  <a:cubicBezTo>
                    <a:pt x="31109" y="37027"/>
                    <a:pt x="46208" y="81553"/>
                    <a:pt x="46208" y="140080"/>
                  </a:cubicBezTo>
                  <a:cubicBezTo>
                    <a:pt x="46208" y="187966"/>
                    <a:pt x="36407" y="237252"/>
                    <a:pt x="3559" y="272537"/>
                  </a:cubicBezTo>
                  <a:cubicBezTo>
                    <a:pt x="116" y="275897"/>
                    <a:pt x="116" y="276457"/>
                    <a:pt x="116" y="277297"/>
                  </a:cubicBezTo>
                  <a:cubicBezTo>
                    <a:pt x="116" y="278977"/>
                    <a:pt x="1175" y="280098"/>
                    <a:pt x="2765" y="280098"/>
                  </a:cubicBezTo>
                  <a:cubicBezTo>
                    <a:pt x="5414" y="280098"/>
                    <a:pt x="29254" y="261055"/>
                    <a:pt x="44883" y="225491"/>
                  </a:cubicBezTo>
                  <a:cubicBezTo>
                    <a:pt x="58393" y="194687"/>
                    <a:pt x="61572" y="163603"/>
                    <a:pt x="61572" y="140080"/>
                  </a:cubicBezTo>
                  <a:close/>
                </a:path>
              </a:pathLst>
            </a:custGeom>
            <a:solidFill>
              <a:srgbClr val="000000"/>
            </a:solidFill>
            <a:ln w="25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BA4D7C12-662D-40C8-840E-4D0120C6392C}"/>
              </a:ext>
            </a:extLst>
          </p:cNvPr>
          <p:cNvGrpSpPr/>
          <p:nvPr/>
        </p:nvGrpSpPr>
        <p:grpSpPr>
          <a:xfrm>
            <a:off x="1318210" y="3028145"/>
            <a:ext cx="1146942" cy="902525"/>
            <a:chOff x="2537341" y="5307775"/>
            <a:chExt cx="612687" cy="1278890"/>
          </a:xfrm>
        </p:grpSpPr>
        <p:pic>
          <p:nvPicPr>
            <p:cNvPr id="119" name="图片 118">
              <a:extLst>
                <a:ext uri="{FF2B5EF4-FFF2-40B4-BE49-F238E27FC236}">
                  <a16:creationId xmlns:a16="http://schemas.microsoft.com/office/drawing/2014/main" id="{5DF4E494-13DC-4A89-B3FC-3BF62EAF4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2537341" y="5307775"/>
              <a:ext cx="323850" cy="654050"/>
            </a:xfrm>
            <a:prstGeom prst="rect">
              <a:avLst/>
            </a:prstGeom>
          </p:spPr>
        </p:pic>
        <p:pic>
          <p:nvPicPr>
            <p:cNvPr id="120" name="图片 119">
              <a:extLst>
                <a:ext uri="{FF2B5EF4-FFF2-40B4-BE49-F238E27FC236}">
                  <a16:creationId xmlns:a16="http://schemas.microsoft.com/office/drawing/2014/main" id="{B5D36DD6-8B83-48FB-81D6-2E21E1EC1A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 flipV="1">
              <a:off x="2826178" y="5932615"/>
              <a:ext cx="323850" cy="654050"/>
            </a:xfrm>
            <a:prstGeom prst="rect">
              <a:avLst/>
            </a:prstGeom>
          </p:spPr>
        </p:pic>
      </p:grp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98136507-B382-4E2D-A078-3388611170D7}"/>
              </a:ext>
            </a:extLst>
          </p:cNvPr>
          <p:cNvGrpSpPr/>
          <p:nvPr/>
        </p:nvGrpSpPr>
        <p:grpSpPr>
          <a:xfrm>
            <a:off x="2419989" y="3028145"/>
            <a:ext cx="1115225" cy="923043"/>
            <a:chOff x="7995472" y="2393094"/>
            <a:chExt cx="1115225" cy="923043"/>
          </a:xfrm>
        </p:grpSpPr>
        <p:grpSp>
          <p:nvGrpSpPr>
            <p:cNvPr id="122" name="组合 121">
              <a:extLst>
                <a:ext uri="{FF2B5EF4-FFF2-40B4-BE49-F238E27FC236}">
                  <a16:creationId xmlns:a16="http://schemas.microsoft.com/office/drawing/2014/main" id="{8D6C6CEF-B8B3-4C08-A9FF-F56BA25418D7}"/>
                </a:ext>
              </a:extLst>
            </p:cNvPr>
            <p:cNvGrpSpPr/>
            <p:nvPr/>
          </p:nvGrpSpPr>
          <p:grpSpPr>
            <a:xfrm>
              <a:off x="7995472" y="2413612"/>
              <a:ext cx="576451" cy="902525"/>
              <a:chOff x="2537341" y="5307775"/>
              <a:chExt cx="612687" cy="1278890"/>
            </a:xfrm>
          </p:grpSpPr>
          <p:pic>
            <p:nvPicPr>
              <p:cNvPr id="126" name="图片 125">
                <a:extLst>
                  <a:ext uri="{FF2B5EF4-FFF2-40B4-BE49-F238E27FC236}">
                    <a16:creationId xmlns:a16="http://schemas.microsoft.com/office/drawing/2014/main" id="{A9561D9A-61B6-4BB6-86F1-843DCA0102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537341" y="5307775"/>
                <a:ext cx="323850" cy="654050"/>
              </a:xfrm>
              <a:prstGeom prst="rect">
                <a:avLst/>
              </a:prstGeom>
            </p:spPr>
          </p:pic>
          <p:pic>
            <p:nvPicPr>
              <p:cNvPr id="127" name="图片 126">
                <a:extLst>
                  <a:ext uri="{FF2B5EF4-FFF2-40B4-BE49-F238E27FC236}">
                    <a16:creationId xmlns:a16="http://schemas.microsoft.com/office/drawing/2014/main" id="{A34CB35B-4515-4362-9923-73CAC93BDF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3"/>
              <a:stretch>
                <a:fillRect/>
              </a:stretch>
            </p:blipFill>
            <p:spPr>
              <a:xfrm flipV="1">
                <a:off x="2826178" y="5932615"/>
                <a:ext cx="323850" cy="654050"/>
              </a:xfrm>
              <a:prstGeom prst="rect">
                <a:avLst/>
              </a:prstGeom>
            </p:spPr>
          </p:pic>
        </p:grpSp>
        <p:grpSp>
          <p:nvGrpSpPr>
            <p:cNvPr id="123" name="组合 122">
              <a:extLst>
                <a:ext uri="{FF2B5EF4-FFF2-40B4-BE49-F238E27FC236}">
                  <a16:creationId xmlns:a16="http://schemas.microsoft.com/office/drawing/2014/main" id="{B31B42EF-96E4-4C2D-B3EE-D2A2D112FB3E}"/>
                </a:ext>
              </a:extLst>
            </p:cNvPr>
            <p:cNvGrpSpPr/>
            <p:nvPr/>
          </p:nvGrpSpPr>
          <p:grpSpPr>
            <a:xfrm>
              <a:off x="8534246" y="2393094"/>
              <a:ext cx="576451" cy="902525"/>
              <a:chOff x="2537341" y="5307775"/>
              <a:chExt cx="612687" cy="1278890"/>
            </a:xfrm>
          </p:grpSpPr>
          <p:pic>
            <p:nvPicPr>
              <p:cNvPr id="124" name="图片 123">
                <a:extLst>
                  <a:ext uri="{FF2B5EF4-FFF2-40B4-BE49-F238E27FC236}">
                    <a16:creationId xmlns:a16="http://schemas.microsoft.com/office/drawing/2014/main" id="{5370562C-4097-4913-B78B-423ADBDBD9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537341" y="5307775"/>
                <a:ext cx="323850" cy="654050"/>
              </a:xfrm>
              <a:prstGeom prst="rect">
                <a:avLst/>
              </a:prstGeom>
            </p:spPr>
          </p:pic>
          <p:pic>
            <p:nvPicPr>
              <p:cNvPr id="125" name="图片 124">
                <a:extLst>
                  <a:ext uri="{FF2B5EF4-FFF2-40B4-BE49-F238E27FC236}">
                    <a16:creationId xmlns:a16="http://schemas.microsoft.com/office/drawing/2014/main" id="{CCA6151F-92CB-4E2B-A20C-786E465194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3"/>
              <a:stretch>
                <a:fillRect/>
              </a:stretch>
            </p:blipFill>
            <p:spPr>
              <a:xfrm flipV="1">
                <a:off x="2826178" y="5932615"/>
                <a:ext cx="323850" cy="654050"/>
              </a:xfrm>
              <a:prstGeom prst="rect">
                <a:avLst/>
              </a:prstGeom>
            </p:spPr>
          </p:pic>
        </p:grpSp>
      </p:grp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8C7AC2FD-95DD-4339-B06A-5B3A65642C7E}"/>
              </a:ext>
            </a:extLst>
          </p:cNvPr>
          <p:cNvGrpSpPr/>
          <p:nvPr/>
        </p:nvGrpSpPr>
        <p:grpSpPr>
          <a:xfrm>
            <a:off x="3498725" y="2999604"/>
            <a:ext cx="1115225" cy="923043"/>
            <a:chOff x="7995472" y="2393094"/>
            <a:chExt cx="1115225" cy="923043"/>
          </a:xfrm>
        </p:grpSpPr>
        <p:grpSp>
          <p:nvGrpSpPr>
            <p:cNvPr id="129" name="组合 128">
              <a:extLst>
                <a:ext uri="{FF2B5EF4-FFF2-40B4-BE49-F238E27FC236}">
                  <a16:creationId xmlns:a16="http://schemas.microsoft.com/office/drawing/2014/main" id="{A1351453-664C-4851-B630-4C409AAAD4E1}"/>
                </a:ext>
              </a:extLst>
            </p:cNvPr>
            <p:cNvGrpSpPr/>
            <p:nvPr/>
          </p:nvGrpSpPr>
          <p:grpSpPr>
            <a:xfrm>
              <a:off x="7995472" y="2413612"/>
              <a:ext cx="576451" cy="902525"/>
              <a:chOff x="2537341" y="5307775"/>
              <a:chExt cx="612687" cy="1278890"/>
            </a:xfrm>
          </p:grpSpPr>
          <p:pic>
            <p:nvPicPr>
              <p:cNvPr id="133" name="图片 132">
                <a:extLst>
                  <a:ext uri="{FF2B5EF4-FFF2-40B4-BE49-F238E27FC236}">
                    <a16:creationId xmlns:a16="http://schemas.microsoft.com/office/drawing/2014/main" id="{05E44B4B-6FB6-423A-849E-3B12B4754C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537341" y="5307775"/>
                <a:ext cx="323850" cy="654050"/>
              </a:xfrm>
              <a:prstGeom prst="rect">
                <a:avLst/>
              </a:prstGeom>
            </p:spPr>
          </p:pic>
          <p:pic>
            <p:nvPicPr>
              <p:cNvPr id="134" name="图片 133">
                <a:extLst>
                  <a:ext uri="{FF2B5EF4-FFF2-40B4-BE49-F238E27FC236}">
                    <a16:creationId xmlns:a16="http://schemas.microsoft.com/office/drawing/2014/main" id="{BE0FA837-2EFC-4A83-8DE6-78F251E2E5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3"/>
              <a:stretch>
                <a:fillRect/>
              </a:stretch>
            </p:blipFill>
            <p:spPr>
              <a:xfrm flipV="1">
                <a:off x="2826178" y="5932615"/>
                <a:ext cx="323850" cy="654050"/>
              </a:xfrm>
              <a:prstGeom prst="rect">
                <a:avLst/>
              </a:prstGeom>
            </p:spPr>
          </p:pic>
        </p:grpSp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CEF7DB57-34A6-4CAE-8E9C-C870C1E2D5C6}"/>
                </a:ext>
              </a:extLst>
            </p:cNvPr>
            <p:cNvGrpSpPr/>
            <p:nvPr/>
          </p:nvGrpSpPr>
          <p:grpSpPr>
            <a:xfrm>
              <a:off x="8534246" y="2393094"/>
              <a:ext cx="576451" cy="902525"/>
              <a:chOff x="2537341" y="5307775"/>
              <a:chExt cx="612687" cy="1278890"/>
            </a:xfrm>
          </p:grpSpPr>
          <p:pic>
            <p:nvPicPr>
              <p:cNvPr id="131" name="图片 130">
                <a:extLst>
                  <a:ext uri="{FF2B5EF4-FFF2-40B4-BE49-F238E27FC236}">
                    <a16:creationId xmlns:a16="http://schemas.microsoft.com/office/drawing/2014/main" id="{595127CD-D13F-44ED-BFE8-8AB02733CC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537341" y="5307775"/>
                <a:ext cx="323850" cy="654050"/>
              </a:xfrm>
              <a:prstGeom prst="rect">
                <a:avLst/>
              </a:prstGeom>
            </p:spPr>
          </p:pic>
          <p:pic>
            <p:nvPicPr>
              <p:cNvPr id="132" name="图片 131">
                <a:extLst>
                  <a:ext uri="{FF2B5EF4-FFF2-40B4-BE49-F238E27FC236}">
                    <a16:creationId xmlns:a16="http://schemas.microsoft.com/office/drawing/2014/main" id="{5364C791-796E-40C5-934C-8ABCCFF051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3"/>
              <a:stretch>
                <a:fillRect/>
              </a:stretch>
            </p:blipFill>
            <p:spPr>
              <a:xfrm flipV="1">
                <a:off x="2826178" y="5932615"/>
                <a:ext cx="323850" cy="654050"/>
              </a:xfrm>
              <a:prstGeom prst="rect">
                <a:avLst/>
              </a:prstGeom>
            </p:spPr>
          </p:pic>
        </p:grpSp>
      </p:grpSp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2363F194-076B-4536-BA8A-90CA69D0787E}"/>
              </a:ext>
            </a:extLst>
          </p:cNvPr>
          <p:cNvGrpSpPr/>
          <p:nvPr/>
        </p:nvGrpSpPr>
        <p:grpSpPr>
          <a:xfrm>
            <a:off x="4552074" y="3001886"/>
            <a:ext cx="1146942" cy="902525"/>
            <a:chOff x="2537341" y="5307775"/>
            <a:chExt cx="612687" cy="1278890"/>
          </a:xfrm>
        </p:grpSpPr>
        <p:pic>
          <p:nvPicPr>
            <p:cNvPr id="136" name="图片 135">
              <a:extLst>
                <a:ext uri="{FF2B5EF4-FFF2-40B4-BE49-F238E27FC236}">
                  <a16:creationId xmlns:a16="http://schemas.microsoft.com/office/drawing/2014/main" id="{728C7AD1-DABC-4C71-AEEB-7A6E7FEF9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2537341" y="5307775"/>
              <a:ext cx="323850" cy="654050"/>
            </a:xfrm>
            <a:prstGeom prst="rect">
              <a:avLst/>
            </a:prstGeom>
          </p:spPr>
        </p:pic>
        <p:pic>
          <p:nvPicPr>
            <p:cNvPr id="137" name="图片 136">
              <a:extLst>
                <a:ext uri="{FF2B5EF4-FFF2-40B4-BE49-F238E27FC236}">
                  <a16:creationId xmlns:a16="http://schemas.microsoft.com/office/drawing/2014/main" id="{BCB6995F-D318-4A64-B658-A9740BB12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 flipV="1">
              <a:off x="2826178" y="5932615"/>
              <a:ext cx="323850" cy="654050"/>
            </a:xfrm>
            <a:prstGeom prst="rect">
              <a:avLst/>
            </a:prstGeom>
          </p:spPr>
        </p:pic>
      </p:grpSp>
      <p:sp>
        <p:nvSpPr>
          <p:cNvPr id="138" name="文本框 137">
            <a:extLst>
              <a:ext uri="{FF2B5EF4-FFF2-40B4-BE49-F238E27FC236}">
                <a16:creationId xmlns:a16="http://schemas.microsoft.com/office/drawing/2014/main" id="{2532AC12-FA4A-4EA2-ACBE-F892DF6F0D53}"/>
              </a:ext>
            </a:extLst>
          </p:cNvPr>
          <p:cNvSpPr txBox="1"/>
          <p:nvPr/>
        </p:nvSpPr>
        <p:spPr>
          <a:xfrm>
            <a:off x="1245883" y="5526316"/>
            <a:ext cx="4777782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利用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频率变化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区分不同信息传输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928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97" grpId="0"/>
      <p:bldP spid="98" grpId="0"/>
      <p:bldP spid="99" grpId="0"/>
      <p:bldP spid="100" grpId="0"/>
      <p:bldP spid="13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2375" y="693208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30000"/>
              </a:lnSpc>
              <a:buFont typeface="+mj-ea"/>
              <a:buAutoNum type="circleNumDbPlain" startAt="3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二进制相移键控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2PSK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E960F381-5B78-4C0E-8CBD-46D772F43118}"/>
              </a:ext>
            </a:extLst>
          </p:cNvPr>
          <p:cNvSpPr txBox="1"/>
          <p:nvPr/>
        </p:nvSpPr>
        <p:spPr>
          <a:xfrm>
            <a:off x="1839800" y="3761208"/>
            <a:ext cx="4346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1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67223223-1C4A-42CD-BD94-6B264332FAD9}"/>
              </a:ext>
            </a:extLst>
          </p:cNvPr>
          <p:cNvSpPr txBox="1"/>
          <p:nvPr/>
        </p:nvSpPr>
        <p:spPr>
          <a:xfrm>
            <a:off x="2955999" y="3753203"/>
            <a:ext cx="4346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6C53D069-734D-4BB9-A27F-89A79FA6EEE5}"/>
              </a:ext>
            </a:extLst>
          </p:cNvPr>
          <p:cNvSpPr txBox="1"/>
          <p:nvPr/>
        </p:nvSpPr>
        <p:spPr>
          <a:xfrm>
            <a:off x="4076097" y="3761906"/>
            <a:ext cx="4346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BB458B52-CD48-459C-8C6C-558B2AF5D440}"/>
              </a:ext>
            </a:extLst>
          </p:cNvPr>
          <p:cNvSpPr txBox="1"/>
          <p:nvPr/>
        </p:nvSpPr>
        <p:spPr>
          <a:xfrm>
            <a:off x="5193058" y="3753203"/>
            <a:ext cx="4346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1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0F1C793F-8DEA-483A-B8C7-9AA34FF16683}"/>
              </a:ext>
            </a:extLst>
          </p:cNvPr>
          <p:cNvGrpSpPr/>
          <p:nvPr/>
        </p:nvGrpSpPr>
        <p:grpSpPr>
          <a:xfrm>
            <a:off x="1542038" y="4215275"/>
            <a:ext cx="4893453" cy="902526"/>
            <a:chOff x="6925262" y="2375099"/>
            <a:chExt cx="4893453" cy="902526"/>
          </a:xfrm>
        </p:grpSpPr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49676615-59BB-4D83-8B1D-E03AEBCE6953}"/>
                </a:ext>
              </a:extLst>
            </p:cNvPr>
            <p:cNvCxnSpPr/>
            <p:nvPr/>
          </p:nvCxnSpPr>
          <p:spPr>
            <a:xfrm>
              <a:off x="6925262" y="2375100"/>
              <a:ext cx="0" cy="902525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29791DD9-F9F4-4ADD-9661-D259523E1D88}"/>
                </a:ext>
              </a:extLst>
            </p:cNvPr>
            <p:cNvCxnSpPr>
              <a:cxnSpLocks/>
            </p:cNvCxnSpPr>
            <p:nvPr/>
          </p:nvCxnSpPr>
          <p:spPr>
            <a:xfrm>
              <a:off x="6925262" y="2818098"/>
              <a:ext cx="4676929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EAC0D3A9-6010-49DE-9EF3-822D21D0EC7B}"/>
                </a:ext>
              </a:extLst>
            </p:cNvPr>
            <p:cNvCxnSpPr/>
            <p:nvPr/>
          </p:nvCxnSpPr>
          <p:spPr>
            <a:xfrm>
              <a:off x="8018541" y="2375100"/>
              <a:ext cx="0" cy="902525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9714094D-C71A-4F97-9214-8F85F36EF039}"/>
                </a:ext>
              </a:extLst>
            </p:cNvPr>
            <p:cNvCxnSpPr/>
            <p:nvPr/>
          </p:nvCxnSpPr>
          <p:spPr>
            <a:xfrm>
              <a:off x="9090530" y="2375099"/>
              <a:ext cx="0" cy="902525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A1EA440D-5CC3-4D1D-84B3-DEBCD0AF2FBA}"/>
                </a:ext>
              </a:extLst>
            </p:cNvPr>
            <p:cNvCxnSpPr/>
            <p:nvPr/>
          </p:nvCxnSpPr>
          <p:spPr>
            <a:xfrm>
              <a:off x="10182686" y="2375099"/>
              <a:ext cx="0" cy="902525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E5162B26-8CBA-4636-B59E-6C85CAD8BED7}"/>
                </a:ext>
              </a:extLst>
            </p:cNvPr>
            <p:cNvCxnSpPr/>
            <p:nvPr/>
          </p:nvCxnSpPr>
          <p:spPr>
            <a:xfrm>
              <a:off x="11245901" y="2375099"/>
              <a:ext cx="0" cy="902525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任意多边形: 形状 107" descr="\documentclass[UTF8]{article}&#10;\usepackage{ctex}&#10;\usepackage{amsmath}&#10;\pagestyle{empty}&#10;\begin{document}&#10;&#10;$t$&#10;&#10;\end{document}" title="IguanaTex Shape Display">
              <a:extLst>
                <a:ext uri="{FF2B5EF4-FFF2-40B4-BE49-F238E27FC236}">
                  <a16:creationId xmlns:a16="http://schemas.microsoft.com/office/drawing/2014/main" id="{66483BA4-82A2-46BF-8FAB-6AB11E7D1BE0}"/>
                </a:ext>
              </a:extLst>
            </p:cNvPr>
            <p:cNvSpPr>
              <a:spLocks noChangeAspect="1"/>
            </p:cNvSpPr>
            <p:nvPr>
              <p:custDataLst>
                <p:tags r:id="rId32"/>
              </p:custDataLst>
            </p:nvPr>
          </p:nvSpPr>
          <p:spPr>
            <a:xfrm>
              <a:off x="11741956" y="2730799"/>
              <a:ext cx="76759" cy="191123"/>
            </a:xfrm>
            <a:custGeom>
              <a:avLst/>
              <a:gdLst>
                <a:gd name="connsiteX0" fmla="*/ 45838 w 76759"/>
                <a:gd name="connsiteY0" fmla="*/ 67871 h 191123"/>
                <a:gd name="connsiteX1" fmla="*/ 69341 w 76759"/>
                <a:gd name="connsiteY1" fmla="*/ 67871 h 191123"/>
                <a:gd name="connsiteX2" fmla="*/ 76842 w 76759"/>
                <a:gd name="connsiteY2" fmla="*/ 61870 h 191123"/>
                <a:gd name="connsiteX3" fmla="*/ 69841 w 76759"/>
                <a:gd name="connsiteY3" fmla="*/ 58570 h 191123"/>
                <a:gd name="connsiteX4" fmla="*/ 47839 w 76759"/>
                <a:gd name="connsiteY4" fmla="*/ 58570 h 191123"/>
                <a:gd name="connsiteX5" fmla="*/ 58090 w 76759"/>
                <a:gd name="connsiteY5" fmla="*/ 8164 h 191123"/>
                <a:gd name="connsiteX6" fmla="*/ 50839 w 76759"/>
                <a:gd name="connsiteY6" fmla="*/ 63 h 191123"/>
                <a:gd name="connsiteX7" fmla="*/ 40838 w 76759"/>
                <a:gd name="connsiteY7" fmla="*/ 10864 h 191123"/>
                <a:gd name="connsiteX8" fmla="*/ 31087 w 76759"/>
                <a:gd name="connsiteY8" fmla="*/ 58570 h 191123"/>
                <a:gd name="connsiteX9" fmla="*/ 7584 w 76759"/>
                <a:gd name="connsiteY9" fmla="*/ 58570 h 191123"/>
                <a:gd name="connsiteX10" fmla="*/ 83 w 76759"/>
                <a:gd name="connsiteY10" fmla="*/ 64271 h 191123"/>
                <a:gd name="connsiteX11" fmla="*/ 7084 w 76759"/>
                <a:gd name="connsiteY11" fmla="*/ 67871 h 191123"/>
                <a:gd name="connsiteX12" fmla="*/ 29086 w 76759"/>
                <a:gd name="connsiteY12" fmla="*/ 67871 h 191123"/>
                <a:gd name="connsiteX13" fmla="*/ 10084 w 76759"/>
                <a:gd name="connsiteY13" fmla="*/ 163583 h 191123"/>
                <a:gd name="connsiteX14" fmla="*/ 33087 w 76759"/>
                <a:gd name="connsiteY14" fmla="*/ 191187 h 191123"/>
                <a:gd name="connsiteX15" fmla="*/ 72842 w 76759"/>
                <a:gd name="connsiteY15" fmla="*/ 144981 h 191123"/>
                <a:gd name="connsiteX16" fmla="*/ 69841 w 76759"/>
                <a:gd name="connsiteY16" fmla="*/ 141980 h 191123"/>
                <a:gd name="connsiteX17" fmla="*/ 66091 w 76759"/>
                <a:gd name="connsiteY17" fmla="*/ 146181 h 191123"/>
                <a:gd name="connsiteX18" fmla="*/ 33587 w 76759"/>
                <a:gd name="connsiteY18" fmla="*/ 184586 h 191123"/>
                <a:gd name="connsiteX19" fmla="*/ 25836 w 76759"/>
                <a:gd name="connsiteY19" fmla="*/ 170784 h 191123"/>
                <a:gd name="connsiteX20" fmla="*/ 27336 w 76759"/>
                <a:gd name="connsiteY20" fmla="*/ 156382 h 191123"/>
                <a:gd name="connsiteX21" fmla="*/ 45838 w 76759"/>
                <a:gd name="connsiteY21" fmla="*/ 67871 h 191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6759" h="191123">
                  <a:moveTo>
                    <a:pt x="45838" y="67871"/>
                  </a:moveTo>
                  <a:lnTo>
                    <a:pt x="69341" y="67871"/>
                  </a:lnTo>
                  <a:cubicBezTo>
                    <a:pt x="74342" y="67871"/>
                    <a:pt x="76842" y="67871"/>
                    <a:pt x="76842" y="61870"/>
                  </a:cubicBezTo>
                  <a:cubicBezTo>
                    <a:pt x="76842" y="58570"/>
                    <a:pt x="74342" y="58570"/>
                    <a:pt x="69841" y="58570"/>
                  </a:cubicBezTo>
                  <a:lnTo>
                    <a:pt x="47839" y="58570"/>
                  </a:lnTo>
                  <a:cubicBezTo>
                    <a:pt x="56840" y="15965"/>
                    <a:pt x="58090" y="9964"/>
                    <a:pt x="58090" y="8164"/>
                  </a:cubicBezTo>
                  <a:cubicBezTo>
                    <a:pt x="58090" y="3063"/>
                    <a:pt x="55090" y="63"/>
                    <a:pt x="50839" y="63"/>
                  </a:cubicBezTo>
                  <a:cubicBezTo>
                    <a:pt x="50089" y="63"/>
                    <a:pt x="43088" y="363"/>
                    <a:pt x="40838" y="10864"/>
                  </a:cubicBezTo>
                  <a:lnTo>
                    <a:pt x="31087" y="58570"/>
                  </a:lnTo>
                  <a:lnTo>
                    <a:pt x="7584" y="58570"/>
                  </a:lnTo>
                  <a:cubicBezTo>
                    <a:pt x="2583" y="58570"/>
                    <a:pt x="83" y="58570"/>
                    <a:pt x="83" y="64271"/>
                  </a:cubicBezTo>
                  <a:cubicBezTo>
                    <a:pt x="83" y="67871"/>
                    <a:pt x="2083" y="67871"/>
                    <a:pt x="7084" y="67871"/>
                  </a:cubicBezTo>
                  <a:lnTo>
                    <a:pt x="29086" y="67871"/>
                  </a:lnTo>
                  <a:cubicBezTo>
                    <a:pt x="11084" y="153082"/>
                    <a:pt x="10084" y="158182"/>
                    <a:pt x="10084" y="163583"/>
                  </a:cubicBezTo>
                  <a:cubicBezTo>
                    <a:pt x="10084" y="179785"/>
                    <a:pt x="19585" y="191187"/>
                    <a:pt x="33087" y="191187"/>
                  </a:cubicBezTo>
                  <a:cubicBezTo>
                    <a:pt x="58590" y="191187"/>
                    <a:pt x="72842" y="147381"/>
                    <a:pt x="72842" y="144981"/>
                  </a:cubicBezTo>
                  <a:cubicBezTo>
                    <a:pt x="72842" y="141980"/>
                    <a:pt x="70842" y="141980"/>
                    <a:pt x="69841" y="141980"/>
                  </a:cubicBezTo>
                  <a:cubicBezTo>
                    <a:pt x="67591" y="141980"/>
                    <a:pt x="67341" y="142881"/>
                    <a:pt x="66091" y="146181"/>
                  </a:cubicBezTo>
                  <a:cubicBezTo>
                    <a:pt x="55340" y="177385"/>
                    <a:pt x="42088" y="184586"/>
                    <a:pt x="33587" y="184586"/>
                  </a:cubicBezTo>
                  <a:cubicBezTo>
                    <a:pt x="28336" y="184586"/>
                    <a:pt x="25836" y="180685"/>
                    <a:pt x="25836" y="170784"/>
                  </a:cubicBezTo>
                  <a:cubicBezTo>
                    <a:pt x="25836" y="163583"/>
                    <a:pt x="26336" y="161483"/>
                    <a:pt x="27336" y="156382"/>
                  </a:cubicBezTo>
                  <a:lnTo>
                    <a:pt x="45838" y="67871"/>
                  </a:lnTo>
                  <a:close/>
                </a:path>
              </a:pathLst>
            </a:custGeom>
            <a:solidFill>
              <a:srgbClr val="000000"/>
            </a:solidFill>
            <a:ln w="23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6" name="组合 15" descr="\documentclass[UTF8]{article}&#10;\usepackage{ctex}&#10;\usepackage{amsmath}&#10;\pagestyle{empty}&#10;\begin{document}&#10;&#10;$e_{\text{2PSK}}(t)$&#10;&#10;\end{document}" title="IguanaTex Shape Display">
            <a:extLst>
              <a:ext uri="{FF2B5EF4-FFF2-40B4-BE49-F238E27FC236}">
                <a16:creationId xmlns:a16="http://schemas.microsoft.com/office/drawing/2014/main" id="{8EDC6602-A768-47BD-91FE-AD787B699DF6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93274" y="4480953"/>
            <a:ext cx="917369" cy="280034"/>
            <a:chOff x="2510323" y="6316417"/>
            <a:chExt cx="917369" cy="280034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0C9A6817-EB0A-45D1-9E94-DE80E09D3A76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2510323" y="6402668"/>
              <a:ext cx="103796" cy="126855"/>
            </a:xfrm>
            <a:custGeom>
              <a:avLst/>
              <a:gdLst>
                <a:gd name="connsiteX0" fmla="*/ 38196 w 103796"/>
                <a:gd name="connsiteY0" fmla="*/ 59150 h 126855"/>
                <a:gd name="connsiteX1" fmla="*/ 79552 w 103796"/>
                <a:gd name="connsiteY1" fmla="*/ 52709 h 126855"/>
                <a:gd name="connsiteX2" fmla="*/ 99825 w 103796"/>
                <a:gd name="connsiteY2" fmla="*/ 23866 h 126855"/>
                <a:gd name="connsiteX3" fmla="*/ 70902 w 103796"/>
                <a:gd name="connsiteY3" fmla="*/ 63 h 126855"/>
                <a:gd name="connsiteX4" fmla="*/ 83 w 103796"/>
                <a:gd name="connsiteY4" fmla="*/ 76232 h 126855"/>
                <a:gd name="connsiteX5" fmla="*/ 42520 w 103796"/>
                <a:gd name="connsiteY5" fmla="*/ 126919 h 126855"/>
                <a:gd name="connsiteX6" fmla="*/ 103879 w 103796"/>
                <a:gd name="connsiteY6" fmla="*/ 93874 h 126855"/>
                <a:gd name="connsiteX7" fmla="*/ 100636 w 103796"/>
                <a:gd name="connsiteY7" fmla="*/ 90234 h 126855"/>
                <a:gd name="connsiteX8" fmla="*/ 97122 w 103796"/>
                <a:gd name="connsiteY8" fmla="*/ 93034 h 126855"/>
                <a:gd name="connsiteX9" fmla="*/ 43061 w 103796"/>
                <a:gd name="connsiteY9" fmla="*/ 120758 h 126855"/>
                <a:gd name="connsiteX10" fmla="*/ 19545 w 103796"/>
                <a:gd name="connsiteY10" fmla="*/ 88274 h 126855"/>
                <a:gd name="connsiteX11" fmla="*/ 23869 w 103796"/>
                <a:gd name="connsiteY11" fmla="*/ 59150 h 126855"/>
                <a:gd name="connsiteX12" fmla="*/ 38196 w 103796"/>
                <a:gd name="connsiteY12" fmla="*/ 59150 h 126855"/>
                <a:gd name="connsiteX13" fmla="*/ 25491 w 103796"/>
                <a:gd name="connsiteY13" fmla="*/ 52989 h 126855"/>
                <a:gd name="connsiteX14" fmla="*/ 70902 w 103796"/>
                <a:gd name="connsiteY14" fmla="*/ 6224 h 126855"/>
                <a:gd name="connsiteX15" fmla="*/ 90905 w 103796"/>
                <a:gd name="connsiteY15" fmla="*/ 23866 h 126855"/>
                <a:gd name="connsiteX16" fmla="*/ 36574 w 103796"/>
                <a:gd name="connsiteY16" fmla="*/ 52989 h 126855"/>
                <a:gd name="connsiteX17" fmla="*/ 25491 w 103796"/>
                <a:gd name="connsiteY17" fmla="*/ 52989 h 126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3796" h="126855">
                  <a:moveTo>
                    <a:pt x="38196" y="59150"/>
                  </a:moveTo>
                  <a:cubicBezTo>
                    <a:pt x="46034" y="59150"/>
                    <a:pt x="66037" y="58590"/>
                    <a:pt x="79552" y="52709"/>
                  </a:cubicBezTo>
                  <a:cubicBezTo>
                    <a:pt x="98473" y="44308"/>
                    <a:pt x="99825" y="27786"/>
                    <a:pt x="99825" y="23866"/>
                  </a:cubicBezTo>
                  <a:cubicBezTo>
                    <a:pt x="99825" y="11544"/>
                    <a:pt x="89553" y="63"/>
                    <a:pt x="70902" y="63"/>
                  </a:cubicBezTo>
                  <a:cubicBezTo>
                    <a:pt x="40899" y="63"/>
                    <a:pt x="83" y="27226"/>
                    <a:pt x="83" y="76232"/>
                  </a:cubicBezTo>
                  <a:cubicBezTo>
                    <a:pt x="83" y="104796"/>
                    <a:pt x="16031" y="126919"/>
                    <a:pt x="42520" y="126919"/>
                  </a:cubicBezTo>
                  <a:cubicBezTo>
                    <a:pt x="81174" y="126919"/>
                    <a:pt x="103879" y="97235"/>
                    <a:pt x="103879" y="93874"/>
                  </a:cubicBezTo>
                  <a:cubicBezTo>
                    <a:pt x="103879" y="92194"/>
                    <a:pt x="102258" y="90234"/>
                    <a:pt x="100636" y="90234"/>
                  </a:cubicBezTo>
                  <a:cubicBezTo>
                    <a:pt x="99284" y="90234"/>
                    <a:pt x="98744" y="90794"/>
                    <a:pt x="97122" y="93034"/>
                  </a:cubicBezTo>
                  <a:cubicBezTo>
                    <a:pt x="75768" y="120758"/>
                    <a:pt x="46305" y="120758"/>
                    <a:pt x="43061" y="120758"/>
                  </a:cubicBezTo>
                  <a:cubicBezTo>
                    <a:pt x="21977" y="120758"/>
                    <a:pt x="19545" y="97235"/>
                    <a:pt x="19545" y="88274"/>
                  </a:cubicBezTo>
                  <a:cubicBezTo>
                    <a:pt x="19545" y="84913"/>
                    <a:pt x="19815" y="76232"/>
                    <a:pt x="23869" y="59150"/>
                  </a:cubicBezTo>
                  <a:lnTo>
                    <a:pt x="38196" y="59150"/>
                  </a:lnTo>
                  <a:close/>
                  <a:moveTo>
                    <a:pt x="25491" y="52989"/>
                  </a:moveTo>
                  <a:cubicBezTo>
                    <a:pt x="36033" y="10424"/>
                    <a:pt x="63874" y="6224"/>
                    <a:pt x="70902" y="6224"/>
                  </a:cubicBezTo>
                  <a:cubicBezTo>
                    <a:pt x="83607" y="6224"/>
                    <a:pt x="90905" y="14345"/>
                    <a:pt x="90905" y="23866"/>
                  </a:cubicBezTo>
                  <a:cubicBezTo>
                    <a:pt x="90905" y="52989"/>
                    <a:pt x="47656" y="52989"/>
                    <a:pt x="36574" y="52989"/>
                  </a:cubicBezTo>
                  <a:lnTo>
                    <a:pt x="25491" y="52989"/>
                  </a:lnTo>
                  <a:close/>
                </a:path>
              </a:pathLst>
            </a:custGeom>
            <a:solidFill>
              <a:srgbClr val="000000"/>
            </a:solidFill>
            <a:ln w="25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3EEEC8CC-41EF-4E57-8E82-90827906E393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2635060" y="6444949"/>
              <a:ext cx="79352" cy="123499"/>
            </a:xfrm>
            <a:custGeom>
              <a:avLst/>
              <a:gdLst>
                <a:gd name="connsiteX0" fmla="*/ 79440 w 79352"/>
                <a:gd name="connsiteY0" fmla="*/ 89713 h 123499"/>
                <a:gd name="connsiteX1" fmla="*/ 73336 w 79352"/>
                <a:gd name="connsiteY1" fmla="*/ 89713 h 123499"/>
                <a:gd name="connsiteX2" fmla="*/ 68668 w 79352"/>
                <a:gd name="connsiteY2" fmla="*/ 106638 h 123499"/>
                <a:gd name="connsiteX3" fmla="*/ 50894 w 79352"/>
                <a:gd name="connsiteY3" fmla="*/ 107754 h 123499"/>
                <a:gd name="connsiteX4" fmla="*/ 17861 w 79352"/>
                <a:gd name="connsiteY4" fmla="*/ 107754 h 123499"/>
                <a:gd name="connsiteX5" fmla="*/ 53767 w 79352"/>
                <a:gd name="connsiteY5" fmla="*/ 76507 h 123499"/>
                <a:gd name="connsiteX6" fmla="*/ 79440 w 79352"/>
                <a:gd name="connsiteY6" fmla="*/ 36333 h 123499"/>
                <a:gd name="connsiteX7" fmla="*/ 37430 w 79352"/>
                <a:gd name="connsiteY7" fmla="*/ 64 h 123499"/>
                <a:gd name="connsiteX8" fmla="*/ 88 w 79352"/>
                <a:gd name="connsiteY8" fmla="*/ 33357 h 123499"/>
                <a:gd name="connsiteX9" fmla="*/ 9603 w 79352"/>
                <a:gd name="connsiteY9" fmla="*/ 43773 h 123499"/>
                <a:gd name="connsiteX10" fmla="*/ 19118 w 79352"/>
                <a:gd name="connsiteY10" fmla="*/ 33915 h 123499"/>
                <a:gd name="connsiteX11" fmla="*/ 8526 w 79352"/>
                <a:gd name="connsiteY11" fmla="*/ 24057 h 123499"/>
                <a:gd name="connsiteX12" fmla="*/ 34737 w 79352"/>
                <a:gd name="connsiteY12" fmla="*/ 6760 h 123499"/>
                <a:gd name="connsiteX13" fmla="*/ 62025 w 79352"/>
                <a:gd name="connsiteY13" fmla="*/ 36333 h 123499"/>
                <a:gd name="connsiteX14" fmla="*/ 45150 w 79352"/>
                <a:gd name="connsiteY14" fmla="*/ 72043 h 123499"/>
                <a:gd name="connsiteX15" fmla="*/ 1883 w 79352"/>
                <a:gd name="connsiteY15" fmla="*/ 116310 h 123499"/>
                <a:gd name="connsiteX16" fmla="*/ 88 w 79352"/>
                <a:gd name="connsiteY16" fmla="*/ 123563 h 123499"/>
                <a:gd name="connsiteX17" fmla="*/ 74054 w 79352"/>
                <a:gd name="connsiteY17" fmla="*/ 123563 h 123499"/>
                <a:gd name="connsiteX18" fmla="*/ 79440 w 79352"/>
                <a:gd name="connsiteY18" fmla="*/ 89713 h 123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9352" h="123499">
                  <a:moveTo>
                    <a:pt x="79440" y="89713"/>
                  </a:moveTo>
                  <a:lnTo>
                    <a:pt x="73336" y="89713"/>
                  </a:lnTo>
                  <a:cubicBezTo>
                    <a:pt x="72797" y="93805"/>
                    <a:pt x="71002" y="104778"/>
                    <a:pt x="68668" y="106638"/>
                  </a:cubicBezTo>
                  <a:cubicBezTo>
                    <a:pt x="67232" y="107754"/>
                    <a:pt x="53408" y="107754"/>
                    <a:pt x="50894" y="107754"/>
                  </a:cubicBezTo>
                  <a:lnTo>
                    <a:pt x="17861" y="107754"/>
                  </a:lnTo>
                  <a:cubicBezTo>
                    <a:pt x="36712" y="90457"/>
                    <a:pt x="42995" y="85249"/>
                    <a:pt x="53767" y="76507"/>
                  </a:cubicBezTo>
                  <a:cubicBezTo>
                    <a:pt x="67052" y="65534"/>
                    <a:pt x="79440" y="54002"/>
                    <a:pt x="79440" y="36333"/>
                  </a:cubicBezTo>
                  <a:cubicBezTo>
                    <a:pt x="79440" y="13828"/>
                    <a:pt x="60410" y="64"/>
                    <a:pt x="37430" y="64"/>
                  </a:cubicBezTo>
                  <a:cubicBezTo>
                    <a:pt x="15168" y="64"/>
                    <a:pt x="88" y="16246"/>
                    <a:pt x="88" y="33357"/>
                  </a:cubicBezTo>
                  <a:cubicBezTo>
                    <a:pt x="88" y="42843"/>
                    <a:pt x="7807" y="43773"/>
                    <a:pt x="9603" y="43773"/>
                  </a:cubicBezTo>
                  <a:cubicBezTo>
                    <a:pt x="13911" y="43773"/>
                    <a:pt x="19118" y="40611"/>
                    <a:pt x="19118" y="33915"/>
                  </a:cubicBezTo>
                  <a:cubicBezTo>
                    <a:pt x="19118" y="30567"/>
                    <a:pt x="17861" y="24057"/>
                    <a:pt x="8526" y="24057"/>
                  </a:cubicBezTo>
                  <a:cubicBezTo>
                    <a:pt x="14091" y="10852"/>
                    <a:pt x="26299" y="6760"/>
                    <a:pt x="34737" y="6760"/>
                  </a:cubicBezTo>
                  <a:cubicBezTo>
                    <a:pt x="52690" y="6760"/>
                    <a:pt x="62025" y="21267"/>
                    <a:pt x="62025" y="36333"/>
                  </a:cubicBezTo>
                  <a:cubicBezTo>
                    <a:pt x="62025" y="52514"/>
                    <a:pt x="50894" y="65348"/>
                    <a:pt x="45150" y="72043"/>
                  </a:cubicBezTo>
                  <a:lnTo>
                    <a:pt x="1883" y="116310"/>
                  </a:lnTo>
                  <a:cubicBezTo>
                    <a:pt x="88" y="117984"/>
                    <a:pt x="88" y="118356"/>
                    <a:pt x="88" y="123563"/>
                  </a:cubicBezTo>
                  <a:lnTo>
                    <a:pt x="74054" y="123563"/>
                  </a:lnTo>
                  <a:lnTo>
                    <a:pt x="79440" y="89713"/>
                  </a:lnTo>
                  <a:close/>
                </a:path>
              </a:pathLst>
            </a:custGeom>
            <a:solidFill>
              <a:srgbClr val="000000"/>
            </a:solidFill>
            <a:ln w="25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FEF7CB05-1E1C-4569-9F38-C8613CE44A32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2736395" y="6441415"/>
              <a:ext cx="114719" cy="127032"/>
            </a:xfrm>
            <a:custGeom>
              <a:avLst/>
              <a:gdLst>
                <a:gd name="connsiteX0" fmla="*/ 35638 w 114719"/>
                <a:gd name="connsiteY0" fmla="*/ 69440 h 127032"/>
                <a:gd name="connsiteX1" fmla="*/ 68313 w 114719"/>
                <a:gd name="connsiteY1" fmla="*/ 69440 h 127032"/>
                <a:gd name="connsiteX2" fmla="*/ 114811 w 114719"/>
                <a:gd name="connsiteY2" fmla="*/ 35031 h 127032"/>
                <a:gd name="connsiteX3" fmla="*/ 68313 w 114719"/>
                <a:gd name="connsiteY3" fmla="*/ 64 h 127032"/>
                <a:gd name="connsiteX4" fmla="*/ 92 w 114719"/>
                <a:gd name="connsiteY4" fmla="*/ 64 h 127032"/>
                <a:gd name="connsiteX5" fmla="*/ 92 w 114719"/>
                <a:gd name="connsiteY5" fmla="*/ 6760 h 127032"/>
                <a:gd name="connsiteX6" fmla="*/ 4400 w 114719"/>
                <a:gd name="connsiteY6" fmla="*/ 6760 h 127032"/>
                <a:gd name="connsiteX7" fmla="*/ 18583 w 114719"/>
                <a:gd name="connsiteY7" fmla="*/ 15130 h 127032"/>
                <a:gd name="connsiteX8" fmla="*/ 18583 w 114719"/>
                <a:gd name="connsiteY8" fmla="*/ 112032 h 127032"/>
                <a:gd name="connsiteX9" fmla="*/ 4400 w 114719"/>
                <a:gd name="connsiteY9" fmla="*/ 120401 h 127032"/>
                <a:gd name="connsiteX10" fmla="*/ 92 w 114719"/>
                <a:gd name="connsiteY10" fmla="*/ 120401 h 127032"/>
                <a:gd name="connsiteX11" fmla="*/ 92 w 114719"/>
                <a:gd name="connsiteY11" fmla="*/ 127097 h 127032"/>
                <a:gd name="connsiteX12" fmla="*/ 27021 w 114719"/>
                <a:gd name="connsiteY12" fmla="*/ 126353 h 127032"/>
                <a:gd name="connsiteX13" fmla="*/ 54130 w 114719"/>
                <a:gd name="connsiteY13" fmla="*/ 127097 h 127032"/>
                <a:gd name="connsiteX14" fmla="*/ 54130 w 114719"/>
                <a:gd name="connsiteY14" fmla="*/ 120401 h 127032"/>
                <a:gd name="connsiteX15" fmla="*/ 49821 w 114719"/>
                <a:gd name="connsiteY15" fmla="*/ 120401 h 127032"/>
                <a:gd name="connsiteX16" fmla="*/ 35638 w 114719"/>
                <a:gd name="connsiteY16" fmla="*/ 112032 h 127032"/>
                <a:gd name="connsiteX17" fmla="*/ 35638 w 114719"/>
                <a:gd name="connsiteY17" fmla="*/ 69440 h 127032"/>
                <a:gd name="connsiteX18" fmla="*/ 63825 w 114719"/>
                <a:gd name="connsiteY18" fmla="*/ 6760 h 127032"/>
                <a:gd name="connsiteX19" fmla="*/ 95601 w 114719"/>
                <a:gd name="connsiteY19" fmla="*/ 35031 h 127032"/>
                <a:gd name="connsiteX20" fmla="*/ 63825 w 114719"/>
                <a:gd name="connsiteY20" fmla="*/ 63488 h 127032"/>
                <a:gd name="connsiteX21" fmla="*/ 34920 w 114719"/>
                <a:gd name="connsiteY21" fmla="*/ 63488 h 127032"/>
                <a:gd name="connsiteX22" fmla="*/ 34920 w 114719"/>
                <a:gd name="connsiteY22" fmla="*/ 14014 h 127032"/>
                <a:gd name="connsiteX23" fmla="*/ 43538 w 114719"/>
                <a:gd name="connsiteY23" fmla="*/ 6760 h 127032"/>
                <a:gd name="connsiteX24" fmla="*/ 63825 w 114719"/>
                <a:gd name="connsiteY24" fmla="*/ 6760 h 127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4719" h="127032">
                  <a:moveTo>
                    <a:pt x="35638" y="69440"/>
                  </a:moveTo>
                  <a:lnTo>
                    <a:pt x="68313" y="69440"/>
                  </a:lnTo>
                  <a:cubicBezTo>
                    <a:pt x="94345" y="69440"/>
                    <a:pt x="114811" y="53816"/>
                    <a:pt x="114811" y="35031"/>
                  </a:cubicBezTo>
                  <a:cubicBezTo>
                    <a:pt x="114811" y="16618"/>
                    <a:pt x="94704" y="64"/>
                    <a:pt x="68313" y="64"/>
                  </a:cubicBezTo>
                  <a:lnTo>
                    <a:pt x="92" y="64"/>
                  </a:lnTo>
                  <a:lnTo>
                    <a:pt x="92" y="6760"/>
                  </a:lnTo>
                  <a:lnTo>
                    <a:pt x="4400" y="6760"/>
                  </a:lnTo>
                  <a:cubicBezTo>
                    <a:pt x="18224" y="6760"/>
                    <a:pt x="18583" y="8620"/>
                    <a:pt x="18583" y="15130"/>
                  </a:cubicBezTo>
                  <a:lnTo>
                    <a:pt x="18583" y="112032"/>
                  </a:lnTo>
                  <a:cubicBezTo>
                    <a:pt x="18583" y="118356"/>
                    <a:pt x="18224" y="120401"/>
                    <a:pt x="4400" y="120401"/>
                  </a:cubicBezTo>
                  <a:lnTo>
                    <a:pt x="92" y="120401"/>
                  </a:lnTo>
                  <a:lnTo>
                    <a:pt x="92" y="127097"/>
                  </a:lnTo>
                  <a:cubicBezTo>
                    <a:pt x="9068" y="126725"/>
                    <a:pt x="20558" y="126353"/>
                    <a:pt x="27021" y="126353"/>
                  </a:cubicBezTo>
                  <a:cubicBezTo>
                    <a:pt x="33664" y="126353"/>
                    <a:pt x="45154" y="126725"/>
                    <a:pt x="54130" y="127097"/>
                  </a:cubicBezTo>
                  <a:lnTo>
                    <a:pt x="54130" y="120401"/>
                  </a:lnTo>
                  <a:lnTo>
                    <a:pt x="49821" y="120401"/>
                  </a:lnTo>
                  <a:cubicBezTo>
                    <a:pt x="35998" y="120401"/>
                    <a:pt x="35638" y="118542"/>
                    <a:pt x="35638" y="112032"/>
                  </a:cubicBezTo>
                  <a:lnTo>
                    <a:pt x="35638" y="69440"/>
                  </a:lnTo>
                  <a:close/>
                  <a:moveTo>
                    <a:pt x="63825" y="6760"/>
                  </a:moveTo>
                  <a:cubicBezTo>
                    <a:pt x="93806" y="6760"/>
                    <a:pt x="95601" y="24243"/>
                    <a:pt x="95601" y="35031"/>
                  </a:cubicBezTo>
                  <a:cubicBezTo>
                    <a:pt x="95601" y="43215"/>
                    <a:pt x="95601" y="63488"/>
                    <a:pt x="63825" y="63488"/>
                  </a:cubicBezTo>
                  <a:lnTo>
                    <a:pt x="34920" y="63488"/>
                  </a:lnTo>
                  <a:lnTo>
                    <a:pt x="34920" y="14014"/>
                  </a:lnTo>
                  <a:cubicBezTo>
                    <a:pt x="34920" y="8248"/>
                    <a:pt x="35100" y="6760"/>
                    <a:pt x="43538" y="6760"/>
                  </a:cubicBezTo>
                  <a:lnTo>
                    <a:pt x="63825" y="6760"/>
                  </a:lnTo>
                  <a:close/>
                </a:path>
              </a:pathLst>
            </a:custGeom>
            <a:solidFill>
              <a:srgbClr val="000000"/>
            </a:solidFill>
            <a:ln w="25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B9AA2EC9-2AB3-4E5B-B764-9DD31CF0CE2D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2876403" y="6437695"/>
              <a:ext cx="87969" cy="134472"/>
            </a:xfrm>
            <a:custGeom>
              <a:avLst/>
              <a:gdLst>
                <a:gd name="connsiteX0" fmla="*/ 32233 w 87969"/>
                <a:gd name="connsiteY0" fmla="*/ 53258 h 134472"/>
                <a:gd name="connsiteX1" fmla="*/ 11587 w 87969"/>
                <a:gd name="connsiteY1" fmla="*/ 30009 h 134472"/>
                <a:gd name="connsiteX2" fmla="*/ 38875 w 87969"/>
                <a:gd name="connsiteY2" fmla="*/ 6016 h 134472"/>
                <a:gd name="connsiteX3" fmla="*/ 76397 w 87969"/>
                <a:gd name="connsiteY3" fmla="*/ 42285 h 134472"/>
                <a:gd name="connsiteX4" fmla="*/ 79629 w 87969"/>
                <a:gd name="connsiteY4" fmla="*/ 46004 h 134472"/>
                <a:gd name="connsiteX5" fmla="*/ 82681 w 87969"/>
                <a:gd name="connsiteY5" fmla="*/ 41169 h 134472"/>
                <a:gd name="connsiteX6" fmla="*/ 82681 w 87969"/>
                <a:gd name="connsiteY6" fmla="*/ 4900 h 134472"/>
                <a:gd name="connsiteX7" fmla="*/ 80167 w 87969"/>
                <a:gd name="connsiteY7" fmla="*/ 64 h 134472"/>
                <a:gd name="connsiteX8" fmla="*/ 77115 w 87969"/>
                <a:gd name="connsiteY8" fmla="*/ 2668 h 134472"/>
                <a:gd name="connsiteX9" fmla="*/ 70652 w 87969"/>
                <a:gd name="connsiteY9" fmla="*/ 13084 h 134472"/>
                <a:gd name="connsiteX10" fmla="*/ 38875 w 87969"/>
                <a:gd name="connsiteY10" fmla="*/ 64 h 134472"/>
                <a:gd name="connsiteX11" fmla="*/ 97 w 87969"/>
                <a:gd name="connsiteY11" fmla="*/ 35589 h 134472"/>
                <a:gd name="connsiteX12" fmla="*/ 11048 w 87969"/>
                <a:gd name="connsiteY12" fmla="*/ 60326 h 134472"/>
                <a:gd name="connsiteX13" fmla="*/ 43543 w 87969"/>
                <a:gd name="connsiteY13" fmla="*/ 73345 h 134472"/>
                <a:gd name="connsiteX14" fmla="*/ 68677 w 87969"/>
                <a:gd name="connsiteY14" fmla="*/ 83017 h 134472"/>
                <a:gd name="connsiteX15" fmla="*/ 76577 w 87969"/>
                <a:gd name="connsiteY15" fmla="*/ 101616 h 134472"/>
                <a:gd name="connsiteX16" fmla="*/ 48929 w 87969"/>
                <a:gd name="connsiteY16" fmla="*/ 127841 h 134472"/>
                <a:gd name="connsiteX17" fmla="*/ 6201 w 87969"/>
                <a:gd name="connsiteY17" fmla="*/ 92689 h 134472"/>
                <a:gd name="connsiteX18" fmla="*/ 3149 w 87969"/>
                <a:gd name="connsiteY18" fmla="*/ 88597 h 134472"/>
                <a:gd name="connsiteX19" fmla="*/ 97 w 87969"/>
                <a:gd name="connsiteY19" fmla="*/ 93619 h 134472"/>
                <a:gd name="connsiteX20" fmla="*/ 97 w 87969"/>
                <a:gd name="connsiteY20" fmla="*/ 129701 h 134472"/>
                <a:gd name="connsiteX21" fmla="*/ 2610 w 87969"/>
                <a:gd name="connsiteY21" fmla="*/ 134537 h 134472"/>
                <a:gd name="connsiteX22" fmla="*/ 5483 w 87969"/>
                <a:gd name="connsiteY22" fmla="*/ 132305 h 134472"/>
                <a:gd name="connsiteX23" fmla="*/ 12125 w 87969"/>
                <a:gd name="connsiteY23" fmla="*/ 121703 h 134472"/>
                <a:gd name="connsiteX24" fmla="*/ 48929 w 87969"/>
                <a:gd name="connsiteY24" fmla="*/ 134537 h 134472"/>
                <a:gd name="connsiteX25" fmla="*/ 88066 w 87969"/>
                <a:gd name="connsiteY25" fmla="*/ 96408 h 134472"/>
                <a:gd name="connsiteX26" fmla="*/ 58803 w 87969"/>
                <a:gd name="connsiteY26" fmla="*/ 59582 h 134472"/>
                <a:gd name="connsiteX27" fmla="*/ 32233 w 87969"/>
                <a:gd name="connsiteY27" fmla="*/ 53258 h 134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87969" h="134472">
                  <a:moveTo>
                    <a:pt x="32233" y="53258"/>
                  </a:moveTo>
                  <a:cubicBezTo>
                    <a:pt x="16434" y="49538"/>
                    <a:pt x="11587" y="37821"/>
                    <a:pt x="11587" y="30009"/>
                  </a:cubicBezTo>
                  <a:cubicBezTo>
                    <a:pt x="11587" y="17734"/>
                    <a:pt x="22538" y="6016"/>
                    <a:pt x="38875" y="6016"/>
                  </a:cubicBezTo>
                  <a:cubicBezTo>
                    <a:pt x="63112" y="6016"/>
                    <a:pt x="73525" y="22755"/>
                    <a:pt x="76397" y="42285"/>
                  </a:cubicBezTo>
                  <a:cubicBezTo>
                    <a:pt x="76756" y="45075"/>
                    <a:pt x="76936" y="46004"/>
                    <a:pt x="79629" y="46004"/>
                  </a:cubicBezTo>
                  <a:cubicBezTo>
                    <a:pt x="82681" y="46004"/>
                    <a:pt x="82681" y="44703"/>
                    <a:pt x="82681" y="41169"/>
                  </a:cubicBezTo>
                  <a:lnTo>
                    <a:pt x="82681" y="4900"/>
                  </a:lnTo>
                  <a:cubicBezTo>
                    <a:pt x="82681" y="1738"/>
                    <a:pt x="82681" y="64"/>
                    <a:pt x="80167" y="64"/>
                  </a:cubicBezTo>
                  <a:cubicBezTo>
                    <a:pt x="78731" y="64"/>
                    <a:pt x="78372" y="622"/>
                    <a:pt x="77115" y="2668"/>
                  </a:cubicBezTo>
                  <a:lnTo>
                    <a:pt x="70652" y="13084"/>
                  </a:lnTo>
                  <a:cubicBezTo>
                    <a:pt x="58803" y="622"/>
                    <a:pt x="43902" y="64"/>
                    <a:pt x="38875" y="64"/>
                  </a:cubicBezTo>
                  <a:cubicBezTo>
                    <a:pt x="16255" y="64"/>
                    <a:pt x="97" y="16804"/>
                    <a:pt x="97" y="35589"/>
                  </a:cubicBezTo>
                  <a:cubicBezTo>
                    <a:pt x="97" y="46004"/>
                    <a:pt x="4585" y="54002"/>
                    <a:pt x="11048" y="60326"/>
                  </a:cubicBezTo>
                  <a:cubicBezTo>
                    <a:pt x="18229" y="67580"/>
                    <a:pt x="24154" y="68882"/>
                    <a:pt x="43543" y="73345"/>
                  </a:cubicBezTo>
                  <a:cubicBezTo>
                    <a:pt x="59880" y="77065"/>
                    <a:pt x="63471" y="77809"/>
                    <a:pt x="68677" y="83017"/>
                  </a:cubicBezTo>
                  <a:cubicBezTo>
                    <a:pt x="72806" y="87295"/>
                    <a:pt x="76577" y="93247"/>
                    <a:pt x="76577" y="101616"/>
                  </a:cubicBezTo>
                  <a:cubicBezTo>
                    <a:pt x="76577" y="114636"/>
                    <a:pt x="66164" y="127841"/>
                    <a:pt x="48929" y="127841"/>
                  </a:cubicBezTo>
                  <a:cubicBezTo>
                    <a:pt x="31515" y="127841"/>
                    <a:pt x="7458" y="120773"/>
                    <a:pt x="6201" y="92689"/>
                  </a:cubicBezTo>
                  <a:cubicBezTo>
                    <a:pt x="6021" y="89713"/>
                    <a:pt x="6021" y="88597"/>
                    <a:pt x="3149" y="88597"/>
                  </a:cubicBezTo>
                  <a:cubicBezTo>
                    <a:pt x="97" y="88597"/>
                    <a:pt x="97" y="89899"/>
                    <a:pt x="97" y="93619"/>
                  </a:cubicBezTo>
                  <a:lnTo>
                    <a:pt x="97" y="129701"/>
                  </a:lnTo>
                  <a:cubicBezTo>
                    <a:pt x="97" y="132863"/>
                    <a:pt x="97" y="134537"/>
                    <a:pt x="2610" y="134537"/>
                  </a:cubicBezTo>
                  <a:cubicBezTo>
                    <a:pt x="4047" y="134537"/>
                    <a:pt x="4406" y="133979"/>
                    <a:pt x="5483" y="132305"/>
                  </a:cubicBezTo>
                  <a:cubicBezTo>
                    <a:pt x="7099" y="130073"/>
                    <a:pt x="10689" y="124121"/>
                    <a:pt x="12125" y="121703"/>
                  </a:cubicBezTo>
                  <a:cubicBezTo>
                    <a:pt x="23436" y="131933"/>
                    <a:pt x="37260" y="134537"/>
                    <a:pt x="48929" y="134537"/>
                  </a:cubicBezTo>
                  <a:cubicBezTo>
                    <a:pt x="72627" y="134537"/>
                    <a:pt x="88066" y="116124"/>
                    <a:pt x="88066" y="96408"/>
                  </a:cubicBezTo>
                  <a:cubicBezTo>
                    <a:pt x="88066" y="79669"/>
                    <a:pt x="76756" y="63860"/>
                    <a:pt x="58803" y="59582"/>
                  </a:cubicBezTo>
                  <a:lnTo>
                    <a:pt x="32233" y="53258"/>
                  </a:lnTo>
                  <a:close/>
                </a:path>
              </a:pathLst>
            </a:custGeom>
            <a:solidFill>
              <a:srgbClr val="000000"/>
            </a:solidFill>
            <a:ln w="25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9BC1716E-B927-44CC-BAE9-644E99655C3F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2987165" y="6441415"/>
              <a:ext cx="136981" cy="127032"/>
            </a:xfrm>
            <a:custGeom>
              <a:avLst/>
              <a:gdLst>
                <a:gd name="connsiteX0" fmla="*/ 71375 w 136981"/>
                <a:gd name="connsiteY0" fmla="*/ 49724 h 127032"/>
                <a:gd name="connsiteX1" fmla="*/ 107819 w 136981"/>
                <a:gd name="connsiteY1" fmla="*/ 17548 h 127032"/>
                <a:gd name="connsiteX2" fmla="*/ 134389 w 136981"/>
                <a:gd name="connsiteY2" fmla="*/ 6760 h 127032"/>
                <a:gd name="connsiteX3" fmla="*/ 134389 w 136981"/>
                <a:gd name="connsiteY3" fmla="*/ 64 h 127032"/>
                <a:gd name="connsiteX4" fmla="*/ 119129 w 136981"/>
                <a:gd name="connsiteY4" fmla="*/ 808 h 127032"/>
                <a:gd name="connsiteX5" fmla="*/ 94354 w 136981"/>
                <a:gd name="connsiteY5" fmla="*/ 64 h 127032"/>
                <a:gd name="connsiteX6" fmla="*/ 94354 w 136981"/>
                <a:gd name="connsiteY6" fmla="*/ 6760 h 127032"/>
                <a:gd name="connsiteX7" fmla="*/ 100997 w 136981"/>
                <a:gd name="connsiteY7" fmla="*/ 12154 h 127032"/>
                <a:gd name="connsiteX8" fmla="*/ 99381 w 136981"/>
                <a:gd name="connsiteY8" fmla="*/ 16432 h 127032"/>
                <a:gd name="connsiteX9" fmla="*/ 35648 w 136981"/>
                <a:gd name="connsiteY9" fmla="*/ 72973 h 127032"/>
                <a:gd name="connsiteX10" fmla="*/ 35648 w 136981"/>
                <a:gd name="connsiteY10" fmla="*/ 15130 h 127032"/>
                <a:gd name="connsiteX11" fmla="*/ 49831 w 136981"/>
                <a:gd name="connsiteY11" fmla="*/ 6760 h 127032"/>
                <a:gd name="connsiteX12" fmla="*/ 54140 w 136981"/>
                <a:gd name="connsiteY12" fmla="*/ 6760 h 127032"/>
                <a:gd name="connsiteX13" fmla="*/ 54140 w 136981"/>
                <a:gd name="connsiteY13" fmla="*/ 64 h 127032"/>
                <a:gd name="connsiteX14" fmla="*/ 27210 w 136981"/>
                <a:gd name="connsiteY14" fmla="*/ 808 h 127032"/>
                <a:gd name="connsiteX15" fmla="*/ 101 w 136981"/>
                <a:gd name="connsiteY15" fmla="*/ 64 h 127032"/>
                <a:gd name="connsiteX16" fmla="*/ 101 w 136981"/>
                <a:gd name="connsiteY16" fmla="*/ 6760 h 127032"/>
                <a:gd name="connsiteX17" fmla="*/ 4410 w 136981"/>
                <a:gd name="connsiteY17" fmla="*/ 6760 h 127032"/>
                <a:gd name="connsiteX18" fmla="*/ 18593 w 136981"/>
                <a:gd name="connsiteY18" fmla="*/ 15130 h 127032"/>
                <a:gd name="connsiteX19" fmla="*/ 18593 w 136981"/>
                <a:gd name="connsiteY19" fmla="*/ 112032 h 127032"/>
                <a:gd name="connsiteX20" fmla="*/ 4410 w 136981"/>
                <a:gd name="connsiteY20" fmla="*/ 120401 h 127032"/>
                <a:gd name="connsiteX21" fmla="*/ 101 w 136981"/>
                <a:gd name="connsiteY21" fmla="*/ 120401 h 127032"/>
                <a:gd name="connsiteX22" fmla="*/ 101 w 136981"/>
                <a:gd name="connsiteY22" fmla="*/ 127097 h 127032"/>
                <a:gd name="connsiteX23" fmla="*/ 27031 w 136981"/>
                <a:gd name="connsiteY23" fmla="*/ 126353 h 127032"/>
                <a:gd name="connsiteX24" fmla="*/ 54140 w 136981"/>
                <a:gd name="connsiteY24" fmla="*/ 127097 h 127032"/>
                <a:gd name="connsiteX25" fmla="*/ 54140 w 136981"/>
                <a:gd name="connsiteY25" fmla="*/ 120401 h 127032"/>
                <a:gd name="connsiteX26" fmla="*/ 49831 w 136981"/>
                <a:gd name="connsiteY26" fmla="*/ 120401 h 127032"/>
                <a:gd name="connsiteX27" fmla="*/ 35648 w 136981"/>
                <a:gd name="connsiteY27" fmla="*/ 112032 h 127032"/>
                <a:gd name="connsiteX28" fmla="*/ 35648 w 136981"/>
                <a:gd name="connsiteY28" fmla="*/ 81343 h 127032"/>
                <a:gd name="connsiteX29" fmla="*/ 59885 w 136981"/>
                <a:gd name="connsiteY29" fmla="*/ 59954 h 127032"/>
                <a:gd name="connsiteX30" fmla="*/ 96509 w 136981"/>
                <a:gd name="connsiteY30" fmla="*/ 109428 h 127032"/>
                <a:gd name="connsiteX31" fmla="*/ 99202 w 136981"/>
                <a:gd name="connsiteY31" fmla="*/ 115380 h 127032"/>
                <a:gd name="connsiteX32" fmla="*/ 89687 w 136981"/>
                <a:gd name="connsiteY32" fmla="*/ 120401 h 127032"/>
                <a:gd name="connsiteX33" fmla="*/ 89687 w 136981"/>
                <a:gd name="connsiteY33" fmla="*/ 127097 h 127032"/>
                <a:gd name="connsiteX34" fmla="*/ 116436 w 136981"/>
                <a:gd name="connsiteY34" fmla="*/ 126353 h 127032"/>
                <a:gd name="connsiteX35" fmla="*/ 137082 w 136981"/>
                <a:gd name="connsiteY35" fmla="*/ 127097 h 127032"/>
                <a:gd name="connsiteX36" fmla="*/ 137082 w 136981"/>
                <a:gd name="connsiteY36" fmla="*/ 120401 h 127032"/>
                <a:gd name="connsiteX37" fmla="*/ 116436 w 136981"/>
                <a:gd name="connsiteY37" fmla="*/ 110730 h 127032"/>
                <a:gd name="connsiteX38" fmla="*/ 71375 w 136981"/>
                <a:gd name="connsiteY38" fmla="*/ 49724 h 127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36981" h="127032">
                  <a:moveTo>
                    <a:pt x="71375" y="49724"/>
                  </a:moveTo>
                  <a:lnTo>
                    <a:pt x="107819" y="17548"/>
                  </a:lnTo>
                  <a:cubicBezTo>
                    <a:pt x="116616" y="9736"/>
                    <a:pt x="125772" y="6946"/>
                    <a:pt x="134389" y="6760"/>
                  </a:cubicBezTo>
                  <a:lnTo>
                    <a:pt x="134389" y="64"/>
                  </a:lnTo>
                  <a:cubicBezTo>
                    <a:pt x="129363" y="436"/>
                    <a:pt x="124156" y="808"/>
                    <a:pt x="119129" y="808"/>
                  </a:cubicBezTo>
                  <a:cubicBezTo>
                    <a:pt x="113025" y="808"/>
                    <a:pt x="95072" y="64"/>
                    <a:pt x="94354" y="64"/>
                  </a:cubicBezTo>
                  <a:lnTo>
                    <a:pt x="94354" y="6760"/>
                  </a:lnTo>
                  <a:cubicBezTo>
                    <a:pt x="96868" y="6760"/>
                    <a:pt x="100997" y="7690"/>
                    <a:pt x="100997" y="12154"/>
                  </a:cubicBezTo>
                  <a:cubicBezTo>
                    <a:pt x="100997" y="13456"/>
                    <a:pt x="100279" y="15502"/>
                    <a:pt x="99381" y="16432"/>
                  </a:cubicBezTo>
                  <a:lnTo>
                    <a:pt x="35648" y="72973"/>
                  </a:lnTo>
                  <a:lnTo>
                    <a:pt x="35648" y="15130"/>
                  </a:lnTo>
                  <a:cubicBezTo>
                    <a:pt x="35648" y="8806"/>
                    <a:pt x="36007" y="6760"/>
                    <a:pt x="49831" y="6760"/>
                  </a:cubicBezTo>
                  <a:lnTo>
                    <a:pt x="54140" y="6760"/>
                  </a:lnTo>
                  <a:lnTo>
                    <a:pt x="54140" y="64"/>
                  </a:lnTo>
                  <a:cubicBezTo>
                    <a:pt x="45163" y="436"/>
                    <a:pt x="33673" y="808"/>
                    <a:pt x="27210" y="808"/>
                  </a:cubicBezTo>
                  <a:cubicBezTo>
                    <a:pt x="20568" y="808"/>
                    <a:pt x="9078" y="436"/>
                    <a:pt x="101" y="64"/>
                  </a:cubicBezTo>
                  <a:lnTo>
                    <a:pt x="101" y="6760"/>
                  </a:lnTo>
                  <a:lnTo>
                    <a:pt x="4410" y="6760"/>
                  </a:lnTo>
                  <a:cubicBezTo>
                    <a:pt x="18234" y="6760"/>
                    <a:pt x="18593" y="8620"/>
                    <a:pt x="18593" y="15130"/>
                  </a:cubicBezTo>
                  <a:lnTo>
                    <a:pt x="18593" y="112032"/>
                  </a:lnTo>
                  <a:cubicBezTo>
                    <a:pt x="18593" y="118356"/>
                    <a:pt x="18234" y="120401"/>
                    <a:pt x="4410" y="120401"/>
                  </a:cubicBezTo>
                  <a:lnTo>
                    <a:pt x="101" y="120401"/>
                  </a:lnTo>
                  <a:lnTo>
                    <a:pt x="101" y="127097"/>
                  </a:lnTo>
                  <a:cubicBezTo>
                    <a:pt x="9078" y="126725"/>
                    <a:pt x="20568" y="126353"/>
                    <a:pt x="27031" y="126353"/>
                  </a:cubicBezTo>
                  <a:cubicBezTo>
                    <a:pt x="33673" y="126353"/>
                    <a:pt x="45163" y="126725"/>
                    <a:pt x="54140" y="127097"/>
                  </a:cubicBezTo>
                  <a:lnTo>
                    <a:pt x="54140" y="120401"/>
                  </a:lnTo>
                  <a:lnTo>
                    <a:pt x="49831" y="120401"/>
                  </a:lnTo>
                  <a:cubicBezTo>
                    <a:pt x="36007" y="120401"/>
                    <a:pt x="35648" y="118542"/>
                    <a:pt x="35648" y="112032"/>
                  </a:cubicBezTo>
                  <a:lnTo>
                    <a:pt x="35648" y="81343"/>
                  </a:lnTo>
                  <a:lnTo>
                    <a:pt x="59885" y="59954"/>
                  </a:lnTo>
                  <a:lnTo>
                    <a:pt x="96509" y="109428"/>
                  </a:lnTo>
                  <a:cubicBezTo>
                    <a:pt x="97586" y="110916"/>
                    <a:pt x="99202" y="112962"/>
                    <a:pt x="99202" y="115380"/>
                  </a:cubicBezTo>
                  <a:cubicBezTo>
                    <a:pt x="99202" y="120401"/>
                    <a:pt x="92918" y="120401"/>
                    <a:pt x="89687" y="120401"/>
                  </a:cubicBezTo>
                  <a:lnTo>
                    <a:pt x="89687" y="127097"/>
                  </a:lnTo>
                  <a:cubicBezTo>
                    <a:pt x="98663" y="126725"/>
                    <a:pt x="110153" y="126353"/>
                    <a:pt x="116436" y="126353"/>
                  </a:cubicBezTo>
                  <a:cubicBezTo>
                    <a:pt x="122720" y="126353"/>
                    <a:pt x="134569" y="126911"/>
                    <a:pt x="137082" y="127097"/>
                  </a:cubicBezTo>
                  <a:lnTo>
                    <a:pt x="137082" y="120401"/>
                  </a:lnTo>
                  <a:cubicBezTo>
                    <a:pt x="127388" y="120401"/>
                    <a:pt x="123259" y="120030"/>
                    <a:pt x="116436" y="110730"/>
                  </a:cubicBezTo>
                  <a:lnTo>
                    <a:pt x="71375" y="49724"/>
                  </a:lnTo>
                  <a:close/>
                </a:path>
              </a:pathLst>
            </a:custGeom>
            <a:solidFill>
              <a:srgbClr val="000000"/>
            </a:solidFill>
            <a:ln w="25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4D72BB60-6C26-4BEB-BDCD-DDBDBA2C253D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3173606" y="6316417"/>
              <a:ext cx="62710" cy="280034"/>
            </a:xfrm>
            <a:custGeom>
              <a:avLst/>
              <a:gdLst>
                <a:gd name="connsiteX0" fmla="*/ 62818 w 62710"/>
                <a:gd name="connsiteY0" fmla="*/ 277297 h 280034"/>
                <a:gd name="connsiteX1" fmla="*/ 58223 w 62710"/>
                <a:gd name="connsiteY1" fmla="*/ 271136 h 280034"/>
                <a:gd name="connsiteX2" fmla="*/ 15786 w 62710"/>
                <a:gd name="connsiteY2" fmla="*/ 140080 h 280034"/>
                <a:gd name="connsiteX3" fmla="*/ 59305 w 62710"/>
                <a:gd name="connsiteY3" fmla="*/ 7624 h 280034"/>
                <a:gd name="connsiteX4" fmla="*/ 62818 w 62710"/>
                <a:gd name="connsiteY4" fmla="*/ 2863 h 280034"/>
                <a:gd name="connsiteX5" fmla="*/ 60115 w 62710"/>
                <a:gd name="connsiteY5" fmla="*/ 63 h 280034"/>
                <a:gd name="connsiteX6" fmla="*/ 17137 w 62710"/>
                <a:gd name="connsiteY6" fmla="*/ 54670 h 280034"/>
                <a:gd name="connsiteX7" fmla="*/ 108 w 62710"/>
                <a:gd name="connsiteY7" fmla="*/ 140080 h 280034"/>
                <a:gd name="connsiteX8" fmla="*/ 17948 w 62710"/>
                <a:gd name="connsiteY8" fmla="*/ 227451 h 280034"/>
                <a:gd name="connsiteX9" fmla="*/ 60115 w 62710"/>
                <a:gd name="connsiteY9" fmla="*/ 280098 h 280034"/>
                <a:gd name="connsiteX10" fmla="*/ 62818 w 62710"/>
                <a:gd name="connsiteY10" fmla="*/ 277297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710" h="280034">
                  <a:moveTo>
                    <a:pt x="62818" y="277297"/>
                  </a:moveTo>
                  <a:cubicBezTo>
                    <a:pt x="62818" y="276457"/>
                    <a:pt x="62818" y="275897"/>
                    <a:pt x="58223" y="271136"/>
                  </a:cubicBezTo>
                  <a:cubicBezTo>
                    <a:pt x="24435" y="235852"/>
                    <a:pt x="15786" y="182926"/>
                    <a:pt x="15786" y="140080"/>
                  </a:cubicBezTo>
                  <a:cubicBezTo>
                    <a:pt x="15786" y="91354"/>
                    <a:pt x="26057" y="42628"/>
                    <a:pt x="59305" y="7624"/>
                  </a:cubicBezTo>
                  <a:cubicBezTo>
                    <a:pt x="62818" y="4263"/>
                    <a:pt x="62818" y="3703"/>
                    <a:pt x="62818" y="2863"/>
                  </a:cubicBezTo>
                  <a:cubicBezTo>
                    <a:pt x="62818" y="903"/>
                    <a:pt x="61737" y="63"/>
                    <a:pt x="60115" y="63"/>
                  </a:cubicBezTo>
                  <a:cubicBezTo>
                    <a:pt x="57412" y="63"/>
                    <a:pt x="33085" y="19105"/>
                    <a:pt x="17137" y="54670"/>
                  </a:cubicBezTo>
                  <a:cubicBezTo>
                    <a:pt x="3352" y="85473"/>
                    <a:pt x="108" y="116557"/>
                    <a:pt x="108" y="140080"/>
                  </a:cubicBezTo>
                  <a:cubicBezTo>
                    <a:pt x="108" y="161923"/>
                    <a:pt x="3081" y="195807"/>
                    <a:pt x="17948" y="227451"/>
                  </a:cubicBezTo>
                  <a:cubicBezTo>
                    <a:pt x="34166" y="261895"/>
                    <a:pt x="57412" y="280098"/>
                    <a:pt x="60115" y="280098"/>
                  </a:cubicBezTo>
                  <a:cubicBezTo>
                    <a:pt x="61737" y="280098"/>
                    <a:pt x="62818" y="279257"/>
                    <a:pt x="62818" y="277297"/>
                  </a:cubicBezTo>
                  <a:close/>
                </a:path>
              </a:pathLst>
            </a:custGeom>
            <a:solidFill>
              <a:srgbClr val="000000"/>
            </a:solidFill>
            <a:ln w="25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87214A19-DC97-4E08-A34A-C950CEBD2D03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3258182" y="6351141"/>
              <a:ext cx="82983" cy="178382"/>
            </a:xfrm>
            <a:custGeom>
              <a:avLst/>
              <a:gdLst>
                <a:gd name="connsiteX0" fmla="*/ 49578 w 82983"/>
                <a:gd name="connsiteY0" fmla="*/ 63351 h 178382"/>
                <a:gd name="connsiteX1" fmla="*/ 74986 w 82983"/>
                <a:gd name="connsiteY1" fmla="*/ 63351 h 178382"/>
                <a:gd name="connsiteX2" fmla="*/ 83095 w 82983"/>
                <a:gd name="connsiteY2" fmla="*/ 57750 h 178382"/>
                <a:gd name="connsiteX3" fmla="*/ 75527 w 82983"/>
                <a:gd name="connsiteY3" fmla="*/ 54670 h 178382"/>
                <a:gd name="connsiteX4" fmla="*/ 51740 w 82983"/>
                <a:gd name="connsiteY4" fmla="*/ 54670 h 178382"/>
                <a:gd name="connsiteX5" fmla="*/ 62823 w 82983"/>
                <a:gd name="connsiteY5" fmla="*/ 7624 h 178382"/>
                <a:gd name="connsiteX6" fmla="*/ 54984 w 82983"/>
                <a:gd name="connsiteY6" fmla="*/ 63 h 178382"/>
                <a:gd name="connsiteX7" fmla="*/ 44172 w 82983"/>
                <a:gd name="connsiteY7" fmla="*/ 10144 h 178382"/>
                <a:gd name="connsiteX8" fmla="*/ 33630 w 82983"/>
                <a:gd name="connsiteY8" fmla="*/ 54670 h 178382"/>
                <a:gd name="connsiteX9" fmla="*/ 8221 w 82983"/>
                <a:gd name="connsiteY9" fmla="*/ 54670 h 178382"/>
                <a:gd name="connsiteX10" fmla="*/ 112 w 82983"/>
                <a:gd name="connsiteY10" fmla="*/ 59990 h 178382"/>
                <a:gd name="connsiteX11" fmla="*/ 7681 w 82983"/>
                <a:gd name="connsiteY11" fmla="*/ 63351 h 178382"/>
                <a:gd name="connsiteX12" fmla="*/ 31467 w 82983"/>
                <a:gd name="connsiteY12" fmla="*/ 63351 h 178382"/>
                <a:gd name="connsiteX13" fmla="*/ 10924 w 82983"/>
                <a:gd name="connsiteY13" fmla="*/ 152682 h 178382"/>
                <a:gd name="connsiteX14" fmla="*/ 35792 w 82983"/>
                <a:gd name="connsiteY14" fmla="*/ 178445 h 178382"/>
                <a:gd name="connsiteX15" fmla="*/ 78770 w 82983"/>
                <a:gd name="connsiteY15" fmla="*/ 135320 h 178382"/>
                <a:gd name="connsiteX16" fmla="*/ 75527 w 82983"/>
                <a:gd name="connsiteY16" fmla="*/ 132519 h 178382"/>
                <a:gd name="connsiteX17" fmla="*/ 71472 w 82983"/>
                <a:gd name="connsiteY17" fmla="*/ 136440 h 178382"/>
                <a:gd name="connsiteX18" fmla="*/ 36333 w 82983"/>
                <a:gd name="connsiteY18" fmla="*/ 172284 h 178382"/>
                <a:gd name="connsiteX19" fmla="*/ 27953 w 82983"/>
                <a:gd name="connsiteY19" fmla="*/ 159403 h 178382"/>
                <a:gd name="connsiteX20" fmla="*/ 29575 w 82983"/>
                <a:gd name="connsiteY20" fmla="*/ 145961 h 178382"/>
                <a:gd name="connsiteX21" fmla="*/ 49578 w 82983"/>
                <a:gd name="connsiteY21" fmla="*/ 63351 h 17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983" h="178382">
                  <a:moveTo>
                    <a:pt x="49578" y="63351"/>
                  </a:moveTo>
                  <a:lnTo>
                    <a:pt x="74986" y="63351"/>
                  </a:lnTo>
                  <a:cubicBezTo>
                    <a:pt x="80392" y="63351"/>
                    <a:pt x="83095" y="63351"/>
                    <a:pt x="83095" y="57750"/>
                  </a:cubicBezTo>
                  <a:cubicBezTo>
                    <a:pt x="83095" y="54670"/>
                    <a:pt x="80392" y="54670"/>
                    <a:pt x="75527" y="54670"/>
                  </a:cubicBezTo>
                  <a:lnTo>
                    <a:pt x="51740" y="54670"/>
                  </a:lnTo>
                  <a:cubicBezTo>
                    <a:pt x="61471" y="14905"/>
                    <a:pt x="62823" y="9304"/>
                    <a:pt x="62823" y="7624"/>
                  </a:cubicBezTo>
                  <a:cubicBezTo>
                    <a:pt x="62823" y="2863"/>
                    <a:pt x="59579" y="63"/>
                    <a:pt x="54984" y="63"/>
                  </a:cubicBezTo>
                  <a:cubicBezTo>
                    <a:pt x="54173" y="63"/>
                    <a:pt x="46604" y="343"/>
                    <a:pt x="44172" y="10144"/>
                  </a:cubicBezTo>
                  <a:lnTo>
                    <a:pt x="33630" y="54670"/>
                  </a:lnTo>
                  <a:lnTo>
                    <a:pt x="8221" y="54670"/>
                  </a:lnTo>
                  <a:cubicBezTo>
                    <a:pt x="2815" y="54670"/>
                    <a:pt x="112" y="54670"/>
                    <a:pt x="112" y="59990"/>
                  </a:cubicBezTo>
                  <a:cubicBezTo>
                    <a:pt x="112" y="63351"/>
                    <a:pt x="2274" y="63351"/>
                    <a:pt x="7681" y="63351"/>
                  </a:cubicBezTo>
                  <a:lnTo>
                    <a:pt x="31467" y="63351"/>
                  </a:lnTo>
                  <a:cubicBezTo>
                    <a:pt x="12005" y="142881"/>
                    <a:pt x="10924" y="147641"/>
                    <a:pt x="10924" y="152682"/>
                  </a:cubicBezTo>
                  <a:cubicBezTo>
                    <a:pt x="10924" y="167804"/>
                    <a:pt x="21196" y="178445"/>
                    <a:pt x="35792" y="178445"/>
                  </a:cubicBezTo>
                  <a:cubicBezTo>
                    <a:pt x="63363" y="178445"/>
                    <a:pt x="78770" y="137560"/>
                    <a:pt x="78770" y="135320"/>
                  </a:cubicBezTo>
                  <a:cubicBezTo>
                    <a:pt x="78770" y="132519"/>
                    <a:pt x="76608" y="132519"/>
                    <a:pt x="75527" y="132519"/>
                  </a:cubicBezTo>
                  <a:cubicBezTo>
                    <a:pt x="73094" y="132519"/>
                    <a:pt x="72824" y="133359"/>
                    <a:pt x="71472" y="136440"/>
                  </a:cubicBezTo>
                  <a:cubicBezTo>
                    <a:pt x="59849" y="165563"/>
                    <a:pt x="45523" y="172284"/>
                    <a:pt x="36333" y="172284"/>
                  </a:cubicBezTo>
                  <a:cubicBezTo>
                    <a:pt x="30656" y="172284"/>
                    <a:pt x="27953" y="168644"/>
                    <a:pt x="27953" y="159403"/>
                  </a:cubicBezTo>
                  <a:cubicBezTo>
                    <a:pt x="27953" y="152682"/>
                    <a:pt x="28494" y="150722"/>
                    <a:pt x="29575" y="145961"/>
                  </a:cubicBezTo>
                  <a:lnTo>
                    <a:pt x="49578" y="63351"/>
                  </a:lnTo>
                  <a:close/>
                </a:path>
              </a:pathLst>
            </a:custGeom>
            <a:solidFill>
              <a:srgbClr val="000000"/>
            </a:solidFill>
            <a:ln w="25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14F83B6F-6537-4D6F-80A0-BF03F0602D4A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3364982" y="6316417"/>
              <a:ext cx="62710" cy="280034"/>
            </a:xfrm>
            <a:custGeom>
              <a:avLst/>
              <a:gdLst>
                <a:gd name="connsiteX0" fmla="*/ 62826 w 62710"/>
                <a:gd name="connsiteY0" fmla="*/ 140080 h 280034"/>
                <a:gd name="connsiteX1" fmla="*/ 44986 w 62710"/>
                <a:gd name="connsiteY1" fmla="*/ 52709 h 280034"/>
                <a:gd name="connsiteX2" fmla="*/ 2819 w 62710"/>
                <a:gd name="connsiteY2" fmla="*/ 63 h 280034"/>
                <a:gd name="connsiteX3" fmla="*/ 116 w 62710"/>
                <a:gd name="connsiteY3" fmla="*/ 2863 h 280034"/>
                <a:gd name="connsiteX4" fmla="*/ 5252 w 62710"/>
                <a:gd name="connsiteY4" fmla="*/ 9304 h 280034"/>
                <a:gd name="connsiteX5" fmla="*/ 47149 w 62710"/>
                <a:gd name="connsiteY5" fmla="*/ 140080 h 280034"/>
                <a:gd name="connsiteX6" fmla="*/ 3630 w 62710"/>
                <a:gd name="connsiteY6" fmla="*/ 272537 h 280034"/>
                <a:gd name="connsiteX7" fmla="*/ 116 w 62710"/>
                <a:gd name="connsiteY7" fmla="*/ 277297 h 280034"/>
                <a:gd name="connsiteX8" fmla="*/ 2819 w 62710"/>
                <a:gd name="connsiteY8" fmla="*/ 280098 h 280034"/>
                <a:gd name="connsiteX9" fmla="*/ 45797 w 62710"/>
                <a:gd name="connsiteY9" fmla="*/ 225491 h 280034"/>
                <a:gd name="connsiteX10" fmla="*/ 62826 w 62710"/>
                <a:gd name="connsiteY10" fmla="*/ 14008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710" h="280034">
                  <a:moveTo>
                    <a:pt x="62826" y="140080"/>
                  </a:moveTo>
                  <a:cubicBezTo>
                    <a:pt x="62826" y="118237"/>
                    <a:pt x="59853" y="84353"/>
                    <a:pt x="44986" y="52709"/>
                  </a:cubicBezTo>
                  <a:cubicBezTo>
                    <a:pt x="28768" y="18265"/>
                    <a:pt x="5522" y="63"/>
                    <a:pt x="2819" y="63"/>
                  </a:cubicBezTo>
                  <a:cubicBezTo>
                    <a:pt x="1197" y="63"/>
                    <a:pt x="116" y="1183"/>
                    <a:pt x="116" y="2863"/>
                  </a:cubicBezTo>
                  <a:cubicBezTo>
                    <a:pt x="116" y="3703"/>
                    <a:pt x="116" y="4263"/>
                    <a:pt x="5252" y="9304"/>
                  </a:cubicBezTo>
                  <a:cubicBezTo>
                    <a:pt x="31741" y="37027"/>
                    <a:pt x="47149" y="81553"/>
                    <a:pt x="47149" y="140080"/>
                  </a:cubicBezTo>
                  <a:cubicBezTo>
                    <a:pt x="47149" y="187966"/>
                    <a:pt x="37147" y="237252"/>
                    <a:pt x="3630" y="272537"/>
                  </a:cubicBezTo>
                  <a:cubicBezTo>
                    <a:pt x="116" y="275897"/>
                    <a:pt x="116" y="276457"/>
                    <a:pt x="116" y="277297"/>
                  </a:cubicBezTo>
                  <a:cubicBezTo>
                    <a:pt x="116" y="278977"/>
                    <a:pt x="1197" y="280098"/>
                    <a:pt x="2819" y="280098"/>
                  </a:cubicBezTo>
                  <a:cubicBezTo>
                    <a:pt x="5522" y="280098"/>
                    <a:pt x="29849" y="261055"/>
                    <a:pt x="45797" y="225491"/>
                  </a:cubicBezTo>
                  <a:cubicBezTo>
                    <a:pt x="59583" y="194687"/>
                    <a:pt x="62826" y="163603"/>
                    <a:pt x="62826" y="140080"/>
                  </a:cubicBezTo>
                  <a:close/>
                </a:path>
              </a:pathLst>
            </a:custGeom>
            <a:solidFill>
              <a:srgbClr val="000000"/>
            </a:solidFill>
            <a:ln w="25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BA4D7C12-662D-40C8-840E-4D0120C6392C}"/>
              </a:ext>
            </a:extLst>
          </p:cNvPr>
          <p:cNvGrpSpPr/>
          <p:nvPr/>
        </p:nvGrpSpPr>
        <p:grpSpPr>
          <a:xfrm>
            <a:off x="1510469" y="4233270"/>
            <a:ext cx="1146942" cy="902525"/>
            <a:chOff x="2537341" y="5307775"/>
            <a:chExt cx="612687" cy="1278890"/>
          </a:xfrm>
        </p:grpSpPr>
        <p:pic>
          <p:nvPicPr>
            <p:cNvPr id="119" name="图片 118">
              <a:extLst>
                <a:ext uri="{FF2B5EF4-FFF2-40B4-BE49-F238E27FC236}">
                  <a16:creationId xmlns:a16="http://schemas.microsoft.com/office/drawing/2014/main" id="{5DF4E494-13DC-4A89-B3FC-3BF62EAF4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2537341" y="5307775"/>
              <a:ext cx="323850" cy="654050"/>
            </a:xfrm>
            <a:prstGeom prst="rect">
              <a:avLst/>
            </a:prstGeom>
          </p:spPr>
        </p:pic>
        <p:pic>
          <p:nvPicPr>
            <p:cNvPr id="120" name="图片 119">
              <a:extLst>
                <a:ext uri="{FF2B5EF4-FFF2-40B4-BE49-F238E27FC236}">
                  <a16:creationId xmlns:a16="http://schemas.microsoft.com/office/drawing/2014/main" id="{B5D36DD6-8B83-48FB-81D6-2E21E1EC1A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 flipV="1">
              <a:off x="2826178" y="5932615"/>
              <a:ext cx="323850" cy="654050"/>
            </a:xfrm>
            <a:prstGeom prst="rect">
              <a:avLst/>
            </a:prstGeom>
          </p:spPr>
        </p:pic>
      </p:grpSp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2363F194-076B-4536-BA8A-90CA69D0787E}"/>
              </a:ext>
            </a:extLst>
          </p:cNvPr>
          <p:cNvGrpSpPr/>
          <p:nvPr/>
        </p:nvGrpSpPr>
        <p:grpSpPr>
          <a:xfrm>
            <a:off x="4744333" y="4207011"/>
            <a:ext cx="1146942" cy="902525"/>
            <a:chOff x="2537341" y="5307775"/>
            <a:chExt cx="612687" cy="1278890"/>
          </a:xfrm>
        </p:grpSpPr>
        <p:pic>
          <p:nvPicPr>
            <p:cNvPr id="136" name="图片 135">
              <a:extLst>
                <a:ext uri="{FF2B5EF4-FFF2-40B4-BE49-F238E27FC236}">
                  <a16:creationId xmlns:a16="http://schemas.microsoft.com/office/drawing/2014/main" id="{728C7AD1-DABC-4C71-AEEB-7A6E7FEF9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2537341" y="5307775"/>
              <a:ext cx="323850" cy="654050"/>
            </a:xfrm>
            <a:prstGeom prst="rect">
              <a:avLst/>
            </a:prstGeom>
          </p:spPr>
        </p:pic>
        <p:pic>
          <p:nvPicPr>
            <p:cNvPr id="137" name="图片 136">
              <a:extLst>
                <a:ext uri="{FF2B5EF4-FFF2-40B4-BE49-F238E27FC236}">
                  <a16:creationId xmlns:a16="http://schemas.microsoft.com/office/drawing/2014/main" id="{BCB6995F-D318-4A64-B658-A9740BB12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 flipV="1">
              <a:off x="2826178" y="5932615"/>
              <a:ext cx="323850" cy="654050"/>
            </a:xfrm>
            <a:prstGeom prst="rect">
              <a:avLst/>
            </a:prstGeom>
          </p:spPr>
        </p:pic>
      </p:grpSp>
      <p:sp>
        <p:nvSpPr>
          <p:cNvPr id="138" name="文本框 137">
            <a:extLst>
              <a:ext uri="{FF2B5EF4-FFF2-40B4-BE49-F238E27FC236}">
                <a16:creationId xmlns:a16="http://schemas.microsoft.com/office/drawing/2014/main" id="{2532AC12-FA4A-4EA2-ACBE-F892DF6F0D53}"/>
              </a:ext>
            </a:extLst>
          </p:cNvPr>
          <p:cNvSpPr txBox="1"/>
          <p:nvPr/>
        </p:nvSpPr>
        <p:spPr>
          <a:xfrm>
            <a:off x="1252640" y="5439610"/>
            <a:ext cx="4777782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利用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相位变化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区分不同信息传输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39" name="图片 138" descr="\documentclass[UTF8]{article}&#10;\usepackage{ctex}&#10;\usepackage{amsmath}&#10;\usepackage{xcolor}&#10;\pagestyle{empty}&#10;\begin{document}&#10;&#10;$$e_{\text{2PSK}}(t) = A \cos(\omega_ct + {\color{red}{\varphi_n}})$$&#10;&#10;\end{document}" title="IguanaTex Picture Display">
            <a:extLst>
              <a:ext uri="{FF2B5EF4-FFF2-40B4-BE49-F238E27FC236}">
                <a16:creationId xmlns:a16="http://schemas.microsoft.com/office/drawing/2014/main" id="{C9979661-9AFC-4818-927A-AE4AED4498E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23" y="3007361"/>
            <a:ext cx="3071997" cy="266667"/>
          </a:xfrm>
          <a:prstGeom prst="rect">
            <a:avLst/>
          </a:prstGeom>
        </p:spPr>
      </p:pic>
      <p:grpSp>
        <p:nvGrpSpPr>
          <p:cNvPr id="211" name="组合 210" descr="\documentclass[UTF8]{article}&#10;\usepackage{ctex}&#10;\usepackage{amsmath}&#10;\pagestyle{empty}&#10;\begin{document}&#10;&#10;\begin{equation*}&#10; \varphi_n =\left\{&#10; \begin{array}{ll}&#10;  0, &amp; \text{发送“0”时} \\&#10;  \pi, &amp; \text{发送“1”时 }&#10; \end{array}&#10; \right.&#10;\end{equation*}&#10;&#10;\end{document}" title="IguanaTex Shape Display">
            <a:extLst>
              <a:ext uri="{FF2B5EF4-FFF2-40B4-BE49-F238E27FC236}">
                <a16:creationId xmlns:a16="http://schemas.microsoft.com/office/drawing/2014/main" id="{900C095A-3E72-4057-8FB3-18257915BA28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4580171" y="2721421"/>
            <a:ext cx="2944163" cy="830995"/>
            <a:chOff x="8300322" y="2851838"/>
            <a:chExt cx="2944163" cy="830995"/>
          </a:xfrm>
        </p:grpSpPr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F8948A98-6C35-4E07-A4DB-18FFB022AE53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300322" y="3216272"/>
              <a:ext cx="151752" cy="176021"/>
            </a:xfrm>
            <a:custGeom>
              <a:avLst/>
              <a:gdLst>
                <a:gd name="connsiteX0" fmla="*/ 32174 w 151752"/>
                <a:gd name="connsiteY0" fmla="*/ 163303 h 176021"/>
                <a:gd name="connsiteX1" fmla="*/ 30841 w 151752"/>
                <a:gd name="connsiteY1" fmla="*/ 168637 h 176021"/>
                <a:gd name="connsiteX2" fmla="*/ 38575 w 151752"/>
                <a:gd name="connsiteY2" fmla="*/ 176105 h 176021"/>
                <a:gd name="connsiteX3" fmla="*/ 48443 w 151752"/>
                <a:gd name="connsiteY3" fmla="*/ 169170 h 176021"/>
                <a:gd name="connsiteX4" fmla="*/ 57777 w 151752"/>
                <a:gd name="connsiteY4" fmla="*/ 120364 h 176021"/>
                <a:gd name="connsiteX5" fmla="*/ 66578 w 151752"/>
                <a:gd name="connsiteY5" fmla="*/ 120898 h 176021"/>
                <a:gd name="connsiteX6" fmla="*/ 151922 w 151752"/>
                <a:gd name="connsiteY6" fmla="*/ 36887 h 176021"/>
                <a:gd name="connsiteX7" fmla="*/ 121519 w 151752"/>
                <a:gd name="connsiteY7" fmla="*/ 83 h 176021"/>
                <a:gd name="connsiteX8" fmla="*/ 50843 w 151752"/>
                <a:gd name="connsiteY8" fmla="*/ 103829 h 176021"/>
                <a:gd name="connsiteX9" fmla="*/ 7104 w 151752"/>
                <a:gd name="connsiteY9" fmla="*/ 64357 h 176021"/>
                <a:gd name="connsiteX10" fmla="*/ 29241 w 151752"/>
                <a:gd name="connsiteY10" fmla="*/ 9151 h 176021"/>
                <a:gd name="connsiteX11" fmla="*/ 31374 w 151752"/>
                <a:gd name="connsiteY11" fmla="*/ 5683 h 176021"/>
                <a:gd name="connsiteX12" fmla="*/ 28174 w 151752"/>
                <a:gd name="connsiteY12" fmla="*/ 3016 h 176021"/>
                <a:gd name="connsiteX13" fmla="*/ 170 w 151752"/>
                <a:gd name="connsiteY13" fmla="*/ 67291 h 176021"/>
                <a:gd name="connsiteX14" fmla="*/ 46309 w 151752"/>
                <a:gd name="connsiteY14" fmla="*/ 118497 h 176021"/>
                <a:gd name="connsiteX15" fmla="*/ 32174 w 151752"/>
                <a:gd name="connsiteY15" fmla="*/ 163303 h 176021"/>
                <a:gd name="connsiteX16" fmla="*/ 68979 w 151752"/>
                <a:gd name="connsiteY16" fmla="*/ 105429 h 176021"/>
                <a:gd name="connsiteX17" fmla="*/ 64178 w 151752"/>
                <a:gd name="connsiteY17" fmla="*/ 105162 h 176021"/>
                <a:gd name="connsiteX18" fmla="*/ 60711 w 151752"/>
                <a:gd name="connsiteY18" fmla="*/ 104096 h 176021"/>
                <a:gd name="connsiteX19" fmla="*/ 66045 w 151752"/>
                <a:gd name="connsiteY19" fmla="*/ 75292 h 176021"/>
                <a:gd name="connsiteX20" fmla="*/ 118852 w 151752"/>
                <a:gd name="connsiteY20" fmla="*/ 15551 h 176021"/>
                <a:gd name="connsiteX21" fmla="*/ 144455 w 151752"/>
                <a:gd name="connsiteY21" fmla="*/ 42755 h 176021"/>
                <a:gd name="connsiteX22" fmla="*/ 68979 w 151752"/>
                <a:gd name="connsiteY22" fmla="*/ 105429 h 17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1752" h="176021">
                  <a:moveTo>
                    <a:pt x="32174" y="163303"/>
                  </a:moveTo>
                  <a:cubicBezTo>
                    <a:pt x="31107" y="166770"/>
                    <a:pt x="30841" y="167304"/>
                    <a:pt x="30841" y="168637"/>
                  </a:cubicBezTo>
                  <a:cubicBezTo>
                    <a:pt x="30841" y="174504"/>
                    <a:pt x="35908" y="176105"/>
                    <a:pt x="38575" y="176105"/>
                  </a:cubicBezTo>
                  <a:cubicBezTo>
                    <a:pt x="39909" y="176105"/>
                    <a:pt x="45776" y="175305"/>
                    <a:pt x="48443" y="169170"/>
                  </a:cubicBezTo>
                  <a:cubicBezTo>
                    <a:pt x="49243" y="167037"/>
                    <a:pt x="50576" y="158236"/>
                    <a:pt x="57777" y="120364"/>
                  </a:cubicBezTo>
                  <a:cubicBezTo>
                    <a:pt x="60178" y="120631"/>
                    <a:pt x="62045" y="120898"/>
                    <a:pt x="66578" y="120898"/>
                  </a:cubicBezTo>
                  <a:cubicBezTo>
                    <a:pt x="110851" y="120898"/>
                    <a:pt x="151922" y="79026"/>
                    <a:pt x="151922" y="36887"/>
                  </a:cubicBezTo>
                  <a:cubicBezTo>
                    <a:pt x="151922" y="16085"/>
                    <a:pt x="141521" y="83"/>
                    <a:pt x="121519" y="83"/>
                  </a:cubicBezTo>
                  <a:cubicBezTo>
                    <a:pt x="82847" y="83"/>
                    <a:pt x="66845" y="51823"/>
                    <a:pt x="50843" y="103829"/>
                  </a:cubicBezTo>
                  <a:cubicBezTo>
                    <a:pt x="22040" y="98495"/>
                    <a:pt x="7104" y="83560"/>
                    <a:pt x="7104" y="64357"/>
                  </a:cubicBezTo>
                  <a:cubicBezTo>
                    <a:pt x="7104" y="56890"/>
                    <a:pt x="13239" y="27553"/>
                    <a:pt x="29241" y="9151"/>
                  </a:cubicBezTo>
                  <a:cubicBezTo>
                    <a:pt x="31374" y="6750"/>
                    <a:pt x="31374" y="6217"/>
                    <a:pt x="31374" y="5683"/>
                  </a:cubicBezTo>
                  <a:cubicBezTo>
                    <a:pt x="31374" y="4617"/>
                    <a:pt x="30841" y="3016"/>
                    <a:pt x="28174" y="3016"/>
                  </a:cubicBezTo>
                  <a:cubicBezTo>
                    <a:pt x="20706" y="3016"/>
                    <a:pt x="170" y="41688"/>
                    <a:pt x="170" y="67291"/>
                  </a:cubicBezTo>
                  <a:cubicBezTo>
                    <a:pt x="170" y="92361"/>
                    <a:pt x="17772" y="111830"/>
                    <a:pt x="46309" y="118497"/>
                  </a:cubicBezTo>
                  <a:lnTo>
                    <a:pt x="32174" y="163303"/>
                  </a:lnTo>
                  <a:close/>
                  <a:moveTo>
                    <a:pt x="68979" y="105429"/>
                  </a:moveTo>
                  <a:cubicBezTo>
                    <a:pt x="66845" y="105429"/>
                    <a:pt x="66312" y="105429"/>
                    <a:pt x="64178" y="105162"/>
                  </a:cubicBezTo>
                  <a:cubicBezTo>
                    <a:pt x="60978" y="105162"/>
                    <a:pt x="60711" y="104896"/>
                    <a:pt x="60711" y="104096"/>
                  </a:cubicBezTo>
                  <a:cubicBezTo>
                    <a:pt x="60711" y="103562"/>
                    <a:pt x="65245" y="79293"/>
                    <a:pt x="66045" y="75292"/>
                  </a:cubicBezTo>
                  <a:cubicBezTo>
                    <a:pt x="74313" y="41155"/>
                    <a:pt x="95115" y="15551"/>
                    <a:pt x="118852" y="15551"/>
                  </a:cubicBezTo>
                  <a:cubicBezTo>
                    <a:pt x="137254" y="15551"/>
                    <a:pt x="144455" y="29953"/>
                    <a:pt x="144455" y="42755"/>
                  </a:cubicBezTo>
                  <a:cubicBezTo>
                    <a:pt x="144455" y="72892"/>
                    <a:pt x="110051" y="105429"/>
                    <a:pt x="68979" y="105429"/>
                  </a:cubicBez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4E9749D8-7ECD-44AC-B2DC-DF8F58E9AEB0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8469779" y="3296041"/>
              <a:ext cx="108229" cy="79888"/>
            </a:xfrm>
            <a:custGeom>
              <a:avLst/>
              <a:gdLst>
                <a:gd name="connsiteX0" fmla="*/ 13462 w 108229"/>
                <a:gd name="connsiteY0" fmla="*/ 67042 h 79888"/>
                <a:gd name="connsiteX1" fmla="*/ 11691 w 108229"/>
                <a:gd name="connsiteY1" fmla="*/ 74304 h 79888"/>
                <a:gd name="connsiteX2" fmla="*/ 17714 w 108229"/>
                <a:gd name="connsiteY2" fmla="*/ 79973 h 79888"/>
                <a:gd name="connsiteX3" fmla="*/ 24622 w 108229"/>
                <a:gd name="connsiteY3" fmla="*/ 76076 h 79888"/>
                <a:gd name="connsiteX4" fmla="*/ 27810 w 108229"/>
                <a:gd name="connsiteY4" fmla="*/ 65093 h 79888"/>
                <a:gd name="connsiteX5" fmla="*/ 31707 w 108229"/>
                <a:gd name="connsiteY5" fmla="*/ 49151 h 79888"/>
                <a:gd name="connsiteX6" fmla="*/ 34719 w 108229"/>
                <a:gd name="connsiteY6" fmla="*/ 37283 h 79888"/>
                <a:gd name="connsiteX7" fmla="*/ 42158 w 108229"/>
                <a:gd name="connsiteY7" fmla="*/ 21341 h 79888"/>
                <a:gd name="connsiteX8" fmla="*/ 68729 w 108229"/>
                <a:gd name="connsiteY8" fmla="*/ 5044 h 79888"/>
                <a:gd name="connsiteX9" fmla="*/ 79180 w 108229"/>
                <a:gd name="connsiteY9" fmla="*/ 17444 h 79888"/>
                <a:gd name="connsiteX10" fmla="*/ 68729 w 108229"/>
                <a:gd name="connsiteY10" fmla="*/ 55174 h 79888"/>
                <a:gd name="connsiteX11" fmla="*/ 66072 w 108229"/>
                <a:gd name="connsiteY11" fmla="*/ 64739 h 79888"/>
                <a:gd name="connsiteX12" fmla="*/ 82899 w 108229"/>
                <a:gd name="connsiteY12" fmla="*/ 79973 h 79888"/>
                <a:gd name="connsiteX13" fmla="*/ 108407 w 108229"/>
                <a:gd name="connsiteY13" fmla="*/ 52871 h 79888"/>
                <a:gd name="connsiteX14" fmla="*/ 105573 w 108229"/>
                <a:gd name="connsiteY14" fmla="*/ 50568 h 79888"/>
                <a:gd name="connsiteX15" fmla="*/ 102207 w 108229"/>
                <a:gd name="connsiteY15" fmla="*/ 53579 h 79888"/>
                <a:gd name="connsiteX16" fmla="*/ 83431 w 108229"/>
                <a:gd name="connsiteY16" fmla="*/ 75013 h 79888"/>
                <a:gd name="connsiteX17" fmla="*/ 79003 w 108229"/>
                <a:gd name="connsiteY17" fmla="*/ 68813 h 79888"/>
                <a:gd name="connsiteX18" fmla="*/ 83077 w 108229"/>
                <a:gd name="connsiteY18" fmla="*/ 54465 h 79888"/>
                <a:gd name="connsiteX19" fmla="*/ 92465 w 108229"/>
                <a:gd name="connsiteY19" fmla="*/ 20278 h 79888"/>
                <a:gd name="connsiteX20" fmla="*/ 69437 w 108229"/>
                <a:gd name="connsiteY20" fmla="*/ 84 h 79888"/>
                <a:gd name="connsiteX21" fmla="*/ 39501 w 108229"/>
                <a:gd name="connsiteY21" fmla="*/ 16204 h 79888"/>
                <a:gd name="connsiteX22" fmla="*/ 20548 w 108229"/>
                <a:gd name="connsiteY22" fmla="*/ 84 h 79888"/>
                <a:gd name="connsiteX23" fmla="*/ 6554 w 108229"/>
                <a:gd name="connsiteY23" fmla="*/ 9650 h 79888"/>
                <a:gd name="connsiteX24" fmla="*/ 177 w 108229"/>
                <a:gd name="connsiteY24" fmla="*/ 27186 h 79888"/>
                <a:gd name="connsiteX25" fmla="*/ 3188 w 108229"/>
                <a:gd name="connsiteY25" fmla="*/ 29489 h 79888"/>
                <a:gd name="connsiteX26" fmla="*/ 7085 w 108229"/>
                <a:gd name="connsiteY26" fmla="*/ 24175 h 79888"/>
                <a:gd name="connsiteX27" fmla="*/ 20016 w 108229"/>
                <a:gd name="connsiteY27" fmla="*/ 5044 h 79888"/>
                <a:gd name="connsiteX28" fmla="*/ 25862 w 108229"/>
                <a:gd name="connsiteY28" fmla="*/ 13724 h 79888"/>
                <a:gd name="connsiteX29" fmla="*/ 23028 w 108229"/>
                <a:gd name="connsiteY29" fmla="*/ 28426 h 79888"/>
                <a:gd name="connsiteX30" fmla="*/ 19131 w 108229"/>
                <a:gd name="connsiteY30" fmla="*/ 44368 h 79888"/>
                <a:gd name="connsiteX31" fmla="*/ 13462 w 108229"/>
                <a:gd name="connsiteY31" fmla="*/ 67042 h 7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8229" h="79888">
                  <a:moveTo>
                    <a:pt x="13462" y="67042"/>
                  </a:moveTo>
                  <a:cubicBezTo>
                    <a:pt x="12754" y="69344"/>
                    <a:pt x="11691" y="73773"/>
                    <a:pt x="11691" y="74304"/>
                  </a:cubicBezTo>
                  <a:cubicBezTo>
                    <a:pt x="11691" y="78201"/>
                    <a:pt x="14879" y="79973"/>
                    <a:pt x="17714" y="79973"/>
                  </a:cubicBezTo>
                  <a:cubicBezTo>
                    <a:pt x="20902" y="79973"/>
                    <a:pt x="23736" y="77670"/>
                    <a:pt x="24622" y="76076"/>
                  </a:cubicBezTo>
                  <a:cubicBezTo>
                    <a:pt x="25508" y="74481"/>
                    <a:pt x="26925" y="68813"/>
                    <a:pt x="27810" y="65093"/>
                  </a:cubicBezTo>
                  <a:cubicBezTo>
                    <a:pt x="28696" y="61728"/>
                    <a:pt x="30644" y="53579"/>
                    <a:pt x="31707" y="49151"/>
                  </a:cubicBezTo>
                  <a:cubicBezTo>
                    <a:pt x="32770" y="45254"/>
                    <a:pt x="33833" y="41357"/>
                    <a:pt x="34719" y="37283"/>
                  </a:cubicBezTo>
                  <a:cubicBezTo>
                    <a:pt x="36667" y="30020"/>
                    <a:pt x="37021" y="28603"/>
                    <a:pt x="42158" y="21341"/>
                  </a:cubicBezTo>
                  <a:cubicBezTo>
                    <a:pt x="47118" y="14255"/>
                    <a:pt x="55443" y="5044"/>
                    <a:pt x="68729" y="5044"/>
                  </a:cubicBezTo>
                  <a:cubicBezTo>
                    <a:pt x="79003" y="5044"/>
                    <a:pt x="79180" y="14078"/>
                    <a:pt x="79180" y="17444"/>
                  </a:cubicBezTo>
                  <a:cubicBezTo>
                    <a:pt x="79180" y="28072"/>
                    <a:pt x="71563" y="47734"/>
                    <a:pt x="68729" y="55174"/>
                  </a:cubicBezTo>
                  <a:cubicBezTo>
                    <a:pt x="66780" y="60133"/>
                    <a:pt x="66072" y="61728"/>
                    <a:pt x="66072" y="64739"/>
                  </a:cubicBezTo>
                  <a:cubicBezTo>
                    <a:pt x="66072" y="74127"/>
                    <a:pt x="73866" y="79973"/>
                    <a:pt x="82899" y="79973"/>
                  </a:cubicBezTo>
                  <a:cubicBezTo>
                    <a:pt x="100613" y="79973"/>
                    <a:pt x="108407" y="55528"/>
                    <a:pt x="108407" y="52871"/>
                  </a:cubicBezTo>
                  <a:cubicBezTo>
                    <a:pt x="108407" y="50568"/>
                    <a:pt x="106104" y="50568"/>
                    <a:pt x="105573" y="50568"/>
                  </a:cubicBezTo>
                  <a:cubicBezTo>
                    <a:pt x="103093" y="50568"/>
                    <a:pt x="102916" y="51631"/>
                    <a:pt x="102207" y="53579"/>
                  </a:cubicBezTo>
                  <a:cubicBezTo>
                    <a:pt x="98133" y="67750"/>
                    <a:pt x="90516" y="75013"/>
                    <a:pt x="83431" y="75013"/>
                  </a:cubicBezTo>
                  <a:cubicBezTo>
                    <a:pt x="79711" y="75013"/>
                    <a:pt x="79003" y="72533"/>
                    <a:pt x="79003" y="68813"/>
                  </a:cubicBezTo>
                  <a:cubicBezTo>
                    <a:pt x="79003" y="64739"/>
                    <a:pt x="79888" y="62436"/>
                    <a:pt x="83077" y="54465"/>
                  </a:cubicBezTo>
                  <a:cubicBezTo>
                    <a:pt x="85202" y="48974"/>
                    <a:pt x="92465" y="30197"/>
                    <a:pt x="92465" y="20278"/>
                  </a:cubicBezTo>
                  <a:cubicBezTo>
                    <a:pt x="92465" y="3096"/>
                    <a:pt x="78825" y="84"/>
                    <a:pt x="69437" y="84"/>
                  </a:cubicBezTo>
                  <a:cubicBezTo>
                    <a:pt x="54735" y="84"/>
                    <a:pt x="44815" y="9118"/>
                    <a:pt x="39501" y="16204"/>
                  </a:cubicBezTo>
                  <a:cubicBezTo>
                    <a:pt x="38261" y="3981"/>
                    <a:pt x="27810" y="84"/>
                    <a:pt x="20548" y="84"/>
                  </a:cubicBezTo>
                  <a:cubicBezTo>
                    <a:pt x="12931" y="84"/>
                    <a:pt x="8857" y="5576"/>
                    <a:pt x="6554" y="9650"/>
                  </a:cubicBezTo>
                  <a:cubicBezTo>
                    <a:pt x="2657" y="16204"/>
                    <a:pt x="177" y="26300"/>
                    <a:pt x="177" y="27186"/>
                  </a:cubicBezTo>
                  <a:cubicBezTo>
                    <a:pt x="177" y="29489"/>
                    <a:pt x="2657" y="29489"/>
                    <a:pt x="3188" y="29489"/>
                  </a:cubicBezTo>
                  <a:cubicBezTo>
                    <a:pt x="5668" y="29489"/>
                    <a:pt x="5845" y="28957"/>
                    <a:pt x="7085" y="24175"/>
                  </a:cubicBezTo>
                  <a:cubicBezTo>
                    <a:pt x="9742" y="13724"/>
                    <a:pt x="13108" y="5044"/>
                    <a:pt x="20016" y="5044"/>
                  </a:cubicBezTo>
                  <a:cubicBezTo>
                    <a:pt x="24622" y="5044"/>
                    <a:pt x="25862" y="8941"/>
                    <a:pt x="25862" y="13724"/>
                  </a:cubicBezTo>
                  <a:cubicBezTo>
                    <a:pt x="25862" y="17089"/>
                    <a:pt x="24268" y="23643"/>
                    <a:pt x="23028" y="28426"/>
                  </a:cubicBezTo>
                  <a:cubicBezTo>
                    <a:pt x="21788" y="33209"/>
                    <a:pt x="20016" y="40471"/>
                    <a:pt x="19131" y="44368"/>
                  </a:cubicBezTo>
                  <a:lnTo>
                    <a:pt x="13462" y="67042"/>
                  </a:ln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E6CEBEDF-2E1E-4B34-933B-A8F6ACBF28B8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8688215" y="3236275"/>
              <a:ext cx="177355" cy="62407"/>
            </a:xfrm>
            <a:custGeom>
              <a:avLst/>
              <a:gdLst>
                <a:gd name="connsiteX0" fmla="*/ 168473 w 177355"/>
                <a:gd name="connsiteY0" fmla="*/ 10751 h 62407"/>
                <a:gd name="connsiteX1" fmla="*/ 177541 w 177355"/>
                <a:gd name="connsiteY1" fmla="*/ 5417 h 62407"/>
                <a:gd name="connsiteX2" fmla="*/ 168740 w 177355"/>
                <a:gd name="connsiteY2" fmla="*/ 83 h 62407"/>
                <a:gd name="connsiteX3" fmla="*/ 8987 w 177355"/>
                <a:gd name="connsiteY3" fmla="*/ 83 h 62407"/>
                <a:gd name="connsiteX4" fmla="*/ 185 w 177355"/>
                <a:gd name="connsiteY4" fmla="*/ 5417 h 62407"/>
                <a:gd name="connsiteX5" fmla="*/ 9253 w 177355"/>
                <a:gd name="connsiteY5" fmla="*/ 10751 h 62407"/>
                <a:gd name="connsiteX6" fmla="*/ 168473 w 177355"/>
                <a:gd name="connsiteY6" fmla="*/ 10751 h 62407"/>
                <a:gd name="connsiteX7" fmla="*/ 168740 w 177355"/>
                <a:gd name="connsiteY7" fmla="*/ 62491 h 62407"/>
                <a:gd name="connsiteX8" fmla="*/ 177541 w 177355"/>
                <a:gd name="connsiteY8" fmla="*/ 57157 h 62407"/>
                <a:gd name="connsiteX9" fmla="*/ 168473 w 177355"/>
                <a:gd name="connsiteY9" fmla="*/ 51823 h 62407"/>
                <a:gd name="connsiteX10" fmla="*/ 9253 w 177355"/>
                <a:gd name="connsiteY10" fmla="*/ 51823 h 62407"/>
                <a:gd name="connsiteX11" fmla="*/ 185 w 177355"/>
                <a:gd name="connsiteY11" fmla="*/ 57157 h 62407"/>
                <a:gd name="connsiteX12" fmla="*/ 8987 w 177355"/>
                <a:gd name="connsiteY12" fmla="*/ 62491 h 62407"/>
                <a:gd name="connsiteX13" fmla="*/ 168740 w 177355"/>
                <a:gd name="connsiteY13" fmla="*/ 62491 h 6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7355" h="62407">
                  <a:moveTo>
                    <a:pt x="168473" y="10751"/>
                  </a:moveTo>
                  <a:cubicBezTo>
                    <a:pt x="172473" y="10751"/>
                    <a:pt x="177541" y="10751"/>
                    <a:pt x="177541" y="5417"/>
                  </a:cubicBezTo>
                  <a:cubicBezTo>
                    <a:pt x="177541" y="83"/>
                    <a:pt x="172473" y="83"/>
                    <a:pt x="168740" y="83"/>
                  </a:cubicBezTo>
                  <a:lnTo>
                    <a:pt x="8987" y="83"/>
                  </a:lnTo>
                  <a:cubicBezTo>
                    <a:pt x="5253" y="83"/>
                    <a:pt x="185" y="83"/>
                    <a:pt x="185" y="5417"/>
                  </a:cubicBezTo>
                  <a:cubicBezTo>
                    <a:pt x="185" y="10751"/>
                    <a:pt x="5253" y="10751"/>
                    <a:pt x="9253" y="10751"/>
                  </a:cubicBezTo>
                  <a:lnTo>
                    <a:pt x="168473" y="10751"/>
                  </a:lnTo>
                  <a:close/>
                  <a:moveTo>
                    <a:pt x="168740" y="62491"/>
                  </a:moveTo>
                  <a:cubicBezTo>
                    <a:pt x="172473" y="62491"/>
                    <a:pt x="177541" y="62491"/>
                    <a:pt x="177541" y="57157"/>
                  </a:cubicBezTo>
                  <a:cubicBezTo>
                    <a:pt x="177541" y="51823"/>
                    <a:pt x="172473" y="51823"/>
                    <a:pt x="168473" y="51823"/>
                  </a:cubicBezTo>
                  <a:lnTo>
                    <a:pt x="9253" y="51823"/>
                  </a:lnTo>
                  <a:cubicBezTo>
                    <a:pt x="5253" y="51823"/>
                    <a:pt x="185" y="51823"/>
                    <a:pt x="185" y="57157"/>
                  </a:cubicBezTo>
                  <a:cubicBezTo>
                    <a:pt x="185" y="62491"/>
                    <a:pt x="5253" y="62491"/>
                    <a:pt x="8987" y="62491"/>
                  </a:cubicBezTo>
                  <a:lnTo>
                    <a:pt x="168740" y="62491"/>
                  </a:ln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B4694D5D-12AA-4127-814E-4BDCB350ECE7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8994696" y="2851838"/>
              <a:ext cx="143255" cy="830995"/>
            </a:xfrm>
            <a:custGeom>
              <a:avLst/>
              <a:gdLst>
                <a:gd name="connsiteX0" fmla="*/ 85263 w 143255"/>
                <a:gd name="connsiteY0" fmla="*/ 517393 h 830995"/>
                <a:gd name="connsiteX1" fmla="*/ 15991 w 143255"/>
                <a:gd name="connsiteY1" fmla="*/ 415700 h 830995"/>
                <a:gd name="connsiteX2" fmla="*/ 84986 w 143255"/>
                <a:gd name="connsiteY2" fmla="*/ 315394 h 830995"/>
                <a:gd name="connsiteX3" fmla="*/ 85263 w 143255"/>
                <a:gd name="connsiteY3" fmla="*/ 313731 h 830995"/>
                <a:gd name="connsiteX4" fmla="*/ 85263 w 143255"/>
                <a:gd name="connsiteY4" fmla="*/ 121707 h 830995"/>
                <a:gd name="connsiteX5" fmla="*/ 87480 w 143255"/>
                <a:gd name="connsiteY5" fmla="*/ 83469 h 830995"/>
                <a:gd name="connsiteX6" fmla="*/ 140959 w 143255"/>
                <a:gd name="connsiteY6" fmla="*/ 13088 h 830995"/>
                <a:gd name="connsiteX7" fmla="*/ 143452 w 143255"/>
                <a:gd name="connsiteY7" fmla="*/ 6437 h 830995"/>
                <a:gd name="connsiteX8" fmla="*/ 137079 w 143255"/>
                <a:gd name="connsiteY8" fmla="*/ 64 h 830995"/>
                <a:gd name="connsiteX9" fmla="*/ 124056 w 143255"/>
                <a:gd name="connsiteY9" fmla="*/ 4498 h 830995"/>
                <a:gd name="connsiteX10" fmla="*/ 58386 w 143255"/>
                <a:gd name="connsiteY10" fmla="*/ 100925 h 830995"/>
                <a:gd name="connsiteX11" fmla="*/ 58386 w 143255"/>
                <a:gd name="connsiteY11" fmla="*/ 297937 h 830995"/>
                <a:gd name="connsiteX12" fmla="*/ 43977 w 143255"/>
                <a:gd name="connsiteY12" fmla="*/ 365824 h 830995"/>
                <a:gd name="connsiteX13" fmla="*/ 4353 w 143255"/>
                <a:gd name="connsiteY13" fmla="*/ 407942 h 830995"/>
                <a:gd name="connsiteX14" fmla="*/ 197 w 143255"/>
                <a:gd name="connsiteY14" fmla="*/ 415423 h 830995"/>
                <a:gd name="connsiteX15" fmla="*/ 2690 w 143255"/>
                <a:gd name="connsiteY15" fmla="*/ 422074 h 830995"/>
                <a:gd name="connsiteX16" fmla="*/ 57554 w 143255"/>
                <a:gd name="connsiteY16" fmla="*/ 507418 h 830995"/>
                <a:gd name="connsiteX17" fmla="*/ 58386 w 143255"/>
                <a:gd name="connsiteY17" fmla="*/ 517393 h 830995"/>
                <a:gd name="connsiteX18" fmla="*/ 58386 w 143255"/>
                <a:gd name="connsiteY18" fmla="*/ 730199 h 830995"/>
                <a:gd name="connsiteX19" fmla="*/ 125719 w 143255"/>
                <a:gd name="connsiteY19" fmla="*/ 827457 h 830995"/>
                <a:gd name="connsiteX20" fmla="*/ 137079 w 143255"/>
                <a:gd name="connsiteY20" fmla="*/ 831060 h 830995"/>
                <a:gd name="connsiteX21" fmla="*/ 143452 w 143255"/>
                <a:gd name="connsiteY21" fmla="*/ 824687 h 830995"/>
                <a:gd name="connsiteX22" fmla="*/ 142067 w 143255"/>
                <a:gd name="connsiteY22" fmla="*/ 818868 h 830995"/>
                <a:gd name="connsiteX23" fmla="*/ 86372 w 143255"/>
                <a:gd name="connsiteY23" fmla="*/ 741282 h 830995"/>
                <a:gd name="connsiteX24" fmla="*/ 85263 w 143255"/>
                <a:gd name="connsiteY24" fmla="*/ 729922 h 830995"/>
                <a:gd name="connsiteX25" fmla="*/ 85263 w 143255"/>
                <a:gd name="connsiteY25" fmla="*/ 517393 h 830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3255" h="830995">
                  <a:moveTo>
                    <a:pt x="85263" y="517393"/>
                  </a:moveTo>
                  <a:cubicBezTo>
                    <a:pt x="85263" y="486913"/>
                    <a:pt x="64205" y="440084"/>
                    <a:pt x="15991" y="415700"/>
                  </a:cubicBezTo>
                  <a:cubicBezTo>
                    <a:pt x="45917" y="399629"/>
                    <a:pt x="81661" y="367210"/>
                    <a:pt x="84986" y="315394"/>
                  </a:cubicBezTo>
                  <a:lnTo>
                    <a:pt x="85263" y="313731"/>
                  </a:lnTo>
                  <a:lnTo>
                    <a:pt x="85263" y="121707"/>
                  </a:lnTo>
                  <a:cubicBezTo>
                    <a:pt x="85263" y="98986"/>
                    <a:pt x="85263" y="93998"/>
                    <a:pt x="87480" y="83469"/>
                  </a:cubicBezTo>
                  <a:cubicBezTo>
                    <a:pt x="92468" y="61301"/>
                    <a:pt x="105768" y="33869"/>
                    <a:pt x="140959" y="13088"/>
                  </a:cubicBezTo>
                  <a:cubicBezTo>
                    <a:pt x="143175" y="11702"/>
                    <a:pt x="143452" y="11425"/>
                    <a:pt x="143452" y="6437"/>
                  </a:cubicBezTo>
                  <a:cubicBezTo>
                    <a:pt x="143452" y="341"/>
                    <a:pt x="143175" y="64"/>
                    <a:pt x="137079" y="64"/>
                  </a:cubicBezTo>
                  <a:cubicBezTo>
                    <a:pt x="132092" y="64"/>
                    <a:pt x="131538" y="64"/>
                    <a:pt x="124056" y="4498"/>
                  </a:cubicBezTo>
                  <a:cubicBezTo>
                    <a:pt x="61988" y="39688"/>
                    <a:pt x="58386" y="91227"/>
                    <a:pt x="58386" y="100925"/>
                  </a:cubicBezTo>
                  <a:lnTo>
                    <a:pt x="58386" y="297937"/>
                  </a:lnTo>
                  <a:cubicBezTo>
                    <a:pt x="58386" y="317887"/>
                    <a:pt x="58386" y="340332"/>
                    <a:pt x="43977" y="365824"/>
                  </a:cubicBezTo>
                  <a:cubicBezTo>
                    <a:pt x="31231" y="388546"/>
                    <a:pt x="16268" y="399906"/>
                    <a:pt x="4353" y="407942"/>
                  </a:cubicBezTo>
                  <a:cubicBezTo>
                    <a:pt x="474" y="410436"/>
                    <a:pt x="197" y="410713"/>
                    <a:pt x="197" y="415423"/>
                  </a:cubicBezTo>
                  <a:cubicBezTo>
                    <a:pt x="197" y="420411"/>
                    <a:pt x="474" y="420688"/>
                    <a:pt x="2690" y="422074"/>
                  </a:cubicBezTo>
                  <a:cubicBezTo>
                    <a:pt x="26243" y="437591"/>
                    <a:pt x="51458" y="462252"/>
                    <a:pt x="57554" y="507418"/>
                  </a:cubicBezTo>
                  <a:cubicBezTo>
                    <a:pt x="58386" y="513514"/>
                    <a:pt x="58386" y="514068"/>
                    <a:pt x="58386" y="517393"/>
                  </a:cubicBezTo>
                  <a:lnTo>
                    <a:pt x="58386" y="730199"/>
                  </a:lnTo>
                  <a:cubicBezTo>
                    <a:pt x="58386" y="752643"/>
                    <a:pt x="72240" y="799194"/>
                    <a:pt x="125719" y="827457"/>
                  </a:cubicBezTo>
                  <a:cubicBezTo>
                    <a:pt x="132092" y="831060"/>
                    <a:pt x="132646" y="831060"/>
                    <a:pt x="137079" y="831060"/>
                  </a:cubicBezTo>
                  <a:cubicBezTo>
                    <a:pt x="143175" y="831060"/>
                    <a:pt x="143452" y="830783"/>
                    <a:pt x="143452" y="824687"/>
                  </a:cubicBezTo>
                  <a:cubicBezTo>
                    <a:pt x="143452" y="819699"/>
                    <a:pt x="143175" y="819422"/>
                    <a:pt x="142067" y="818868"/>
                  </a:cubicBezTo>
                  <a:cubicBezTo>
                    <a:pt x="130152" y="811386"/>
                    <a:pt x="93853" y="789496"/>
                    <a:pt x="86372" y="741282"/>
                  </a:cubicBezTo>
                  <a:cubicBezTo>
                    <a:pt x="85263" y="734078"/>
                    <a:pt x="85263" y="733524"/>
                    <a:pt x="85263" y="729922"/>
                  </a:cubicBezTo>
                  <a:lnTo>
                    <a:pt x="85263" y="517393"/>
                  </a:ln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BE0A2DCB-478E-4C2E-A453-2F30ADFAF828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9314935" y="2965040"/>
              <a:ext cx="112280" cy="183489"/>
            </a:xfrm>
            <a:custGeom>
              <a:avLst/>
              <a:gdLst>
                <a:gd name="connsiteX0" fmla="*/ 112491 w 112280"/>
                <a:gd name="connsiteY0" fmla="*/ 92353 h 183489"/>
                <a:gd name="connsiteX1" fmla="*/ 101823 w 112280"/>
                <a:gd name="connsiteY1" fmla="*/ 29946 h 183489"/>
                <a:gd name="connsiteX2" fmla="*/ 56484 w 112280"/>
                <a:gd name="connsiteY2" fmla="*/ 75 h 183489"/>
                <a:gd name="connsiteX3" fmla="*/ 10078 w 112280"/>
                <a:gd name="connsiteY3" fmla="*/ 31812 h 183489"/>
                <a:gd name="connsiteX4" fmla="*/ 210 w 112280"/>
                <a:gd name="connsiteY4" fmla="*/ 92353 h 183489"/>
                <a:gd name="connsiteX5" fmla="*/ 12212 w 112280"/>
                <a:gd name="connsiteY5" fmla="*/ 156628 h 183489"/>
                <a:gd name="connsiteX6" fmla="*/ 56217 w 112280"/>
                <a:gd name="connsiteY6" fmla="*/ 183565 h 183489"/>
                <a:gd name="connsiteX7" fmla="*/ 102623 w 112280"/>
                <a:gd name="connsiteY7" fmla="*/ 152628 h 183489"/>
                <a:gd name="connsiteX8" fmla="*/ 112491 w 112280"/>
                <a:gd name="connsiteY8" fmla="*/ 92353 h 183489"/>
                <a:gd name="connsiteX9" fmla="*/ 56217 w 112280"/>
                <a:gd name="connsiteY9" fmla="*/ 177697 h 183489"/>
                <a:gd name="connsiteX10" fmla="*/ 25280 w 112280"/>
                <a:gd name="connsiteY10" fmla="*/ 145427 h 183489"/>
                <a:gd name="connsiteX11" fmla="*/ 22346 w 112280"/>
                <a:gd name="connsiteY11" fmla="*/ 89153 h 183489"/>
                <a:gd name="connsiteX12" fmla="*/ 24480 w 112280"/>
                <a:gd name="connsiteY12" fmla="*/ 40080 h 183489"/>
                <a:gd name="connsiteX13" fmla="*/ 56217 w 112280"/>
                <a:gd name="connsiteY13" fmla="*/ 5943 h 183489"/>
                <a:gd name="connsiteX14" fmla="*/ 87688 w 112280"/>
                <a:gd name="connsiteY14" fmla="*/ 37147 h 183489"/>
                <a:gd name="connsiteX15" fmla="*/ 90355 w 112280"/>
                <a:gd name="connsiteY15" fmla="*/ 89153 h 183489"/>
                <a:gd name="connsiteX16" fmla="*/ 87421 w 112280"/>
                <a:gd name="connsiteY16" fmla="*/ 144360 h 183489"/>
                <a:gd name="connsiteX17" fmla="*/ 56217 w 112280"/>
                <a:gd name="connsiteY17" fmla="*/ 177697 h 18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2280" h="183489">
                  <a:moveTo>
                    <a:pt x="112491" y="92353"/>
                  </a:moveTo>
                  <a:cubicBezTo>
                    <a:pt x="112491" y="71017"/>
                    <a:pt x="111157" y="49681"/>
                    <a:pt x="101823" y="29946"/>
                  </a:cubicBezTo>
                  <a:cubicBezTo>
                    <a:pt x="89555" y="4342"/>
                    <a:pt x="67685" y="75"/>
                    <a:pt x="56484" y="75"/>
                  </a:cubicBezTo>
                  <a:cubicBezTo>
                    <a:pt x="40482" y="75"/>
                    <a:pt x="21013" y="7009"/>
                    <a:pt x="10078" y="31812"/>
                  </a:cubicBezTo>
                  <a:cubicBezTo>
                    <a:pt x="1544" y="50215"/>
                    <a:pt x="210" y="71017"/>
                    <a:pt x="210" y="92353"/>
                  </a:cubicBezTo>
                  <a:cubicBezTo>
                    <a:pt x="210" y="112356"/>
                    <a:pt x="1277" y="136359"/>
                    <a:pt x="12212" y="156628"/>
                  </a:cubicBezTo>
                  <a:cubicBezTo>
                    <a:pt x="23680" y="178231"/>
                    <a:pt x="43149" y="183565"/>
                    <a:pt x="56217" y="183565"/>
                  </a:cubicBezTo>
                  <a:cubicBezTo>
                    <a:pt x="70619" y="183565"/>
                    <a:pt x="90888" y="177964"/>
                    <a:pt x="102623" y="152628"/>
                  </a:cubicBezTo>
                  <a:cubicBezTo>
                    <a:pt x="111157" y="134225"/>
                    <a:pt x="112491" y="113423"/>
                    <a:pt x="112491" y="92353"/>
                  </a:cubicBezTo>
                  <a:close/>
                  <a:moveTo>
                    <a:pt x="56217" y="177697"/>
                  </a:moveTo>
                  <a:cubicBezTo>
                    <a:pt x="45816" y="177697"/>
                    <a:pt x="30081" y="171030"/>
                    <a:pt x="25280" y="145427"/>
                  </a:cubicBezTo>
                  <a:cubicBezTo>
                    <a:pt x="22346" y="129425"/>
                    <a:pt x="22346" y="104888"/>
                    <a:pt x="22346" y="89153"/>
                  </a:cubicBezTo>
                  <a:cubicBezTo>
                    <a:pt x="22346" y="72084"/>
                    <a:pt x="22346" y="54482"/>
                    <a:pt x="24480" y="40080"/>
                  </a:cubicBezTo>
                  <a:cubicBezTo>
                    <a:pt x="29547" y="8343"/>
                    <a:pt x="49550" y="5943"/>
                    <a:pt x="56217" y="5943"/>
                  </a:cubicBezTo>
                  <a:cubicBezTo>
                    <a:pt x="65018" y="5943"/>
                    <a:pt x="82621" y="10743"/>
                    <a:pt x="87688" y="37147"/>
                  </a:cubicBezTo>
                  <a:cubicBezTo>
                    <a:pt x="90355" y="52082"/>
                    <a:pt x="90355" y="72351"/>
                    <a:pt x="90355" y="89153"/>
                  </a:cubicBezTo>
                  <a:cubicBezTo>
                    <a:pt x="90355" y="109155"/>
                    <a:pt x="90355" y="127291"/>
                    <a:pt x="87421" y="144360"/>
                  </a:cubicBezTo>
                  <a:cubicBezTo>
                    <a:pt x="83421" y="169696"/>
                    <a:pt x="68219" y="177697"/>
                    <a:pt x="56217" y="177697"/>
                  </a:cubicBez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1BA00DF8-4963-47FC-938C-2D18C7E40ECD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9460820" y="3114391"/>
              <a:ext cx="31203" cy="79743"/>
            </a:xfrm>
            <a:custGeom>
              <a:avLst/>
              <a:gdLst>
                <a:gd name="connsiteX0" fmla="*/ 31419 w 31203"/>
                <a:gd name="connsiteY0" fmla="*/ 28079 h 79743"/>
                <a:gd name="connsiteX1" fmla="*/ 14351 w 31203"/>
                <a:gd name="connsiteY1" fmla="*/ 75 h 79743"/>
                <a:gd name="connsiteX2" fmla="*/ 216 w 31203"/>
                <a:gd name="connsiteY2" fmla="*/ 14210 h 79743"/>
                <a:gd name="connsiteX3" fmla="*/ 14351 w 31203"/>
                <a:gd name="connsiteY3" fmla="*/ 28345 h 79743"/>
                <a:gd name="connsiteX4" fmla="*/ 23685 w 31203"/>
                <a:gd name="connsiteY4" fmla="*/ 24878 h 79743"/>
                <a:gd name="connsiteX5" fmla="*/ 25019 w 31203"/>
                <a:gd name="connsiteY5" fmla="*/ 24078 h 79743"/>
                <a:gd name="connsiteX6" fmla="*/ 25552 w 31203"/>
                <a:gd name="connsiteY6" fmla="*/ 28079 h 79743"/>
                <a:gd name="connsiteX7" fmla="*/ 7416 w 31203"/>
                <a:gd name="connsiteY7" fmla="*/ 72618 h 79743"/>
                <a:gd name="connsiteX8" fmla="*/ 4483 w 31203"/>
                <a:gd name="connsiteY8" fmla="*/ 76885 h 79743"/>
                <a:gd name="connsiteX9" fmla="*/ 7150 w 31203"/>
                <a:gd name="connsiteY9" fmla="*/ 79818 h 79743"/>
                <a:gd name="connsiteX10" fmla="*/ 31419 w 31203"/>
                <a:gd name="connsiteY10" fmla="*/ 28079 h 79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203" h="79743">
                  <a:moveTo>
                    <a:pt x="31419" y="28079"/>
                  </a:moveTo>
                  <a:cubicBezTo>
                    <a:pt x="31419" y="10477"/>
                    <a:pt x="24752" y="75"/>
                    <a:pt x="14351" y="75"/>
                  </a:cubicBezTo>
                  <a:cubicBezTo>
                    <a:pt x="5550" y="75"/>
                    <a:pt x="216" y="6743"/>
                    <a:pt x="216" y="14210"/>
                  </a:cubicBezTo>
                  <a:cubicBezTo>
                    <a:pt x="216" y="21411"/>
                    <a:pt x="5550" y="28345"/>
                    <a:pt x="14351" y="28345"/>
                  </a:cubicBezTo>
                  <a:cubicBezTo>
                    <a:pt x="17551" y="28345"/>
                    <a:pt x="21018" y="27279"/>
                    <a:pt x="23685" y="24878"/>
                  </a:cubicBezTo>
                  <a:cubicBezTo>
                    <a:pt x="24485" y="24345"/>
                    <a:pt x="24752" y="24078"/>
                    <a:pt x="25019" y="24078"/>
                  </a:cubicBezTo>
                  <a:cubicBezTo>
                    <a:pt x="25285" y="24078"/>
                    <a:pt x="25552" y="24345"/>
                    <a:pt x="25552" y="28079"/>
                  </a:cubicBezTo>
                  <a:cubicBezTo>
                    <a:pt x="25552" y="47814"/>
                    <a:pt x="16218" y="63816"/>
                    <a:pt x="7416" y="72618"/>
                  </a:cubicBezTo>
                  <a:cubicBezTo>
                    <a:pt x="4483" y="75551"/>
                    <a:pt x="4483" y="76085"/>
                    <a:pt x="4483" y="76885"/>
                  </a:cubicBezTo>
                  <a:cubicBezTo>
                    <a:pt x="4483" y="78752"/>
                    <a:pt x="5816" y="79818"/>
                    <a:pt x="7150" y="79818"/>
                  </a:cubicBezTo>
                  <a:cubicBezTo>
                    <a:pt x="10083" y="79818"/>
                    <a:pt x="31419" y="59283"/>
                    <a:pt x="31419" y="28079"/>
                  </a:cubicBez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5" name="任意多边形: 形状 44">
              <a:extLst>
                <a:ext uri="{FF2B5EF4-FFF2-40B4-BE49-F238E27FC236}">
                  <a16:creationId xmlns:a16="http://schemas.microsoft.com/office/drawing/2014/main" id="{D5C4F5AF-776A-490B-8EC0-6741663DECC4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9807848" y="2923884"/>
              <a:ext cx="240654" cy="244822"/>
            </a:xfrm>
            <a:custGeom>
              <a:avLst/>
              <a:gdLst>
                <a:gd name="connsiteX0" fmla="*/ 83573 w 240654"/>
                <a:gd name="connsiteY0" fmla="*/ 68834 h 244822"/>
                <a:gd name="connsiteX1" fmla="*/ 88782 w 240654"/>
                <a:gd name="connsiteY1" fmla="*/ 34454 h 244822"/>
                <a:gd name="connsiteX2" fmla="*/ 92949 w 240654"/>
                <a:gd name="connsiteY2" fmla="*/ 75 h 244822"/>
                <a:gd name="connsiteX3" fmla="*/ 114827 w 240654"/>
                <a:gd name="connsiteY3" fmla="*/ 9451 h 244822"/>
                <a:gd name="connsiteX4" fmla="*/ 107535 w 240654"/>
                <a:gd name="connsiteY4" fmla="*/ 16744 h 244822"/>
                <a:gd name="connsiteX5" fmla="*/ 98158 w 240654"/>
                <a:gd name="connsiteY5" fmla="*/ 68834 h 244822"/>
                <a:gd name="connsiteX6" fmla="*/ 202338 w 240654"/>
                <a:gd name="connsiteY6" fmla="*/ 68834 h 244822"/>
                <a:gd name="connsiteX7" fmla="*/ 216923 w 240654"/>
                <a:gd name="connsiteY7" fmla="*/ 54249 h 244822"/>
                <a:gd name="connsiteX8" fmla="*/ 236717 w 240654"/>
                <a:gd name="connsiteY8" fmla="*/ 75085 h 244822"/>
                <a:gd name="connsiteX9" fmla="*/ 97117 w 240654"/>
                <a:gd name="connsiteY9" fmla="*/ 75085 h 244822"/>
                <a:gd name="connsiteX10" fmla="*/ 88782 w 240654"/>
                <a:gd name="connsiteY10" fmla="*/ 113631 h 244822"/>
                <a:gd name="connsiteX11" fmla="*/ 178377 w 240654"/>
                <a:gd name="connsiteY11" fmla="*/ 113631 h 244822"/>
                <a:gd name="connsiteX12" fmla="*/ 185669 w 240654"/>
                <a:gd name="connsiteY12" fmla="*/ 102171 h 244822"/>
                <a:gd name="connsiteX13" fmla="*/ 203380 w 240654"/>
                <a:gd name="connsiteY13" fmla="*/ 117798 h 244822"/>
                <a:gd name="connsiteX14" fmla="*/ 194004 w 240654"/>
                <a:gd name="connsiteY14" fmla="*/ 125091 h 244822"/>
                <a:gd name="connsiteX15" fmla="*/ 151290 w 240654"/>
                <a:gd name="connsiteY15" fmla="*/ 186557 h 244822"/>
                <a:gd name="connsiteX16" fmla="*/ 240884 w 240654"/>
                <a:gd name="connsiteY16" fmla="*/ 225103 h 244822"/>
                <a:gd name="connsiteX17" fmla="*/ 240884 w 240654"/>
                <a:gd name="connsiteY17" fmla="*/ 228229 h 244822"/>
                <a:gd name="connsiteX18" fmla="*/ 221090 w 240654"/>
                <a:gd name="connsiteY18" fmla="*/ 242814 h 244822"/>
                <a:gd name="connsiteX19" fmla="*/ 142956 w 240654"/>
                <a:gd name="connsiteY19" fmla="*/ 196975 h 244822"/>
                <a:gd name="connsiteX20" fmla="*/ 39818 w 240654"/>
                <a:gd name="connsiteY20" fmla="*/ 244897 h 244822"/>
                <a:gd name="connsiteX21" fmla="*/ 38776 w 240654"/>
                <a:gd name="connsiteY21" fmla="*/ 241772 h 244822"/>
                <a:gd name="connsiteX22" fmla="*/ 133579 w 240654"/>
                <a:gd name="connsiteY22" fmla="*/ 186557 h 244822"/>
                <a:gd name="connsiteX23" fmla="*/ 97117 w 240654"/>
                <a:gd name="connsiteY23" fmla="*/ 119882 h 244822"/>
                <a:gd name="connsiteX24" fmla="*/ 87740 w 240654"/>
                <a:gd name="connsiteY24" fmla="*/ 119882 h 244822"/>
                <a:gd name="connsiteX25" fmla="*/ 55445 w 240654"/>
                <a:gd name="connsiteY25" fmla="*/ 185515 h 244822"/>
                <a:gd name="connsiteX26" fmla="*/ 2313 w 240654"/>
                <a:gd name="connsiteY26" fmla="*/ 237605 h 244822"/>
                <a:gd name="connsiteX27" fmla="*/ 230 w 240654"/>
                <a:gd name="connsiteY27" fmla="*/ 234479 h 244822"/>
                <a:gd name="connsiteX28" fmla="*/ 32525 w 240654"/>
                <a:gd name="connsiteY28" fmla="*/ 198016 h 244822"/>
                <a:gd name="connsiteX29" fmla="*/ 60654 w 240654"/>
                <a:gd name="connsiteY29" fmla="*/ 149052 h 244822"/>
                <a:gd name="connsiteX30" fmla="*/ 82531 w 240654"/>
                <a:gd name="connsiteY30" fmla="*/ 75085 h 244822"/>
                <a:gd name="connsiteX31" fmla="*/ 34609 w 240654"/>
                <a:gd name="connsiteY31" fmla="*/ 75085 h 244822"/>
                <a:gd name="connsiteX32" fmla="*/ 26274 w 240654"/>
                <a:gd name="connsiteY32" fmla="*/ 84461 h 244822"/>
                <a:gd name="connsiteX33" fmla="*/ 12731 w 240654"/>
                <a:gd name="connsiteY33" fmla="*/ 69876 h 244822"/>
                <a:gd name="connsiteX34" fmla="*/ 21065 w 240654"/>
                <a:gd name="connsiteY34" fmla="*/ 64667 h 244822"/>
                <a:gd name="connsiteX35" fmla="*/ 38776 w 240654"/>
                <a:gd name="connsiteY35" fmla="*/ 13619 h 244822"/>
                <a:gd name="connsiteX36" fmla="*/ 59612 w 240654"/>
                <a:gd name="connsiteY36" fmla="*/ 25078 h 244822"/>
                <a:gd name="connsiteX37" fmla="*/ 51278 w 240654"/>
                <a:gd name="connsiteY37" fmla="*/ 31329 h 244822"/>
                <a:gd name="connsiteX38" fmla="*/ 35651 w 240654"/>
                <a:gd name="connsiteY38" fmla="*/ 68834 h 244822"/>
                <a:gd name="connsiteX39" fmla="*/ 83573 w 240654"/>
                <a:gd name="connsiteY39" fmla="*/ 68834 h 244822"/>
                <a:gd name="connsiteX40" fmla="*/ 102326 w 240654"/>
                <a:gd name="connsiteY40" fmla="*/ 119882 h 244822"/>
                <a:gd name="connsiteX41" fmla="*/ 141914 w 240654"/>
                <a:gd name="connsiteY41" fmla="*/ 177181 h 244822"/>
                <a:gd name="connsiteX42" fmla="*/ 178377 w 240654"/>
                <a:gd name="connsiteY42" fmla="*/ 119882 h 244822"/>
                <a:gd name="connsiteX43" fmla="*/ 102326 w 240654"/>
                <a:gd name="connsiteY43" fmla="*/ 119882 h 244822"/>
                <a:gd name="connsiteX44" fmla="*/ 146081 w 240654"/>
                <a:gd name="connsiteY44" fmla="*/ 5284 h 244822"/>
                <a:gd name="connsiteX45" fmla="*/ 185669 w 240654"/>
                <a:gd name="connsiteY45" fmla="*/ 26120 h 244822"/>
                <a:gd name="connsiteX46" fmla="*/ 195045 w 240654"/>
                <a:gd name="connsiteY46" fmla="*/ 40705 h 244822"/>
                <a:gd name="connsiteX47" fmla="*/ 191920 w 240654"/>
                <a:gd name="connsiteY47" fmla="*/ 50081 h 244822"/>
                <a:gd name="connsiteX48" fmla="*/ 187753 w 240654"/>
                <a:gd name="connsiteY48" fmla="*/ 56332 h 244822"/>
                <a:gd name="connsiteX49" fmla="*/ 179418 w 240654"/>
                <a:gd name="connsiteY49" fmla="*/ 46956 h 244822"/>
                <a:gd name="connsiteX50" fmla="*/ 143997 w 240654"/>
                <a:gd name="connsiteY50" fmla="*/ 8410 h 244822"/>
                <a:gd name="connsiteX51" fmla="*/ 146081 w 240654"/>
                <a:gd name="connsiteY51" fmla="*/ 5284 h 24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40654" h="244822">
                  <a:moveTo>
                    <a:pt x="83573" y="68834"/>
                  </a:moveTo>
                  <a:cubicBezTo>
                    <a:pt x="85657" y="57721"/>
                    <a:pt x="87393" y="46262"/>
                    <a:pt x="88782" y="34454"/>
                  </a:cubicBezTo>
                  <a:cubicBezTo>
                    <a:pt x="90866" y="21953"/>
                    <a:pt x="92255" y="10493"/>
                    <a:pt x="92949" y="75"/>
                  </a:cubicBezTo>
                  <a:lnTo>
                    <a:pt x="114827" y="9451"/>
                  </a:lnTo>
                  <a:lnTo>
                    <a:pt x="107535" y="16744"/>
                  </a:lnTo>
                  <a:cubicBezTo>
                    <a:pt x="102673" y="44525"/>
                    <a:pt x="99547" y="61888"/>
                    <a:pt x="98158" y="68834"/>
                  </a:cubicBezTo>
                  <a:lnTo>
                    <a:pt x="202338" y="68834"/>
                  </a:lnTo>
                  <a:lnTo>
                    <a:pt x="216923" y="54249"/>
                  </a:lnTo>
                  <a:lnTo>
                    <a:pt x="236717" y="75085"/>
                  </a:lnTo>
                  <a:lnTo>
                    <a:pt x="97117" y="75085"/>
                  </a:lnTo>
                  <a:cubicBezTo>
                    <a:pt x="95033" y="88281"/>
                    <a:pt x="92255" y="101129"/>
                    <a:pt x="88782" y="113631"/>
                  </a:cubicBezTo>
                  <a:lnTo>
                    <a:pt x="178377" y="113631"/>
                  </a:lnTo>
                  <a:lnTo>
                    <a:pt x="185669" y="102171"/>
                  </a:lnTo>
                  <a:lnTo>
                    <a:pt x="203380" y="117798"/>
                  </a:lnTo>
                  <a:lnTo>
                    <a:pt x="194004" y="125091"/>
                  </a:lnTo>
                  <a:cubicBezTo>
                    <a:pt x="181502" y="148010"/>
                    <a:pt x="167264" y="168499"/>
                    <a:pt x="151290" y="186557"/>
                  </a:cubicBezTo>
                  <a:cubicBezTo>
                    <a:pt x="174209" y="205309"/>
                    <a:pt x="204074" y="218158"/>
                    <a:pt x="240884" y="225103"/>
                  </a:cubicBezTo>
                  <a:lnTo>
                    <a:pt x="240884" y="228229"/>
                  </a:lnTo>
                  <a:cubicBezTo>
                    <a:pt x="230466" y="230312"/>
                    <a:pt x="223868" y="235174"/>
                    <a:pt x="221090" y="242814"/>
                  </a:cubicBezTo>
                  <a:cubicBezTo>
                    <a:pt x="188447" y="231007"/>
                    <a:pt x="162402" y="215727"/>
                    <a:pt x="142956" y="196975"/>
                  </a:cubicBezTo>
                  <a:cubicBezTo>
                    <a:pt x="115869" y="219894"/>
                    <a:pt x="81490" y="235868"/>
                    <a:pt x="39818" y="244897"/>
                  </a:cubicBezTo>
                  <a:lnTo>
                    <a:pt x="38776" y="241772"/>
                  </a:lnTo>
                  <a:cubicBezTo>
                    <a:pt x="81837" y="227187"/>
                    <a:pt x="113438" y="208782"/>
                    <a:pt x="133579" y="186557"/>
                  </a:cubicBezTo>
                  <a:cubicBezTo>
                    <a:pt x="118300" y="166415"/>
                    <a:pt x="106145" y="144190"/>
                    <a:pt x="97117" y="119882"/>
                  </a:cubicBezTo>
                  <a:lnTo>
                    <a:pt x="87740" y="119882"/>
                  </a:lnTo>
                  <a:cubicBezTo>
                    <a:pt x="80101" y="142801"/>
                    <a:pt x="69335" y="164679"/>
                    <a:pt x="55445" y="185515"/>
                  </a:cubicBezTo>
                  <a:cubicBezTo>
                    <a:pt x="42249" y="205656"/>
                    <a:pt x="24538" y="223020"/>
                    <a:pt x="2313" y="237605"/>
                  </a:cubicBezTo>
                  <a:lnTo>
                    <a:pt x="230" y="234479"/>
                  </a:lnTo>
                  <a:cubicBezTo>
                    <a:pt x="11342" y="224756"/>
                    <a:pt x="22107" y="212602"/>
                    <a:pt x="32525" y="198016"/>
                  </a:cubicBezTo>
                  <a:cubicBezTo>
                    <a:pt x="43638" y="183431"/>
                    <a:pt x="53014" y="167110"/>
                    <a:pt x="60654" y="149052"/>
                  </a:cubicBezTo>
                  <a:cubicBezTo>
                    <a:pt x="68988" y="130300"/>
                    <a:pt x="76281" y="105644"/>
                    <a:pt x="82531" y="75085"/>
                  </a:cubicBezTo>
                  <a:lnTo>
                    <a:pt x="34609" y="75085"/>
                  </a:lnTo>
                  <a:lnTo>
                    <a:pt x="26274" y="84461"/>
                  </a:lnTo>
                  <a:lnTo>
                    <a:pt x="12731" y="69876"/>
                  </a:lnTo>
                  <a:lnTo>
                    <a:pt x="21065" y="64667"/>
                  </a:lnTo>
                  <a:cubicBezTo>
                    <a:pt x="30789" y="42442"/>
                    <a:pt x="36692" y="25426"/>
                    <a:pt x="38776" y="13619"/>
                  </a:cubicBezTo>
                  <a:lnTo>
                    <a:pt x="59612" y="25078"/>
                  </a:lnTo>
                  <a:lnTo>
                    <a:pt x="51278" y="31329"/>
                  </a:lnTo>
                  <a:cubicBezTo>
                    <a:pt x="44332" y="48692"/>
                    <a:pt x="39123" y="61194"/>
                    <a:pt x="35651" y="68834"/>
                  </a:cubicBezTo>
                  <a:lnTo>
                    <a:pt x="83573" y="68834"/>
                  </a:lnTo>
                  <a:close/>
                  <a:moveTo>
                    <a:pt x="102326" y="119882"/>
                  </a:moveTo>
                  <a:cubicBezTo>
                    <a:pt x="113438" y="142107"/>
                    <a:pt x="126634" y="161206"/>
                    <a:pt x="141914" y="177181"/>
                  </a:cubicBezTo>
                  <a:cubicBezTo>
                    <a:pt x="155110" y="161901"/>
                    <a:pt x="167264" y="142801"/>
                    <a:pt x="178377" y="119882"/>
                  </a:cubicBezTo>
                  <a:lnTo>
                    <a:pt x="102326" y="119882"/>
                  </a:lnTo>
                  <a:close/>
                  <a:moveTo>
                    <a:pt x="146081" y="5284"/>
                  </a:moveTo>
                  <a:cubicBezTo>
                    <a:pt x="166222" y="13619"/>
                    <a:pt x="179418" y="20564"/>
                    <a:pt x="185669" y="26120"/>
                  </a:cubicBezTo>
                  <a:cubicBezTo>
                    <a:pt x="191920" y="30982"/>
                    <a:pt x="195045" y="35844"/>
                    <a:pt x="195045" y="40705"/>
                  </a:cubicBezTo>
                  <a:cubicBezTo>
                    <a:pt x="195045" y="42789"/>
                    <a:pt x="194004" y="45914"/>
                    <a:pt x="191920" y="50081"/>
                  </a:cubicBezTo>
                  <a:cubicBezTo>
                    <a:pt x="190531" y="54249"/>
                    <a:pt x="189142" y="56332"/>
                    <a:pt x="187753" y="56332"/>
                  </a:cubicBezTo>
                  <a:cubicBezTo>
                    <a:pt x="185669" y="56332"/>
                    <a:pt x="182891" y="53207"/>
                    <a:pt x="179418" y="46956"/>
                  </a:cubicBezTo>
                  <a:cubicBezTo>
                    <a:pt x="173168" y="36538"/>
                    <a:pt x="161361" y="23689"/>
                    <a:pt x="143997" y="8410"/>
                  </a:cubicBezTo>
                  <a:lnTo>
                    <a:pt x="146081" y="5284"/>
                  </a:ln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9F0C6F8B-7C6D-4C50-874A-900F1BEF7BF3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0068297" y="2928052"/>
              <a:ext cx="246905" cy="229195"/>
            </a:xfrm>
            <a:custGeom>
              <a:avLst/>
              <a:gdLst>
                <a:gd name="connsiteX0" fmla="*/ 104420 w 246905"/>
                <a:gd name="connsiteY0" fmla="*/ 5284 h 229195"/>
                <a:gd name="connsiteX1" fmla="*/ 107545 w 246905"/>
                <a:gd name="connsiteY1" fmla="*/ 3201 h 229195"/>
                <a:gd name="connsiteX2" fmla="*/ 130465 w 246905"/>
                <a:gd name="connsiteY2" fmla="*/ 21953 h 229195"/>
                <a:gd name="connsiteX3" fmla="*/ 138799 w 246905"/>
                <a:gd name="connsiteY3" fmla="*/ 36538 h 229195"/>
                <a:gd name="connsiteX4" fmla="*/ 134632 w 246905"/>
                <a:gd name="connsiteY4" fmla="*/ 46956 h 229195"/>
                <a:gd name="connsiteX5" fmla="*/ 128381 w 246905"/>
                <a:gd name="connsiteY5" fmla="*/ 50081 h 229195"/>
                <a:gd name="connsiteX6" fmla="*/ 122130 w 246905"/>
                <a:gd name="connsiteY6" fmla="*/ 39663 h 229195"/>
                <a:gd name="connsiteX7" fmla="*/ 104420 w 246905"/>
                <a:gd name="connsiteY7" fmla="*/ 5284 h 229195"/>
                <a:gd name="connsiteX8" fmla="*/ 183596 w 246905"/>
                <a:gd name="connsiteY8" fmla="*/ 75 h 229195"/>
                <a:gd name="connsiteX9" fmla="*/ 206516 w 246905"/>
                <a:gd name="connsiteY9" fmla="*/ 14660 h 229195"/>
                <a:gd name="connsiteX10" fmla="*/ 197139 w 246905"/>
                <a:gd name="connsiteY10" fmla="*/ 17786 h 229195"/>
                <a:gd name="connsiteX11" fmla="*/ 169011 w 246905"/>
                <a:gd name="connsiteY11" fmla="*/ 58416 h 229195"/>
                <a:gd name="connsiteX12" fmla="*/ 199223 w 246905"/>
                <a:gd name="connsiteY12" fmla="*/ 58416 h 229195"/>
                <a:gd name="connsiteX13" fmla="*/ 213808 w 246905"/>
                <a:gd name="connsiteY13" fmla="*/ 46956 h 229195"/>
                <a:gd name="connsiteX14" fmla="*/ 232561 w 246905"/>
                <a:gd name="connsiteY14" fmla="*/ 64667 h 229195"/>
                <a:gd name="connsiteX15" fmla="*/ 161718 w 246905"/>
                <a:gd name="connsiteY15" fmla="*/ 64667 h 229195"/>
                <a:gd name="connsiteX16" fmla="*/ 159635 w 246905"/>
                <a:gd name="connsiteY16" fmla="*/ 104255 h 229195"/>
                <a:gd name="connsiteX17" fmla="*/ 208599 w 246905"/>
                <a:gd name="connsiteY17" fmla="*/ 104255 h 229195"/>
                <a:gd name="connsiteX18" fmla="*/ 223184 w 246905"/>
                <a:gd name="connsiteY18" fmla="*/ 89670 h 229195"/>
                <a:gd name="connsiteX19" fmla="*/ 242978 w 246905"/>
                <a:gd name="connsiteY19" fmla="*/ 110506 h 229195"/>
                <a:gd name="connsiteX20" fmla="*/ 158593 w 246905"/>
                <a:gd name="connsiteY20" fmla="*/ 110506 h 229195"/>
                <a:gd name="connsiteX21" fmla="*/ 154426 w 246905"/>
                <a:gd name="connsiteY21" fmla="*/ 133425 h 229195"/>
                <a:gd name="connsiteX22" fmla="*/ 201307 w 246905"/>
                <a:gd name="connsiteY22" fmla="*/ 157386 h 229195"/>
                <a:gd name="connsiteX23" fmla="*/ 219017 w 246905"/>
                <a:gd name="connsiteY23" fmla="*/ 177181 h 229195"/>
                <a:gd name="connsiteX24" fmla="*/ 217975 w 246905"/>
                <a:gd name="connsiteY24" fmla="*/ 191766 h 229195"/>
                <a:gd name="connsiteX25" fmla="*/ 213808 w 246905"/>
                <a:gd name="connsiteY25" fmla="*/ 195933 h 229195"/>
                <a:gd name="connsiteX26" fmla="*/ 205474 w 246905"/>
                <a:gd name="connsiteY26" fmla="*/ 187599 h 229195"/>
                <a:gd name="connsiteX27" fmla="*/ 183596 w 246905"/>
                <a:gd name="connsiteY27" fmla="*/ 162595 h 229195"/>
                <a:gd name="connsiteX28" fmla="*/ 152342 w 246905"/>
                <a:gd name="connsiteY28" fmla="*/ 138634 h 229195"/>
                <a:gd name="connsiteX29" fmla="*/ 82542 w 246905"/>
                <a:gd name="connsiteY29" fmla="*/ 198016 h 229195"/>
                <a:gd name="connsiteX30" fmla="*/ 80458 w 246905"/>
                <a:gd name="connsiteY30" fmla="*/ 194891 h 229195"/>
                <a:gd name="connsiteX31" fmla="*/ 144008 w 246905"/>
                <a:gd name="connsiteY31" fmla="*/ 110506 h 229195"/>
                <a:gd name="connsiteX32" fmla="*/ 103378 w 246905"/>
                <a:gd name="connsiteY32" fmla="*/ 110506 h 229195"/>
                <a:gd name="connsiteX33" fmla="*/ 83584 w 246905"/>
                <a:gd name="connsiteY33" fmla="*/ 113631 h 229195"/>
                <a:gd name="connsiteX34" fmla="*/ 74208 w 246905"/>
                <a:gd name="connsiteY34" fmla="*/ 104255 h 229195"/>
                <a:gd name="connsiteX35" fmla="*/ 145050 w 246905"/>
                <a:gd name="connsiteY35" fmla="*/ 104255 h 229195"/>
                <a:gd name="connsiteX36" fmla="*/ 147133 w 246905"/>
                <a:gd name="connsiteY36" fmla="*/ 64667 h 229195"/>
                <a:gd name="connsiteX37" fmla="*/ 117963 w 246905"/>
                <a:gd name="connsiteY37" fmla="*/ 64667 h 229195"/>
                <a:gd name="connsiteX38" fmla="*/ 98169 w 246905"/>
                <a:gd name="connsiteY38" fmla="*/ 67792 h 229195"/>
                <a:gd name="connsiteX39" fmla="*/ 88793 w 246905"/>
                <a:gd name="connsiteY39" fmla="*/ 58416 h 229195"/>
                <a:gd name="connsiteX40" fmla="*/ 162760 w 246905"/>
                <a:gd name="connsiteY40" fmla="*/ 58416 h 229195"/>
                <a:gd name="connsiteX41" fmla="*/ 183596 w 246905"/>
                <a:gd name="connsiteY41" fmla="*/ 75 h 229195"/>
                <a:gd name="connsiteX42" fmla="*/ 56497 w 246905"/>
                <a:gd name="connsiteY42" fmla="*/ 180306 h 229195"/>
                <a:gd name="connsiteX43" fmla="*/ 139841 w 246905"/>
                <a:gd name="connsiteY43" fmla="*/ 213643 h 229195"/>
                <a:gd name="connsiteX44" fmla="*/ 247146 w 246905"/>
                <a:gd name="connsiteY44" fmla="*/ 207393 h 229195"/>
                <a:gd name="connsiteX45" fmla="*/ 247146 w 246905"/>
                <a:gd name="connsiteY45" fmla="*/ 211560 h 229195"/>
                <a:gd name="connsiteX46" fmla="*/ 226310 w 246905"/>
                <a:gd name="connsiteY46" fmla="*/ 229270 h 229195"/>
                <a:gd name="connsiteX47" fmla="*/ 146091 w 246905"/>
                <a:gd name="connsiteY47" fmla="*/ 227187 h 229195"/>
                <a:gd name="connsiteX48" fmla="*/ 99211 w 246905"/>
                <a:gd name="connsiteY48" fmla="*/ 219894 h 229195"/>
                <a:gd name="connsiteX49" fmla="*/ 67957 w 246905"/>
                <a:gd name="connsiteY49" fmla="*/ 201142 h 229195"/>
                <a:gd name="connsiteX50" fmla="*/ 49204 w 246905"/>
                <a:gd name="connsiteY50" fmla="*/ 188640 h 229195"/>
                <a:gd name="connsiteX51" fmla="*/ 32536 w 246905"/>
                <a:gd name="connsiteY51" fmla="*/ 201142 h 229195"/>
                <a:gd name="connsiteX52" fmla="*/ 16909 w 246905"/>
                <a:gd name="connsiteY52" fmla="*/ 220936 h 229195"/>
                <a:gd name="connsiteX53" fmla="*/ 1282 w 246905"/>
                <a:gd name="connsiteY53" fmla="*/ 208434 h 229195"/>
                <a:gd name="connsiteX54" fmla="*/ 42954 w 246905"/>
                <a:gd name="connsiteY54" fmla="*/ 181348 h 229195"/>
                <a:gd name="connsiteX55" fmla="*/ 42954 w 246905"/>
                <a:gd name="connsiteY55" fmla="*/ 95920 h 229195"/>
                <a:gd name="connsiteX56" fmla="*/ 29410 w 246905"/>
                <a:gd name="connsiteY56" fmla="*/ 95920 h 229195"/>
                <a:gd name="connsiteX57" fmla="*/ 9616 w 246905"/>
                <a:gd name="connsiteY57" fmla="*/ 99046 h 229195"/>
                <a:gd name="connsiteX58" fmla="*/ 240 w 246905"/>
                <a:gd name="connsiteY58" fmla="*/ 89670 h 229195"/>
                <a:gd name="connsiteX59" fmla="*/ 40870 w 246905"/>
                <a:gd name="connsiteY59" fmla="*/ 89670 h 229195"/>
                <a:gd name="connsiteX60" fmla="*/ 48163 w 246905"/>
                <a:gd name="connsiteY60" fmla="*/ 79252 h 229195"/>
                <a:gd name="connsiteX61" fmla="*/ 64831 w 246905"/>
                <a:gd name="connsiteY61" fmla="*/ 90711 h 229195"/>
                <a:gd name="connsiteX62" fmla="*/ 56497 w 246905"/>
                <a:gd name="connsiteY62" fmla="*/ 98004 h 229195"/>
                <a:gd name="connsiteX63" fmla="*/ 56497 w 246905"/>
                <a:gd name="connsiteY63" fmla="*/ 180306 h 229195"/>
                <a:gd name="connsiteX64" fmla="*/ 26285 w 246905"/>
                <a:gd name="connsiteY64" fmla="*/ 9451 h 229195"/>
                <a:gd name="connsiteX65" fmla="*/ 29410 w 246905"/>
                <a:gd name="connsiteY65" fmla="*/ 7368 h 229195"/>
                <a:gd name="connsiteX66" fmla="*/ 55455 w 246905"/>
                <a:gd name="connsiteY66" fmla="*/ 27162 h 229195"/>
                <a:gd name="connsiteX67" fmla="*/ 61706 w 246905"/>
                <a:gd name="connsiteY67" fmla="*/ 40705 h 229195"/>
                <a:gd name="connsiteX68" fmla="*/ 55455 w 246905"/>
                <a:gd name="connsiteY68" fmla="*/ 51123 h 229195"/>
                <a:gd name="connsiteX69" fmla="*/ 50246 w 246905"/>
                <a:gd name="connsiteY69" fmla="*/ 55290 h 229195"/>
                <a:gd name="connsiteX70" fmla="*/ 42954 w 246905"/>
                <a:gd name="connsiteY70" fmla="*/ 42789 h 229195"/>
                <a:gd name="connsiteX71" fmla="*/ 26285 w 246905"/>
                <a:gd name="connsiteY71" fmla="*/ 9451 h 229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46905" h="229195">
                  <a:moveTo>
                    <a:pt x="104420" y="5284"/>
                  </a:moveTo>
                  <a:lnTo>
                    <a:pt x="107545" y="3201"/>
                  </a:lnTo>
                  <a:cubicBezTo>
                    <a:pt x="117268" y="10146"/>
                    <a:pt x="124908" y="16397"/>
                    <a:pt x="130465" y="21953"/>
                  </a:cubicBezTo>
                  <a:cubicBezTo>
                    <a:pt x="136715" y="26815"/>
                    <a:pt x="139493" y="31676"/>
                    <a:pt x="138799" y="36538"/>
                  </a:cubicBezTo>
                  <a:cubicBezTo>
                    <a:pt x="138799" y="40705"/>
                    <a:pt x="137410" y="44178"/>
                    <a:pt x="134632" y="46956"/>
                  </a:cubicBezTo>
                  <a:cubicBezTo>
                    <a:pt x="131854" y="49040"/>
                    <a:pt x="129770" y="50081"/>
                    <a:pt x="128381" y="50081"/>
                  </a:cubicBezTo>
                  <a:cubicBezTo>
                    <a:pt x="125603" y="50081"/>
                    <a:pt x="123519" y="46609"/>
                    <a:pt x="122130" y="39663"/>
                  </a:cubicBezTo>
                  <a:cubicBezTo>
                    <a:pt x="120047" y="30635"/>
                    <a:pt x="114143" y="19175"/>
                    <a:pt x="104420" y="5284"/>
                  </a:cubicBezTo>
                  <a:close/>
                  <a:moveTo>
                    <a:pt x="183596" y="75"/>
                  </a:moveTo>
                  <a:lnTo>
                    <a:pt x="206516" y="14660"/>
                  </a:lnTo>
                  <a:lnTo>
                    <a:pt x="197139" y="17786"/>
                  </a:lnTo>
                  <a:cubicBezTo>
                    <a:pt x="186722" y="32371"/>
                    <a:pt x="177345" y="45914"/>
                    <a:pt x="169011" y="58416"/>
                  </a:cubicBezTo>
                  <a:lnTo>
                    <a:pt x="199223" y="58416"/>
                  </a:lnTo>
                  <a:lnTo>
                    <a:pt x="213808" y="46956"/>
                  </a:lnTo>
                  <a:lnTo>
                    <a:pt x="232561" y="64667"/>
                  </a:lnTo>
                  <a:lnTo>
                    <a:pt x="161718" y="64667"/>
                  </a:lnTo>
                  <a:cubicBezTo>
                    <a:pt x="161718" y="72306"/>
                    <a:pt x="161024" y="85503"/>
                    <a:pt x="159635" y="104255"/>
                  </a:cubicBezTo>
                  <a:lnTo>
                    <a:pt x="208599" y="104255"/>
                  </a:lnTo>
                  <a:lnTo>
                    <a:pt x="223184" y="89670"/>
                  </a:lnTo>
                  <a:lnTo>
                    <a:pt x="242978" y="110506"/>
                  </a:lnTo>
                  <a:lnTo>
                    <a:pt x="158593" y="110506"/>
                  </a:lnTo>
                  <a:cubicBezTo>
                    <a:pt x="157899" y="115367"/>
                    <a:pt x="156509" y="123007"/>
                    <a:pt x="154426" y="133425"/>
                  </a:cubicBezTo>
                  <a:cubicBezTo>
                    <a:pt x="174567" y="142454"/>
                    <a:pt x="190194" y="150441"/>
                    <a:pt x="201307" y="157386"/>
                  </a:cubicBezTo>
                  <a:cubicBezTo>
                    <a:pt x="212419" y="163637"/>
                    <a:pt x="218323" y="170235"/>
                    <a:pt x="219017" y="177181"/>
                  </a:cubicBezTo>
                  <a:cubicBezTo>
                    <a:pt x="220406" y="183431"/>
                    <a:pt x="220059" y="188293"/>
                    <a:pt x="217975" y="191766"/>
                  </a:cubicBezTo>
                  <a:cubicBezTo>
                    <a:pt x="215892" y="194544"/>
                    <a:pt x="214503" y="195933"/>
                    <a:pt x="213808" y="195933"/>
                  </a:cubicBezTo>
                  <a:cubicBezTo>
                    <a:pt x="211725" y="195933"/>
                    <a:pt x="208946" y="193155"/>
                    <a:pt x="205474" y="187599"/>
                  </a:cubicBezTo>
                  <a:cubicBezTo>
                    <a:pt x="200612" y="179264"/>
                    <a:pt x="193320" y="170930"/>
                    <a:pt x="183596" y="162595"/>
                  </a:cubicBezTo>
                  <a:cubicBezTo>
                    <a:pt x="173873" y="153567"/>
                    <a:pt x="163455" y="145579"/>
                    <a:pt x="152342" y="138634"/>
                  </a:cubicBezTo>
                  <a:cubicBezTo>
                    <a:pt x="139146" y="165026"/>
                    <a:pt x="115879" y="184820"/>
                    <a:pt x="82542" y="198016"/>
                  </a:cubicBezTo>
                  <a:lnTo>
                    <a:pt x="80458" y="194891"/>
                  </a:lnTo>
                  <a:cubicBezTo>
                    <a:pt x="118658" y="172666"/>
                    <a:pt x="139841" y="144538"/>
                    <a:pt x="144008" y="110506"/>
                  </a:cubicBezTo>
                  <a:lnTo>
                    <a:pt x="103378" y="110506"/>
                  </a:lnTo>
                  <a:cubicBezTo>
                    <a:pt x="97822" y="110506"/>
                    <a:pt x="91224" y="111547"/>
                    <a:pt x="83584" y="113631"/>
                  </a:cubicBezTo>
                  <a:lnTo>
                    <a:pt x="74208" y="104255"/>
                  </a:lnTo>
                  <a:lnTo>
                    <a:pt x="145050" y="104255"/>
                  </a:lnTo>
                  <a:cubicBezTo>
                    <a:pt x="146439" y="86197"/>
                    <a:pt x="147133" y="73001"/>
                    <a:pt x="147133" y="64667"/>
                  </a:cubicBezTo>
                  <a:lnTo>
                    <a:pt x="117963" y="64667"/>
                  </a:lnTo>
                  <a:cubicBezTo>
                    <a:pt x="112407" y="64667"/>
                    <a:pt x="105809" y="65708"/>
                    <a:pt x="98169" y="67792"/>
                  </a:cubicBezTo>
                  <a:lnTo>
                    <a:pt x="88793" y="58416"/>
                  </a:lnTo>
                  <a:lnTo>
                    <a:pt x="162760" y="58416"/>
                  </a:lnTo>
                  <a:cubicBezTo>
                    <a:pt x="171789" y="38969"/>
                    <a:pt x="178734" y="19522"/>
                    <a:pt x="183596" y="75"/>
                  </a:cubicBezTo>
                  <a:close/>
                  <a:moveTo>
                    <a:pt x="56497" y="180306"/>
                  </a:moveTo>
                  <a:cubicBezTo>
                    <a:pt x="77333" y="201836"/>
                    <a:pt x="105114" y="212949"/>
                    <a:pt x="139841" y="213643"/>
                  </a:cubicBezTo>
                  <a:cubicBezTo>
                    <a:pt x="174567" y="214338"/>
                    <a:pt x="210336" y="212254"/>
                    <a:pt x="247146" y="207393"/>
                  </a:cubicBezTo>
                  <a:lnTo>
                    <a:pt x="247146" y="211560"/>
                  </a:lnTo>
                  <a:cubicBezTo>
                    <a:pt x="233255" y="215727"/>
                    <a:pt x="226310" y="221631"/>
                    <a:pt x="226310" y="229270"/>
                  </a:cubicBezTo>
                  <a:cubicBezTo>
                    <a:pt x="192972" y="229270"/>
                    <a:pt x="166233" y="228576"/>
                    <a:pt x="146091" y="227187"/>
                  </a:cubicBezTo>
                  <a:cubicBezTo>
                    <a:pt x="126645" y="226492"/>
                    <a:pt x="111018" y="224061"/>
                    <a:pt x="99211" y="219894"/>
                  </a:cubicBezTo>
                  <a:cubicBezTo>
                    <a:pt x="87404" y="216422"/>
                    <a:pt x="76986" y="210171"/>
                    <a:pt x="67957" y="201142"/>
                  </a:cubicBezTo>
                  <a:cubicBezTo>
                    <a:pt x="58928" y="192113"/>
                    <a:pt x="52677" y="187946"/>
                    <a:pt x="49204" y="188640"/>
                  </a:cubicBezTo>
                  <a:cubicBezTo>
                    <a:pt x="45732" y="188640"/>
                    <a:pt x="40176" y="192808"/>
                    <a:pt x="32536" y="201142"/>
                  </a:cubicBezTo>
                  <a:cubicBezTo>
                    <a:pt x="24896" y="209476"/>
                    <a:pt x="19687" y="216074"/>
                    <a:pt x="16909" y="220936"/>
                  </a:cubicBezTo>
                  <a:lnTo>
                    <a:pt x="1282" y="208434"/>
                  </a:lnTo>
                  <a:cubicBezTo>
                    <a:pt x="12394" y="199406"/>
                    <a:pt x="26285" y="190377"/>
                    <a:pt x="42954" y="181348"/>
                  </a:cubicBezTo>
                  <a:lnTo>
                    <a:pt x="42954" y="95920"/>
                  </a:lnTo>
                  <a:lnTo>
                    <a:pt x="29410" y="95920"/>
                  </a:lnTo>
                  <a:cubicBezTo>
                    <a:pt x="23854" y="95920"/>
                    <a:pt x="17256" y="96962"/>
                    <a:pt x="9616" y="99046"/>
                  </a:cubicBezTo>
                  <a:lnTo>
                    <a:pt x="240" y="89670"/>
                  </a:lnTo>
                  <a:lnTo>
                    <a:pt x="40870" y="89670"/>
                  </a:lnTo>
                  <a:lnTo>
                    <a:pt x="48163" y="79252"/>
                  </a:lnTo>
                  <a:lnTo>
                    <a:pt x="64831" y="90711"/>
                  </a:lnTo>
                  <a:lnTo>
                    <a:pt x="56497" y="98004"/>
                  </a:lnTo>
                  <a:lnTo>
                    <a:pt x="56497" y="180306"/>
                  </a:lnTo>
                  <a:close/>
                  <a:moveTo>
                    <a:pt x="26285" y="9451"/>
                  </a:moveTo>
                  <a:lnTo>
                    <a:pt x="29410" y="7368"/>
                  </a:lnTo>
                  <a:cubicBezTo>
                    <a:pt x="41912" y="15702"/>
                    <a:pt x="50594" y="22300"/>
                    <a:pt x="55455" y="27162"/>
                  </a:cubicBezTo>
                  <a:cubicBezTo>
                    <a:pt x="60317" y="32024"/>
                    <a:pt x="62401" y="36538"/>
                    <a:pt x="61706" y="40705"/>
                  </a:cubicBezTo>
                  <a:cubicBezTo>
                    <a:pt x="61011" y="44872"/>
                    <a:pt x="58928" y="48345"/>
                    <a:pt x="55455" y="51123"/>
                  </a:cubicBezTo>
                  <a:cubicBezTo>
                    <a:pt x="52677" y="53901"/>
                    <a:pt x="50941" y="55290"/>
                    <a:pt x="50246" y="55290"/>
                  </a:cubicBezTo>
                  <a:cubicBezTo>
                    <a:pt x="47468" y="55290"/>
                    <a:pt x="45037" y="51123"/>
                    <a:pt x="42954" y="42789"/>
                  </a:cubicBezTo>
                  <a:cubicBezTo>
                    <a:pt x="40176" y="32371"/>
                    <a:pt x="34619" y="21258"/>
                    <a:pt x="26285" y="9451"/>
                  </a:cubicBez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2CB69FB8-410D-4ACB-80DE-7690A7904965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0451678" y="2938365"/>
              <a:ext cx="105221" cy="80322"/>
            </a:xfrm>
            <a:custGeom>
              <a:avLst/>
              <a:gdLst>
                <a:gd name="connsiteX0" fmla="*/ 16919 w 105221"/>
                <a:gd name="connsiteY0" fmla="*/ 46018 h 80322"/>
                <a:gd name="connsiteX1" fmla="*/ 33588 w 105221"/>
                <a:gd name="connsiteY1" fmla="*/ 51227 h 80322"/>
                <a:gd name="connsiteX2" fmla="*/ 37755 w 105221"/>
                <a:gd name="connsiteY2" fmla="*/ 64771 h 80322"/>
                <a:gd name="connsiteX3" fmla="*/ 31504 w 105221"/>
                <a:gd name="connsiteY3" fmla="*/ 76231 h 80322"/>
                <a:gd name="connsiteX4" fmla="*/ 20045 w 105221"/>
                <a:gd name="connsiteY4" fmla="*/ 80398 h 80322"/>
                <a:gd name="connsiteX5" fmla="*/ 10669 w 105221"/>
                <a:gd name="connsiteY5" fmla="*/ 79356 h 80322"/>
                <a:gd name="connsiteX6" fmla="*/ 2334 w 105221"/>
                <a:gd name="connsiteY6" fmla="*/ 72063 h 80322"/>
                <a:gd name="connsiteX7" fmla="*/ 251 w 105221"/>
                <a:gd name="connsiteY7" fmla="*/ 59562 h 80322"/>
                <a:gd name="connsiteX8" fmla="*/ 2334 w 105221"/>
                <a:gd name="connsiteY8" fmla="*/ 46018 h 80322"/>
                <a:gd name="connsiteX9" fmla="*/ 12752 w 105221"/>
                <a:gd name="connsiteY9" fmla="*/ 28308 h 80322"/>
                <a:gd name="connsiteX10" fmla="*/ 33588 w 105221"/>
                <a:gd name="connsiteY10" fmla="*/ 8514 h 80322"/>
                <a:gd name="connsiteX11" fmla="*/ 47131 w 105221"/>
                <a:gd name="connsiteY11" fmla="*/ 179 h 80322"/>
                <a:gd name="connsiteX12" fmla="*/ 49215 w 105221"/>
                <a:gd name="connsiteY12" fmla="*/ 1221 h 80322"/>
                <a:gd name="connsiteX13" fmla="*/ 41922 w 105221"/>
                <a:gd name="connsiteY13" fmla="*/ 9556 h 80322"/>
                <a:gd name="connsiteX14" fmla="*/ 26295 w 105221"/>
                <a:gd name="connsiteY14" fmla="*/ 26224 h 80322"/>
                <a:gd name="connsiteX15" fmla="*/ 16919 w 105221"/>
                <a:gd name="connsiteY15" fmla="*/ 46018 h 80322"/>
                <a:gd name="connsiteX16" fmla="*/ 73176 w 105221"/>
                <a:gd name="connsiteY16" fmla="*/ 46018 h 80322"/>
                <a:gd name="connsiteX17" fmla="*/ 89845 w 105221"/>
                <a:gd name="connsiteY17" fmla="*/ 51227 h 80322"/>
                <a:gd name="connsiteX18" fmla="*/ 94012 w 105221"/>
                <a:gd name="connsiteY18" fmla="*/ 64771 h 80322"/>
                <a:gd name="connsiteX19" fmla="*/ 87761 w 105221"/>
                <a:gd name="connsiteY19" fmla="*/ 76231 h 80322"/>
                <a:gd name="connsiteX20" fmla="*/ 76302 w 105221"/>
                <a:gd name="connsiteY20" fmla="*/ 80398 h 80322"/>
                <a:gd name="connsiteX21" fmla="*/ 66925 w 105221"/>
                <a:gd name="connsiteY21" fmla="*/ 79356 h 80322"/>
                <a:gd name="connsiteX22" fmla="*/ 58591 w 105221"/>
                <a:gd name="connsiteY22" fmla="*/ 72063 h 80322"/>
                <a:gd name="connsiteX23" fmla="*/ 56508 w 105221"/>
                <a:gd name="connsiteY23" fmla="*/ 59562 h 80322"/>
                <a:gd name="connsiteX24" fmla="*/ 58591 w 105221"/>
                <a:gd name="connsiteY24" fmla="*/ 46018 h 80322"/>
                <a:gd name="connsiteX25" fmla="*/ 69009 w 105221"/>
                <a:gd name="connsiteY25" fmla="*/ 28308 h 80322"/>
                <a:gd name="connsiteX26" fmla="*/ 89845 w 105221"/>
                <a:gd name="connsiteY26" fmla="*/ 8514 h 80322"/>
                <a:gd name="connsiteX27" fmla="*/ 103388 w 105221"/>
                <a:gd name="connsiteY27" fmla="*/ 179 h 80322"/>
                <a:gd name="connsiteX28" fmla="*/ 105472 w 105221"/>
                <a:gd name="connsiteY28" fmla="*/ 1221 h 80322"/>
                <a:gd name="connsiteX29" fmla="*/ 98179 w 105221"/>
                <a:gd name="connsiteY29" fmla="*/ 9556 h 80322"/>
                <a:gd name="connsiteX30" fmla="*/ 82552 w 105221"/>
                <a:gd name="connsiteY30" fmla="*/ 26224 h 80322"/>
                <a:gd name="connsiteX31" fmla="*/ 73176 w 105221"/>
                <a:gd name="connsiteY31" fmla="*/ 46018 h 80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5221" h="80322">
                  <a:moveTo>
                    <a:pt x="16919" y="46018"/>
                  </a:moveTo>
                  <a:cubicBezTo>
                    <a:pt x="25254" y="45324"/>
                    <a:pt x="30810" y="47060"/>
                    <a:pt x="33588" y="51227"/>
                  </a:cubicBezTo>
                  <a:cubicBezTo>
                    <a:pt x="37061" y="55395"/>
                    <a:pt x="38450" y="59909"/>
                    <a:pt x="37755" y="64771"/>
                  </a:cubicBezTo>
                  <a:cubicBezTo>
                    <a:pt x="37061" y="69632"/>
                    <a:pt x="34977" y="73452"/>
                    <a:pt x="31504" y="76231"/>
                  </a:cubicBezTo>
                  <a:cubicBezTo>
                    <a:pt x="28032" y="79009"/>
                    <a:pt x="24212" y="80398"/>
                    <a:pt x="20045" y="80398"/>
                  </a:cubicBezTo>
                  <a:cubicBezTo>
                    <a:pt x="17267" y="80398"/>
                    <a:pt x="14141" y="80050"/>
                    <a:pt x="10669" y="79356"/>
                  </a:cubicBezTo>
                  <a:cubicBezTo>
                    <a:pt x="7196" y="77967"/>
                    <a:pt x="4418" y="75536"/>
                    <a:pt x="2334" y="72063"/>
                  </a:cubicBezTo>
                  <a:cubicBezTo>
                    <a:pt x="945" y="67896"/>
                    <a:pt x="251" y="63729"/>
                    <a:pt x="251" y="59562"/>
                  </a:cubicBezTo>
                  <a:cubicBezTo>
                    <a:pt x="251" y="56089"/>
                    <a:pt x="945" y="51575"/>
                    <a:pt x="2334" y="46018"/>
                  </a:cubicBezTo>
                  <a:cubicBezTo>
                    <a:pt x="4418" y="40462"/>
                    <a:pt x="7890" y="34559"/>
                    <a:pt x="12752" y="28308"/>
                  </a:cubicBezTo>
                  <a:cubicBezTo>
                    <a:pt x="18308" y="21363"/>
                    <a:pt x="25254" y="14765"/>
                    <a:pt x="33588" y="8514"/>
                  </a:cubicBezTo>
                  <a:cubicBezTo>
                    <a:pt x="41922" y="2263"/>
                    <a:pt x="46437" y="-515"/>
                    <a:pt x="47131" y="179"/>
                  </a:cubicBezTo>
                  <a:cubicBezTo>
                    <a:pt x="48520" y="179"/>
                    <a:pt x="49215" y="527"/>
                    <a:pt x="49215" y="1221"/>
                  </a:cubicBezTo>
                  <a:cubicBezTo>
                    <a:pt x="49215" y="2610"/>
                    <a:pt x="46784" y="5388"/>
                    <a:pt x="41922" y="9556"/>
                  </a:cubicBezTo>
                  <a:cubicBezTo>
                    <a:pt x="34977" y="15806"/>
                    <a:pt x="29768" y="21363"/>
                    <a:pt x="26295" y="26224"/>
                  </a:cubicBezTo>
                  <a:cubicBezTo>
                    <a:pt x="22823" y="31086"/>
                    <a:pt x="19697" y="37684"/>
                    <a:pt x="16919" y="46018"/>
                  </a:cubicBezTo>
                  <a:close/>
                  <a:moveTo>
                    <a:pt x="73176" y="46018"/>
                  </a:moveTo>
                  <a:cubicBezTo>
                    <a:pt x="81511" y="45324"/>
                    <a:pt x="87067" y="47060"/>
                    <a:pt x="89845" y="51227"/>
                  </a:cubicBezTo>
                  <a:cubicBezTo>
                    <a:pt x="93318" y="55395"/>
                    <a:pt x="94707" y="59909"/>
                    <a:pt x="94012" y="64771"/>
                  </a:cubicBezTo>
                  <a:cubicBezTo>
                    <a:pt x="93318" y="69632"/>
                    <a:pt x="91234" y="73452"/>
                    <a:pt x="87761" y="76231"/>
                  </a:cubicBezTo>
                  <a:cubicBezTo>
                    <a:pt x="84289" y="79009"/>
                    <a:pt x="80469" y="80398"/>
                    <a:pt x="76302" y="80398"/>
                  </a:cubicBezTo>
                  <a:cubicBezTo>
                    <a:pt x="73524" y="80398"/>
                    <a:pt x="70398" y="80050"/>
                    <a:pt x="66925" y="79356"/>
                  </a:cubicBezTo>
                  <a:cubicBezTo>
                    <a:pt x="63453" y="77967"/>
                    <a:pt x="60675" y="75536"/>
                    <a:pt x="58591" y="72063"/>
                  </a:cubicBezTo>
                  <a:cubicBezTo>
                    <a:pt x="57202" y="67896"/>
                    <a:pt x="56508" y="63729"/>
                    <a:pt x="56508" y="59562"/>
                  </a:cubicBezTo>
                  <a:cubicBezTo>
                    <a:pt x="56508" y="56089"/>
                    <a:pt x="57202" y="51575"/>
                    <a:pt x="58591" y="46018"/>
                  </a:cubicBezTo>
                  <a:cubicBezTo>
                    <a:pt x="60675" y="40462"/>
                    <a:pt x="64147" y="34559"/>
                    <a:pt x="69009" y="28308"/>
                  </a:cubicBezTo>
                  <a:cubicBezTo>
                    <a:pt x="74565" y="21363"/>
                    <a:pt x="81511" y="14765"/>
                    <a:pt x="89845" y="8514"/>
                  </a:cubicBezTo>
                  <a:cubicBezTo>
                    <a:pt x="98179" y="2263"/>
                    <a:pt x="102694" y="-515"/>
                    <a:pt x="103388" y="179"/>
                  </a:cubicBezTo>
                  <a:cubicBezTo>
                    <a:pt x="104777" y="179"/>
                    <a:pt x="105472" y="527"/>
                    <a:pt x="105472" y="1221"/>
                  </a:cubicBezTo>
                  <a:cubicBezTo>
                    <a:pt x="105472" y="2610"/>
                    <a:pt x="103041" y="5388"/>
                    <a:pt x="98179" y="9556"/>
                  </a:cubicBezTo>
                  <a:cubicBezTo>
                    <a:pt x="91234" y="15806"/>
                    <a:pt x="86025" y="21363"/>
                    <a:pt x="82552" y="26224"/>
                  </a:cubicBezTo>
                  <a:cubicBezTo>
                    <a:pt x="79080" y="31086"/>
                    <a:pt x="75954" y="37684"/>
                    <a:pt x="73176" y="46018"/>
                  </a:cubicBez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8" name="任意多边形: 形状 47">
              <a:extLst>
                <a:ext uri="{FF2B5EF4-FFF2-40B4-BE49-F238E27FC236}">
                  <a16:creationId xmlns:a16="http://schemas.microsoft.com/office/drawing/2014/main" id="{B17BB638-2343-451B-AEC7-BB6B1AEB8640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0603763" y="2965040"/>
              <a:ext cx="112280" cy="183489"/>
            </a:xfrm>
            <a:custGeom>
              <a:avLst/>
              <a:gdLst>
                <a:gd name="connsiteX0" fmla="*/ 112542 w 112280"/>
                <a:gd name="connsiteY0" fmla="*/ 92353 h 183489"/>
                <a:gd name="connsiteX1" fmla="*/ 101874 w 112280"/>
                <a:gd name="connsiteY1" fmla="*/ 29946 h 183489"/>
                <a:gd name="connsiteX2" fmla="*/ 56535 w 112280"/>
                <a:gd name="connsiteY2" fmla="*/ 75 h 183489"/>
                <a:gd name="connsiteX3" fmla="*/ 10129 w 112280"/>
                <a:gd name="connsiteY3" fmla="*/ 31812 h 183489"/>
                <a:gd name="connsiteX4" fmla="*/ 261 w 112280"/>
                <a:gd name="connsiteY4" fmla="*/ 92353 h 183489"/>
                <a:gd name="connsiteX5" fmla="*/ 12263 w 112280"/>
                <a:gd name="connsiteY5" fmla="*/ 156628 h 183489"/>
                <a:gd name="connsiteX6" fmla="*/ 56268 w 112280"/>
                <a:gd name="connsiteY6" fmla="*/ 183565 h 183489"/>
                <a:gd name="connsiteX7" fmla="*/ 102674 w 112280"/>
                <a:gd name="connsiteY7" fmla="*/ 152628 h 183489"/>
                <a:gd name="connsiteX8" fmla="*/ 112542 w 112280"/>
                <a:gd name="connsiteY8" fmla="*/ 92353 h 183489"/>
                <a:gd name="connsiteX9" fmla="*/ 56268 w 112280"/>
                <a:gd name="connsiteY9" fmla="*/ 177697 h 183489"/>
                <a:gd name="connsiteX10" fmla="*/ 25331 w 112280"/>
                <a:gd name="connsiteY10" fmla="*/ 145427 h 183489"/>
                <a:gd name="connsiteX11" fmla="*/ 22397 w 112280"/>
                <a:gd name="connsiteY11" fmla="*/ 89153 h 183489"/>
                <a:gd name="connsiteX12" fmla="*/ 24531 w 112280"/>
                <a:gd name="connsiteY12" fmla="*/ 40080 h 183489"/>
                <a:gd name="connsiteX13" fmla="*/ 56268 w 112280"/>
                <a:gd name="connsiteY13" fmla="*/ 5943 h 183489"/>
                <a:gd name="connsiteX14" fmla="*/ 87739 w 112280"/>
                <a:gd name="connsiteY14" fmla="*/ 37147 h 183489"/>
                <a:gd name="connsiteX15" fmla="*/ 90406 w 112280"/>
                <a:gd name="connsiteY15" fmla="*/ 89153 h 183489"/>
                <a:gd name="connsiteX16" fmla="*/ 87472 w 112280"/>
                <a:gd name="connsiteY16" fmla="*/ 144360 h 183489"/>
                <a:gd name="connsiteX17" fmla="*/ 56268 w 112280"/>
                <a:gd name="connsiteY17" fmla="*/ 177697 h 18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2280" h="183489">
                  <a:moveTo>
                    <a:pt x="112542" y="92353"/>
                  </a:moveTo>
                  <a:cubicBezTo>
                    <a:pt x="112542" y="71017"/>
                    <a:pt x="111208" y="49681"/>
                    <a:pt x="101874" y="29946"/>
                  </a:cubicBezTo>
                  <a:cubicBezTo>
                    <a:pt x="89605" y="4342"/>
                    <a:pt x="67736" y="75"/>
                    <a:pt x="56535" y="75"/>
                  </a:cubicBezTo>
                  <a:cubicBezTo>
                    <a:pt x="40533" y="75"/>
                    <a:pt x="21064" y="7009"/>
                    <a:pt x="10129" y="31812"/>
                  </a:cubicBezTo>
                  <a:cubicBezTo>
                    <a:pt x="1595" y="50215"/>
                    <a:pt x="261" y="71017"/>
                    <a:pt x="261" y="92353"/>
                  </a:cubicBezTo>
                  <a:cubicBezTo>
                    <a:pt x="261" y="112356"/>
                    <a:pt x="1328" y="136359"/>
                    <a:pt x="12263" y="156628"/>
                  </a:cubicBezTo>
                  <a:cubicBezTo>
                    <a:pt x="23731" y="178231"/>
                    <a:pt x="43200" y="183565"/>
                    <a:pt x="56268" y="183565"/>
                  </a:cubicBezTo>
                  <a:cubicBezTo>
                    <a:pt x="70670" y="183565"/>
                    <a:pt x="90939" y="177964"/>
                    <a:pt x="102674" y="152628"/>
                  </a:cubicBezTo>
                  <a:cubicBezTo>
                    <a:pt x="111208" y="134225"/>
                    <a:pt x="112542" y="113423"/>
                    <a:pt x="112542" y="92353"/>
                  </a:cubicBezTo>
                  <a:close/>
                  <a:moveTo>
                    <a:pt x="56268" y="177697"/>
                  </a:moveTo>
                  <a:cubicBezTo>
                    <a:pt x="45867" y="177697"/>
                    <a:pt x="30131" y="171030"/>
                    <a:pt x="25331" y="145427"/>
                  </a:cubicBezTo>
                  <a:cubicBezTo>
                    <a:pt x="22397" y="129425"/>
                    <a:pt x="22397" y="104888"/>
                    <a:pt x="22397" y="89153"/>
                  </a:cubicBezTo>
                  <a:cubicBezTo>
                    <a:pt x="22397" y="72084"/>
                    <a:pt x="22397" y="54482"/>
                    <a:pt x="24531" y="40080"/>
                  </a:cubicBezTo>
                  <a:cubicBezTo>
                    <a:pt x="29598" y="8343"/>
                    <a:pt x="49600" y="5943"/>
                    <a:pt x="56268" y="5943"/>
                  </a:cubicBezTo>
                  <a:cubicBezTo>
                    <a:pt x="65069" y="5943"/>
                    <a:pt x="82671" y="10743"/>
                    <a:pt x="87739" y="37147"/>
                  </a:cubicBezTo>
                  <a:cubicBezTo>
                    <a:pt x="90406" y="52082"/>
                    <a:pt x="90406" y="72351"/>
                    <a:pt x="90406" y="89153"/>
                  </a:cubicBezTo>
                  <a:cubicBezTo>
                    <a:pt x="90406" y="109155"/>
                    <a:pt x="90406" y="127291"/>
                    <a:pt x="87472" y="144360"/>
                  </a:cubicBezTo>
                  <a:cubicBezTo>
                    <a:pt x="83471" y="169696"/>
                    <a:pt x="68269" y="177697"/>
                    <a:pt x="56268" y="177697"/>
                  </a:cubicBez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9" name="任意多边形: 形状 48">
              <a:extLst>
                <a:ext uri="{FF2B5EF4-FFF2-40B4-BE49-F238E27FC236}">
                  <a16:creationId xmlns:a16="http://schemas.microsoft.com/office/drawing/2014/main" id="{8D514078-5B8A-4923-8318-6734EEAC364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0763838" y="2941595"/>
              <a:ext cx="100391" cy="78238"/>
            </a:xfrm>
            <a:custGeom>
              <a:avLst/>
              <a:gdLst>
                <a:gd name="connsiteX0" fmla="*/ 30857 w 100391"/>
                <a:gd name="connsiteY0" fmla="*/ 34455 h 78238"/>
                <a:gd name="connsiteX1" fmla="*/ 15230 w 100391"/>
                <a:gd name="connsiteY1" fmla="*/ 29246 h 78238"/>
                <a:gd name="connsiteX2" fmla="*/ 11063 w 100391"/>
                <a:gd name="connsiteY2" fmla="*/ 15702 h 78238"/>
                <a:gd name="connsiteX3" fmla="*/ 16272 w 100391"/>
                <a:gd name="connsiteY3" fmla="*/ 4242 h 78238"/>
                <a:gd name="connsiteX4" fmla="*/ 26690 w 100391"/>
                <a:gd name="connsiteY4" fmla="*/ 75 h 78238"/>
                <a:gd name="connsiteX5" fmla="*/ 36066 w 100391"/>
                <a:gd name="connsiteY5" fmla="*/ 2159 h 78238"/>
                <a:gd name="connsiteX6" fmla="*/ 44401 w 100391"/>
                <a:gd name="connsiteY6" fmla="*/ 9451 h 78238"/>
                <a:gd name="connsiteX7" fmla="*/ 46484 w 100391"/>
                <a:gd name="connsiteY7" fmla="*/ 19869 h 78238"/>
                <a:gd name="connsiteX8" fmla="*/ 43359 w 100391"/>
                <a:gd name="connsiteY8" fmla="*/ 33413 h 78238"/>
                <a:gd name="connsiteX9" fmla="*/ 33983 w 100391"/>
                <a:gd name="connsiteY9" fmla="*/ 50081 h 78238"/>
                <a:gd name="connsiteX10" fmla="*/ 14189 w 100391"/>
                <a:gd name="connsiteY10" fmla="*/ 69876 h 78238"/>
                <a:gd name="connsiteX11" fmla="*/ 645 w 100391"/>
                <a:gd name="connsiteY11" fmla="*/ 78210 h 78238"/>
                <a:gd name="connsiteX12" fmla="*/ 7938 w 100391"/>
                <a:gd name="connsiteY12" fmla="*/ 67792 h 78238"/>
                <a:gd name="connsiteX13" fmla="*/ 21481 w 100391"/>
                <a:gd name="connsiteY13" fmla="*/ 52165 h 78238"/>
                <a:gd name="connsiteX14" fmla="*/ 30857 w 100391"/>
                <a:gd name="connsiteY14" fmla="*/ 34455 h 78238"/>
                <a:gd name="connsiteX15" fmla="*/ 85031 w 100391"/>
                <a:gd name="connsiteY15" fmla="*/ 34455 h 78238"/>
                <a:gd name="connsiteX16" fmla="*/ 69404 w 100391"/>
                <a:gd name="connsiteY16" fmla="*/ 29246 h 78238"/>
                <a:gd name="connsiteX17" fmla="*/ 65236 w 100391"/>
                <a:gd name="connsiteY17" fmla="*/ 15702 h 78238"/>
                <a:gd name="connsiteX18" fmla="*/ 70445 w 100391"/>
                <a:gd name="connsiteY18" fmla="*/ 4242 h 78238"/>
                <a:gd name="connsiteX19" fmla="*/ 80863 w 100391"/>
                <a:gd name="connsiteY19" fmla="*/ 75 h 78238"/>
                <a:gd name="connsiteX20" fmla="*/ 90240 w 100391"/>
                <a:gd name="connsiteY20" fmla="*/ 2159 h 78238"/>
                <a:gd name="connsiteX21" fmla="*/ 98574 w 100391"/>
                <a:gd name="connsiteY21" fmla="*/ 9451 h 78238"/>
                <a:gd name="connsiteX22" fmla="*/ 100658 w 100391"/>
                <a:gd name="connsiteY22" fmla="*/ 19869 h 78238"/>
                <a:gd name="connsiteX23" fmla="*/ 97532 w 100391"/>
                <a:gd name="connsiteY23" fmla="*/ 33413 h 78238"/>
                <a:gd name="connsiteX24" fmla="*/ 88156 w 100391"/>
                <a:gd name="connsiteY24" fmla="*/ 50081 h 78238"/>
                <a:gd name="connsiteX25" fmla="*/ 68362 w 100391"/>
                <a:gd name="connsiteY25" fmla="*/ 69876 h 78238"/>
                <a:gd name="connsiteX26" fmla="*/ 54819 w 100391"/>
                <a:gd name="connsiteY26" fmla="*/ 78210 h 78238"/>
                <a:gd name="connsiteX27" fmla="*/ 62111 w 100391"/>
                <a:gd name="connsiteY27" fmla="*/ 67792 h 78238"/>
                <a:gd name="connsiteX28" fmla="*/ 75654 w 100391"/>
                <a:gd name="connsiteY28" fmla="*/ 52165 h 78238"/>
                <a:gd name="connsiteX29" fmla="*/ 85031 w 100391"/>
                <a:gd name="connsiteY29" fmla="*/ 34455 h 78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391" h="78238">
                  <a:moveTo>
                    <a:pt x="30857" y="34455"/>
                  </a:moveTo>
                  <a:cubicBezTo>
                    <a:pt x="23217" y="34455"/>
                    <a:pt x="18008" y="32718"/>
                    <a:pt x="15230" y="29246"/>
                  </a:cubicBezTo>
                  <a:cubicBezTo>
                    <a:pt x="12452" y="25078"/>
                    <a:pt x="11063" y="20564"/>
                    <a:pt x="11063" y="15702"/>
                  </a:cubicBezTo>
                  <a:cubicBezTo>
                    <a:pt x="11758" y="10146"/>
                    <a:pt x="13494" y="6326"/>
                    <a:pt x="16272" y="4242"/>
                  </a:cubicBezTo>
                  <a:cubicBezTo>
                    <a:pt x="19745" y="1464"/>
                    <a:pt x="23217" y="75"/>
                    <a:pt x="26690" y="75"/>
                  </a:cubicBezTo>
                  <a:cubicBezTo>
                    <a:pt x="29468" y="75"/>
                    <a:pt x="32594" y="770"/>
                    <a:pt x="36066" y="2159"/>
                  </a:cubicBezTo>
                  <a:cubicBezTo>
                    <a:pt x="40233" y="2853"/>
                    <a:pt x="43012" y="5284"/>
                    <a:pt x="44401" y="9451"/>
                  </a:cubicBezTo>
                  <a:cubicBezTo>
                    <a:pt x="45790" y="12924"/>
                    <a:pt x="46484" y="16397"/>
                    <a:pt x="46484" y="19869"/>
                  </a:cubicBezTo>
                  <a:cubicBezTo>
                    <a:pt x="46484" y="24037"/>
                    <a:pt x="45442" y="28551"/>
                    <a:pt x="43359" y="33413"/>
                  </a:cubicBezTo>
                  <a:cubicBezTo>
                    <a:pt x="41970" y="38274"/>
                    <a:pt x="38844" y="43831"/>
                    <a:pt x="33983" y="50081"/>
                  </a:cubicBezTo>
                  <a:cubicBezTo>
                    <a:pt x="29121" y="56332"/>
                    <a:pt x="22523" y="62930"/>
                    <a:pt x="14189" y="69876"/>
                  </a:cubicBezTo>
                  <a:cubicBezTo>
                    <a:pt x="6549" y="76126"/>
                    <a:pt x="2034" y="78904"/>
                    <a:pt x="645" y="78210"/>
                  </a:cubicBezTo>
                  <a:cubicBezTo>
                    <a:pt x="-744" y="77515"/>
                    <a:pt x="1687" y="74043"/>
                    <a:pt x="7938" y="67792"/>
                  </a:cubicBezTo>
                  <a:cubicBezTo>
                    <a:pt x="14189" y="61541"/>
                    <a:pt x="18703" y="56332"/>
                    <a:pt x="21481" y="52165"/>
                  </a:cubicBezTo>
                  <a:cubicBezTo>
                    <a:pt x="24259" y="47303"/>
                    <a:pt x="27385" y="41400"/>
                    <a:pt x="30857" y="34455"/>
                  </a:cubicBezTo>
                  <a:close/>
                  <a:moveTo>
                    <a:pt x="85031" y="34455"/>
                  </a:moveTo>
                  <a:cubicBezTo>
                    <a:pt x="77391" y="34455"/>
                    <a:pt x="72182" y="32718"/>
                    <a:pt x="69404" y="29246"/>
                  </a:cubicBezTo>
                  <a:cubicBezTo>
                    <a:pt x="66626" y="25078"/>
                    <a:pt x="65236" y="20564"/>
                    <a:pt x="65236" y="15702"/>
                  </a:cubicBezTo>
                  <a:cubicBezTo>
                    <a:pt x="65931" y="10146"/>
                    <a:pt x="67667" y="6326"/>
                    <a:pt x="70445" y="4242"/>
                  </a:cubicBezTo>
                  <a:cubicBezTo>
                    <a:pt x="73918" y="1464"/>
                    <a:pt x="77391" y="75"/>
                    <a:pt x="80863" y="75"/>
                  </a:cubicBezTo>
                  <a:cubicBezTo>
                    <a:pt x="83642" y="75"/>
                    <a:pt x="86767" y="770"/>
                    <a:pt x="90240" y="2159"/>
                  </a:cubicBezTo>
                  <a:cubicBezTo>
                    <a:pt x="94407" y="2853"/>
                    <a:pt x="97185" y="5284"/>
                    <a:pt x="98574" y="9451"/>
                  </a:cubicBezTo>
                  <a:cubicBezTo>
                    <a:pt x="99963" y="12924"/>
                    <a:pt x="100658" y="16397"/>
                    <a:pt x="100658" y="19869"/>
                  </a:cubicBezTo>
                  <a:cubicBezTo>
                    <a:pt x="100658" y="24037"/>
                    <a:pt x="99616" y="28551"/>
                    <a:pt x="97532" y="33413"/>
                  </a:cubicBezTo>
                  <a:cubicBezTo>
                    <a:pt x="96143" y="38274"/>
                    <a:pt x="93018" y="43831"/>
                    <a:pt x="88156" y="50081"/>
                  </a:cubicBezTo>
                  <a:cubicBezTo>
                    <a:pt x="83294" y="56332"/>
                    <a:pt x="76696" y="62930"/>
                    <a:pt x="68362" y="69876"/>
                  </a:cubicBezTo>
                  <a:cubicBezTo>
                    <a:pt x="60722" y="76126"/>
                    <a:pt x="56208" y="78904"/>
                    <a:pt x="54819" y="78210"/>
                  </a:cubicBezTo>
                  <a:cubicBezTo>
                    <a:pt x="53429" y="77515"/>
                    <a:pt x="55860" y="74043"/>
                    <a:pt x="62111" y="67792"/>
                  </a:cubicBezTo>
                  <a:cubicBezTo>
                    <a:pt x="68362" y="61541"/>
                    <a:pt x="72876" y="56332"/>
                    <a:pt x="75654" y="52165"/>
                  </a:cubicBezTo>
                  <a:cubicBezTo>
                    <a:pt x="78433" y="47303"/>
                    <a:pt x="81558" y="41400"/>
                    <a:pt x="85031" y="34455"/>
                  </a:cubicBez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id="{72775BBB-8E7A-4EB8-94DE-DEAE40E7498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1016332" y="2924926"/>
              <a:ext cx="228153" cy="241696"/>
            </a:xfrm>
            <a:custGeom>
              <a:avLst/>
              <a:gdLst>
                <a:gd name="connsiteX0" fmla="*/ 164881 w 228153"/>
                <a:gd name="connsiteY0" fmla="*/ 67792 h 241696"/>
                <a:gd name="connsiteX1" fmla="*/ 163839 w 228153"/>
                <a:gd name="connsiteY1" fmla="*/ 75 h 241696"/>
                <a:gd name="connsiteX2" fmla="*/ 189884 w 228153"/>
                <a:gd name="connsiteY2" fmla="*/ 13619 h 241696"/>
                <a:gd name="connsiteX3" fmla="*/ 179466 w 228153"/>
                <a:gd name="connsiteY3" fmla="*/ 20911 h 241696"/>
                <a:gd name="connsiteX4" fmla="*/ 179466 w 228153"/>
                <a:gd name="connsiteY4" fmla="*/ 67792 h 241696"/>
                <a:gd name="connsiteX5" fmla="*/ 195093 w 228153"/>
                <a:gd name="connsiteY5" fmla="*/ 67792 h 241696"/>
                <a:gd name="connsiteX6" fmla="*/ 208636 w 228153"/>
                <a:gd name="connsiteY6" fmla="*/ 54249 h 241696"/>
                <a:gd name="connsiteX7" fmla="*/ 228430 w 228153"/>
                <a:gd name="connsiteY7" fmla="*/ 74043 h 241696"/>
                <a:gd name="connsiteX8" fmla="*/ 179466 w 228153"/>
                <a:gd name="connsiteY8" fmla="*/ 74043 h 241696"/>
                <a:gd name="connsiteX9" fmla="*/ 179466 w 228153"/>
                <a:gd name="connsiteY9" fmla="*/ 213643 h 241696"/>
                <a:gd name="connsiteX10" fmla="*/ 156546 w 228153"/>
                <a:gd name="connsiteY10" fmla="*/ 241772 h 241696"/>
                <a:gd name="connsiteX11" fmla="*/ 122167 w 228153"/>
                <a:gd name="connsiteY11" fmla="*/ 218852 h 241696"/>
                <a:gd name="connsiteX12" fmla="*/ 122167 w 228153"/>
                <a:gd name="connsiteY12" fmla="*/ 213643 h 241696"/>
                <a:gd name="connsiteX13" fmla="*/ 157588 w 228153"/>
                <a:gd name="connsiteY13" fmla="*/ 216769 h 241696"/>
                <a:gd name="connsiteX14" fmla="*/ 164881 w 228153"/>
                <a:gd name="connsiteY14" fmla="*/ 204267 h 241696"/>
                <a:gd name="connsiteX15" fmla="*/ 164881 w 228153"/>
                <a:gd name="connsiteY15" fmla="*/ 74043 h 241696"/>
                <a:gd name="connsiteX16" fmla="*/ 110707 w 228153"/>
                <a:gd name="connsiteY16" fmla="*/ 74043 h 241696"/>
                <a:gd name="connsiteX17" fmla="*/ 85704 w 228153"/>
                <a:gd name="connsiteY17" fmla="*/ 77168 h 241696"/>
                <a:gd name="connsiteX18" fmla="*/ 76328 w 228153"/>
                <a:gd name="connsiteY18" fmla="*/ 67792 h 241696"/>
                <a:gd name="connsiteX19" fmla="*/ 164881 w 228153"/>
                <a:gd name="connsiteY19" fmla="*/ 67792 h 241696"/>
                <a:gd name="connsiteX20" fmla="*/ 97164 w 228153"/>
                <a:gd name="connsiteY20" fmla="*/ 100088 h 241696"/>
                <a:gd name="connsiteX21" fmla="*/ 128418 w 228153"/>
                <a:gd name="connsiteY21" fmla="*/ 126133 h 241696"/>
                <a:gd name="connsiteX22" fmla="*/ 133627 w 228153"/>
                <a:gd name="connsiteY22" fmla="*/ 137592 h 241696"/>
                <a:gd name="connsiteX23" fmla="*/ 128418 w 228153"/>
                <a:gd name="connsiteY23" fmla="*/ 150094 h 241696"/>
                <a:gd name="connsiteX24" fmla="*/ 122167 w 228153"/>
                <a:gd name="connsiteY24" fmla="*/ 156345 h 241696"/>
                <a:gd name="connsiteX25" fmla="*/ 115916 w 228153"/>
                <a:gd name="connsiteY25" fmla="*/ 143843 h 241696"/>
                <a:gd name="connsiteX26" fmla="*/ 94038 w 228153"/>
                <a:gd name="connsiteY26" fmla="*/ 103213 h 241696"/>
                <a:gd name="connsiteX27" fmla="*/ 97164 w 228153"/>
                <a:gd name="connsiteY27" fmla="*/ 100088 h 241696"/>
                <a:gd name="connsiteX28" fmla="*/ 15904 w 228153"/>
                <a:gd name="connsiteY28" fmla="*/ 44872 h 241696"/>
                <a:gd name="connsiteX29" fmla="*/ 15904 w 228153"/>
                <a:gd name="connsiteY29" fmla="*/ 107380 h 241696"/>
                <a:gd name="connsiteX30" fmla="*/ 58617 w 228153"/>
                <a:gd name="connsiteY30" fmla="*/ 107380 h 241696"/>
                <a:gd name="connsiteX31" fmla="*/ 58617 w 228153"/>
                <a:gd name="connsiteY31" fmla="*/ 44872 h 241696"/>
                <a:gd name="connsiteX32" fmla="*/ 15904 w 228153"/>
                <a:gd name="connsiteY32" fmla="*/ 44872 h 241696"/>
                <a:gd name="connsiteX33" fmla="*/ 15904 w 228153"/>
                <a:gd name="connsiteY33" fmla="*/ 113631 h 241696"/>
                <a:gd name="connsiteX34" fmla="*/ 15904 w 228153"/>
                <a:gd name="connsiteY34" fmla="*/ 180306 h 241696"/>
                <a:gd name="connsiteX35" fmla="*/ 58617 w 228153"/>
                <a:gd name="connsiteY35" fmla="*/ 180306 h 241696"/>
                <a:gd name="connsiteX36" fmla="*/ 58617 w 228153"/>
                <a:gd name="connsiteY36" fmla="*/ 113631 h 241696"/>
                <a:gd name="connsiteX37" fmla="*/ 15904 w 228153"/>
                <a:gd name="connsiteY37" fmla="*/ 113631 h 241696"/>
                <a:gd name="connsiteX38" fmla="*/ 73203 w 228153"/>
                <a:gd name="connsiteY38" fmla="*/ 134467 h 241696"/>
                <a:gd name="connsiteX39" fmla="*/ 74244 w 228153"/>
                <a:gd name="connsiteY39" fmla="*/ 199058 h 241696"/>
                <a:gd name="connsiteX40" fmla="*/ 58617 w 228153"/>
                <a:gd name="connsiteY40" fmla="*/ 207393 h 241696"/>
                <a:gd name="connsiteX41" fmla="*/ 58617 w 228153"/>
                <a:gd name="connsiteY41" fmla="*/ 186557 h 241696"/>
                <a:gd name="connsiteX42" fmla="*/ 15904 w 228153"/>
                <a:gd name="connsiteY42" fmla="*/ 186557 h 241696"/>
                <a:gd name="connsiteX43" fmla="*/ 15904 w 228153"/>
                <a:gd name="connsiteY43" fmla="*/ 208434 h 241696"/>
                <a:gd name="connsiteX44" fmla="*/ 277 w 228153"/>
                <a:gd name="connsiteY44" fmla="*/ 216769 h 241696"/>
                <a:gd name="connsiteX45" fmla="*/ 1319 w 228153"/>
                <a:gd name="connsiteY45" fmla="*/ 116756 h 241696"/>
                <a:gd name="connsiteX46" fmla="*/ 277 w 228153"/>
                <a:gd name="connsiteY46" fmla="*/ 30287 h 241696"/>
                <a:gd name="connsiteX47" fmla="*/ 16946 w 228153"/>
                <a:gd name="connsiteY47" fmla="*/ 38622 h 241696"/>
                <a:gd name="connsiteX48" fmla="*/ 56534 w 228153"/>
                <a:gd name="connsiteY48" fmla="*/ 38622 h 241696"/>
                <a:gd name="connsiteX49" fmla="*/ 64868 w 228153"/>
                <a:gd name="connsiteY49" fmla="*/ 28204 h 241696"/>
                <a:gd name="connsiteX50" fmla="*/ 81537 w 228153"/>
                <a:gd name="connsiteY50" fmla="*/ 41747 h 241696"/>
                <a:gd name="connsiteX51" fmla="*/ 73203 w 228153"/>
                <a:gd name="connsiteY51" fmla="*/ 49040 h 241696"/>
                <a:gd name="connsiteX52" fmla="*/ 73203 w 228153"/>
                <a:gd name="connsiteY52" fmla="*/ 134467 h 241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28153" h="241696">
                  <a:moveTo>
                    <a:pt x="164881" y="67792"/>
                  </a:moveTo>
                  <a:cubicBezTo>
                    <a:pt x="164881" y="40705"/>
                    <a:pt x="164533" y="18133"/>
                    <a:pt x="163839" y="75"/>
                  </a:cubicBezTo>
                  <a:lnTo>
                    <a:pt x="189884" y="13619"/>
                  </a:lnTo>
                  <a:lnTo>
                    <a:pt x="179466" y="20911"/>
                  </a:lnTo>
                  <a:lnTo>
                    <a:pt x="179466" y="67792"/>
                  </a:lnTo>
                  <a:lnTo>
                    <a:pt x="195093" y="67792"/>
                  </a:lnTo>
                  <a:lnTo>
                    <a:pt x="208636" y="54249"/>
                  </a:lnTo>
                  <a:lnTo>
                    <a:pt x="228430" y="74043"/>
                  </a:lnTo>
                  <a:lnTo>
                    <a:pt x="179466" y="74043"/>
                  </a:lnTo>
                  <a:lnTo>
                    <a:pt x="179466" y="213643"/>
                  </a:lnTo>
                  <a:cubicBezTo>
                    <a:pt x="179466" y="226840"/>
                    <a:pt x="171826" y="236216"/>
                    <a:pt x="156546" y="241772"/>
                  </a:cubicBezTo>
                  <a:cubicBezTo>
                    <a:pt x="155852" y="231354"/>
                    <a:pt x="144392" y="223714"/>
                    <a:pt x="122167" y="218852"/>
                  </a:cubicBezTo>
                  <a:lnTo>
                    <a:pt x="122167" y="213643"/>
                  </a:lnTo>
                  <a:cubicBezTo>
                    <a:pt x="140919" y="216422"/>
                    <a:pt x="152726" y="217463"/>
                    <a:pt x="157588" y="216769"/>
                  </a:cubicBezTo>
                  <a:cubicBezTo>
                    <a:pt x="162450" y="216074"/>
                    <a:pt x="164881" y="211907"/>
                    <a:pt x="164881" y="204267"/>
                  </a:cubicBezTo>
                  <a:lnTo>
                    <a:pt x="164881" y="74043"/>
                  </a:lnTo>
                  <a:lnTo>
                    <a:pt x="110707" y="74043"/>
                  </a:lnTo>
                  <a:cubicBezTo>
                    <a:pt x="101678" y="74043"/>
                    <a:pt x="93344" y="75085"/>
                    <a:pt x="85704" y="77168"/>
                  </a:cubicBezTo>
                  <a:lnTo>
                    <a:pt x="76328" y="67792"/>
                  </a:lnTo>
                  <a:lnTo>
                    <a:pt x="164881" y="67792"/>
                  </a:lnTo>
                  <a:close/>
                  <a:moveTo>
                    <a:pt x="97164" y="100088"/>
                  </a:moveTo>
                  <a:cubicBezTo>
                    <a:pt x="115222" y="112589"/>
                    <a:pt x="125640" y="121271"/>
                    <a:pt x="128418" y="126133"/>
                  </a:cubicBezTo>
                  <a:cubicBezTo>
                    <a:pt x="131890" y="130994"/>
                    <a:pt x="133627" y="134814"/>
                    <a:pt x="133627" y="137592"/>
                  </a:cubicBezTo>
                  <a:cubicBezTo>
                    <a:pt x="133627" y="141065"/>
                    <a:pt x="131890" y="145232"/>
                    <a:pt x="128418" y="150094"/>
                  </a:cubicBezTo>
                  <a:cubicBezTo>
                    <a:pt x="125640" y="154261"/>
                    <a:pt x="123556" y="156345"/>
                    <a:pt x="122167" y="156345"/>
                  </a:cubicBezTo>
                  <a:cubicBezTo>
                    <a:pt x="120083" y="156345"/>
                    <a:pt x="118000" y="152177"/>
                    <a:pt x="115916" y="143843"/>
                  </a:cubicBezTo>
                  <a:cubicBezTo>
                    <a:pt x="112443" y="131342"/>
                    <a:pt x="105151" y="117798"/>
                    <a:pt x="94038" y="103213"/>
                  </a:cubicBezTo>
                  <a:lnTo>
                    <a:pt x="97164" y="100088"/>
                  </a:lnTo>
                  <a:close/>
                  <a:moveTo>
                    <a:pt x="15904" y="44872"/>
                  </a:moveTo>
                  <a:lnTo>
                    <a:pt x="15904" y="107380"/>
                  </a:lnTo>
                  <a:lnTo>
                    <a:pt x="58617" y="107380"/>
                  </a:lnTo>
                  <a:lnTo>
                    <a:pt x="58617" y="44872"/>
                  </a:lnTo>
                  <a:lnTo>
                    <a:pt x="15904" y="44872"/>
                  </a:lnTo>
                  <a:close/>
                  <a:moveTo>
                    <a:pt x="15904" y="113631"/>
                  </a:moveTo>
                  <a:lnTo>
                    <a:pt x="15904" y="180306"/>
                  </a:lnTo>
                  <a:lnTo>
                    <a:pt x="58617" y="180306"/>
                  </a:lnTo>
                  <a:lnTo>
                    <a:pt x="58617" y="113631"/>
                  </a:lnTo>
                  <a:lnTo>
                    <a:pt x="15904" y="113631"/>
                  </a:lnTo>
                  <a:close/>
                  <a:moveTo>
                    <a:pt x="73203" y="134467"/>
                  </a:moveTo>
                  <a:cubicBezTo>
                    <a:pt x="73203" y="167804"/>
                    <a:pt x="73550" y="189335"/>
                    <a:pt x="74244" y="199058"/>
                  </a:cubicBezTo>
                  <a:lnTo>
                    <a:pt x="58617" y="207393"/>
                  </a:lnTo>
                  <a:lnTo>
                    <a:pt x="58617" y="186557"/>
                  </a:lnTo>
                  <a:lnTo>
                    <a:pt x="15904" y="186557"/>
                  </a:lnTo>
                  <a:lnTo>
                    <a:pt x="15904" y="208434"/>
                  </a:lnTo>
                  <a:lnTo>
                    <a:pt x="277" y="216769"/>
                  </a:lnTo>
                  <a:cubicBezTo>
                    <a:pt x="971" y="194544"/>
                    <a:pt x="1319" y="161206"/>
                    <a:pt x="1319" y="116756"/>
                  </a:cubicBezTo>
                  <a:cubicBezTo>
                    <a:pt x="1319" y="72306"/>
                    <a:pt x="971" y="43483"/>
                    <a:pt x="277" y="30287"/>
                  </a:cubicBezTo>
                  <a:lnTo>
                    <a:pt x="16946" y="38622"/>
                  </a:lnTo>
                  <a:lnTo>
                    <a:pt x="56534" y="38622"/>
                  </a:lnTo>
                  <a:lnTo>
                    <a:pt x="64868" y="28204"/>
                  </a:lnTo>
                  <a:lnTo>
                    <a:pt x="81537" y="41747"/>
                  </a:lnTo>
                  <a:lnTo>
                    <a:pt x="73203" y="49040"/>
                  </a:lnTo>
                  <a:lnTo>
                    <a:pt x="73203" y="134467"/>
                  </a:ln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id="{A15CB6C0-666F-4E67-9AC8-6E2082131C8F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311735" y="3443766"/>
              <a:ext cx="144017" cy="117881"/>
            </a:xfrm>
            <a:custGeom>
              <a:avLst/>
              <a:gdLst>
                <a:gd name="connsiteX0" fmla="*/ 63685 w 144017"/>
                <a:gd name="connsiteY0" fmla="*/ 15560 h 117881"/>
                <a:gd name="connsiteX1" fmla="*/ 93822 w 144017"/>
                <a:gd name="connsiteY1" fmla="*/ 15560 h 117881"/>
                <a:gd name="connsiteX2" fmla="*/ 82621 w 144017"/>
                <a:gd name="connsiteY2" fmla="*/ 84369 h 117881"/>
                <a:gd name="connsiteX3" fmla="*/ 84754 w 144017"/>
                <a:gd name="connsiteY3" fmla="*/ 104638 h 117881"/>
                <a:gd name="connsiteX4" fmla="*/ 94355 w 144017"/>
                <a:gd name="connsiteY4" fmla="*/ 117973 h 117881"/>
                <a:gd name="connsiteX5" fmla="*/ 105290 w 144017"/>
                <a:gd name="connsiteY5" fmla="*/ 107838 h 117881"/>
                <a:gd name="connsiteX6" fmla="*/ 103690 w 144017"/>
                <a:gd name="connsiteY6" fmla="*/ 101971 h 117881"/>
                <a:gd name="connsiteX7" fmla="*/ 95956 w 144017"/>
                <a:gd name="connsiteY7" fmla="*/ 57965 h 117881"/>
                <a:gd name="connsiteX8" fmla="*/ 100756 w 144017"/>
                <a:gd name="connsiteY8" fmla="*/ 15560 h 117881"/>
                <a:gd name="connsiteX9" fmla="*/ 131160 w 144017"/>
                <a:gd name="connsiteY9" fmla="*/ 15560 h 117881"/>
                <a:gd name="connsiteX10" fmla="*/ 144228 w 144017"/>
                <a:gd name="connsiteY10" fmla="*/ 6492 h 117881"/>
                <a:gd name="connsiteX11" fmla="*/ 133560 w 144017"/>
                <a:gd name="connsiteY11" fmla="*/ 92 h 117881"/>
                <a:gd name="connsiteX12" fmla="*/ 44216 w 144017"/>
                <a:gd name="connsiteY12" fmla="*/ 92 h 117881"/>
                <a:gd name="connsiteX13" fmla="*/ 16479 w 144017"/>
                <a:gd name="connsiteY13" fmla="*/ 12627 h 117881"/>
                <a:gd name="connsiteX14" fmla="*/ 210 w 144017"/>
                <a:gd name="connsiteY14" fmla="*/ 36629 h 117881"/>
                <a:gd name="connsiteX15" fmla="*/ 3411 w 144017"/>
                <a:gd name="connsiteY15" fmla="*/ 39296 h 117881"/>
                <a:gd name="connsiteX16" fmla="*/ 7678 w 144017"/>
                <a:gd name="connsiteY16" fmla="*/ 36096 h 117881"/>
                <a:gd name="connsiteX17" fmla="*/ 41549 w 144017"/>
                <a:gd name="connsiteY17" fmla="*/ 15560 h 117881"/>
                <a:gd name="connsiteX18" fmla="*/ 56751 w 144017"/>
                <a:gd name="connsiteY18" fmla="*/ 15560 h 117881"/>
                <a:gd name="connsiteX19" fmla="*/ 22613 w 144017"/>
                <a:gd name="connsiteY19" fmla="*/ 104371 h 117881"/>
                <a:gd name="connsiteX20" fmla="*/ 20479 w 144017"/>
                <a:gd name="connsiteY20" fmla="*/ 110772 h 117881"/>
                <a:gd name="connsiteX21" fmla="*/ 28214 w 144017"/>
                <a:gd name="connsiteY21" fmla="*/ 117973 h 117881"/>
                <a:gd name="connsiteX22" fmla="*/ 41549 w 144017"/>
                <a:gd name="connsiteY22" fmla="*/ 100637 h 117881"/>
                <a:gd name="connsiteX23" fmla="*/ 48750 w 144017"/>
                <a:gd name="connsiteY23" fmla="*/ 74501 h 117881"/>
                <a:gd name="connsiteX24" fmla="*/ 63685 w 144017"/>
                <a:gd name="connsiteY24" fmla="*/ 15560 h 117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4017" h="117881">
                  <a:moveTo>
                    <a:pt x="63685" y="15560"/>
                  </a:moveTo>
                  <a:lnTo>
                    <a:pt x="93822" y="15560"/>
                  </a:lnTo>
                  <a:cubicBezTo>
                    <a:pt x="85021" y="55032"/>
                    <a:pt x="82621" y="66500"/>
                    <a:pt x="82621" y="84369"/>
                  </a:cubicBezTo>
                  <a:cubicBezTo>
                    <a:pt x="82621" y="88369"/>
                    <a:pt x="82621" y="95570"/>
                    <a:pt x="84754" y="104638"/>
                  </a:cubicBezTo>
                  <a:cubicBezTo>
                    <a:pt x="87421" y="116373"/>
                    <a:pt x="90355" y="117973"/>
                    <a:pt x="94355" y="117973"/>
                  </a:cubicBezTo>
                  <a:cubicBezTo>
                    <a:pt x="99689" y="117973"/>
                    <a:pt x="105290" y="113172"/>
                    <a:pt x="105290" y="107838"/>
                  </a:cubicBezTo>
                  <a:cubicBezTo>
                    <a:pt x="105290" y="106238"/>
                    <a:pt x="105290" y="105705"/>
                    <a:pt x="103690" y="101971"/>
                  </a:cubicBezTo>
                  <a:cubicBezTo>
                    <a:pt x="95956" y="82769"/>
                    <a:pt x="95956" y="65433"/>
                    <a:pt x="95956" y="57965"/>
                  </a:cubicBezTo>
                  <a:cubicBezTo>
                    <a:pt x="95956" y="43830"/>
                    <a:pt x="97822" y="29429"/>
                    <a:pt x="100756" y="15560"/>
                  </a:cubicBezTo>
                  <a:lnTo>
                    <a:pt x="131160" y="15560"/>
                  </a:lnTo>
                  <a:cubicBezTo>
                    <a:pt x="134627" y="15560"/>
                    <a:pt x="144228" y="15560"/>
                    <a:pt x="144228" y="6492"/>
                  </a:cubicBezTo>
                  <a:cubicBezTo>
                    <a:pt x="144228" y="92"/>
                    <a:pt x="138627" y="92"/>
                    <a:pt x="133560" y="92"/>
                  </a:cubicBezTo>
                  <a:lnTo>
                    <a:pt x="44216" y="92"/>
                  </a:lnTo>
                  <a:cubicBezTo>
                    <a:pt x="38348" y="92"/>
                    <a:pt x="28214" y="92"/>
                    <a:pt x="16479" y="12627"/>
                  </a:cubicBezTo>
                  <a:cubicBezTo>
                    <a:pt x="7145" y="23028"/>
                    <a:pt x="210" y="35296"/>
                    <a:pt x="210" y="36629"/>
                  </a:cubicBezTo>
                  <a:cubicBezTo>
                    <a:pt x="210" y="36896"/>
                    <a:pt x="210" y="39296"/>
                    <a:pt x="3411" y="39296"/>
                  </a:cubicBezTo>
                  <a:cubicBezTo>
                    <a:pt x="5544" y="39296"/>
                    <a:pt x="6078" y="38230"/>
                    <a:pt x="7678" y="36096"/>
                  </a:cubicBezTo>
                  <a:cubicBezTo>
                    <a:pt x="20746" y="15560"/>
                    <a:pt x="36215" y="15560"/>
                    <a:pt x="41549" y="15560"/>
                  </a:cubicBezTo>
                  <a:lnTo>
                    <a:pt x="56751" y="15560"/>
                  </a:lnTo>
                  <a:cubicBezTo>
                    <a:pt x="48216" y="47831"/>
                    <a:pt x="33814" y="80102"/>
                    <a:pt x="22613" y="104371"/>
                  </a:cubicBezTo>
                  <a:cubicBezTo>
                    <a:pt x="20479" y="108372"/>
                    <a:pt x="20479" y="108905"/>
                    <a:pt x="20479" y="110772"/>
                  </a:cubicBezTo>
                  <a:cubicBezTo>
                    <a:pt x="20479" y="115839"/>
                    <a:pt x="24747" y="117973"/>
                    <a:pt x="28214" y="117973"/>
                  </a:cubicBezTo>
                  <a:cubicBezTo>
                    <a:pt x="36215" y="117973"/>
                    <a:pt x="38348" y="110505"/>
                    <a:pt x="41549" y="100637"/>
                  </a:cubicBezTo>
                  <a:cubicBezTo>
                    <a:pt x="45283" y="88369"/>
                    <a:pt x="45283" y="87836"/>
                    <a:pt x="48750" y="74501"/>
                  </a:cubicBezTo>
                  <a:lnTo>
                    <a:pt x="63685" y="15560"/>
                  </a:ln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2" name="任意多边形: 形状 51">
              <a:extLst>
                <a:ext uri="{FF2B5EF4-FFF2-40B4-BE49-F238E27FC236}">
                  <a16:creationId xmlns:a16="http://schemas.microsoft.com/office/drawing/2014/main" id="{5F6B6B63-1141-4419-BB0E-FA4AA450940E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9489065" y="3530444"/>
              <a:ext cx="31203" cy="79743"/>
            </a:xfrm>
            <a:custGeom>
              <a:avLst/>
              <a:gdLst>
                <a:gd name="connsiteX0" fmla="*/ 31421 w 31203"/>
                <a:gd name="connsiteY0" fmla="*/ 28095 h 79743"/>
                <a:gd name="connsiteX1" fmla="*/ 14352 w 31203"/>
                <a:gd name="connsiteY1" fmla="*/ 92 h 79743"/>
                <a:gd name="connsiteX2" fmla="*/ 217 w 31203"/>
                <a:gd name="connsiteY2" fmla="*/ 14227 h 79743"/>
                <a:gd name="connsiteX3" fmla="*/ 14352 w 31203"/>
                <a:gd name="connsiteY3" fmla="*/ 28362 h 79743"/>
                <a:gd name="connsiteX4" fmla="*/ 23686 w 31203"/>
                <a:gd name="connsiteY4" fmla="*/ 24895 h 79743"/>
                <a:gd name="connsiteX5" fmla="*/ 25020 w 31203"/>
                <a:gd name="connsiteY5" fmla="*/ 24095 h 79743"/>
                <a:gd name="connsiteX6" fmla="*/ 25553 w 31203"/>
                <a:gd name="connsiteY6" fmla="*/ 28095 h 79743"/>
                <a:gd name="connsiteX7" fmla="*/ 7418 w 31203"/>
                <a:gd name="connsiteY7" fmla="*/ 72634 h 79743"/>
                <a:gd name="connsiteX8" fmla="*/ 4484 w 31203"/>
                <a:gd name="connsiteY8" fmla="*/ 76901 h 79743"/>
                <a:gd name="connsiteX9" fmla="*/ 7151 w 31203"/>
                <a:gd name="connsiteY9" fmla="*/ 79835 h 79743"/>
                <a:gd name="connsiteX10" fmla="*/ 31421 w 31203"/>
                <a:gd name="connsiteY10" fmla="*/ 28095 h 79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203" h="79743">
                  <a:moveTo>
                    <a:pt x="31421" y="28095"/>
                  </a:moveTo>
                  <a:cubicBezTo>
                    <a:pt x="31421" y="10493"/>
                    <a:pt x="24753" y="92"/>
                    <a:pt x="14352" y="92"/>
                  </a:cubicBezTo>
                  <a:cubicBezTo>
                    <a:pt x="5551" y="92"/>
                    <a:pt x="217" y="6759"/>
                    <a:pt x="217" y="14227"/>
                  </a:cubicBezTo>
                  <a:cubicBezTo>
                    <a:pt x="217" y="21428"/>
                    <a:pt x="5551" y="28362"/>
                    <a:pt x="14352" y="28362"/>
                  </a:cubicBezTo>
                  <a:cubicBezTo>
                    <a:pt x="17552" y="28362"/>
                    <a:pt x="21019" y="27295"/>
                    <a:pt x="23686" y="24895"/>
                  </a:cubicBezTo>
                  <a:cubicBezTo>
                    <a:pt x="24486" y="24361"/>
                    <a:pt x="24753" y="24095"/>
                    <a:pt x="25020" y="24095"/>
                  </a:cubicBezTo>
                  <a:cubicBezTo>
                    <a:pt x="25286" y="24095"/>
                    <a:pt x="25553" y="24361"/>
                    <a:pt x="25553" y="28095"/>
                  </a:cubicBezTo>
                  <a:cubicBezTo>
                    <a:pt x="25553" y="47831"/>
                    <a:pt x="16219" y="63833"/>
                    <a:pt x="7418" y="72634"/>
                  </a:cubicBezTo>
                  <a:cubicBezTo>
                    <a:pt x="4484" y="75568"/>
                    <a:pt x="4484" y="76101"/>
                    <a:pt x="4484" y="76901"/>
                  </a:cubicBezTo>
                  <a:cubicBezTo>
                    <a:pt x="4484" y="78768"/>
                    <a:pt x="5817" y="79835"/>
                    <a:pt x="7151" y="79835"/>
                  </a:cubicBezTo>
                  <a:cubicBezTo>
                    <a:pt x="10085" y="79835"/>
                    <a:pt x="31421" y="59299"/>
                    <a:pt x="31421" y="28095"/>
                  </a:cubicBez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883E1371-A323-4141-8038-7FA12BD14FBE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9807848" y="3339937"/>
              <a:ext cx="240654" cy="244822"/>
            </a:xfrm>
            <a:custGeom>
              <a:avLst/>
              <a:gdLst>
                <a:gd name="connsiteX0" fmla="*/ 83573 w 240654"/>
                <a:gd name="connsiteY0" fmla="*/ 68850 h 244822"/>
                <a:gd name="connsiteX1" fmla="*/ 88782 w 240654"/>
                <a:gd name="connsiteY1" fmla="*/ 34471 h 244822"/>
                <a:gd name="connsiteX2" fmla="*/ 92949 w 240654"/>
                <a:gd name="connsiteY2" fmla="*/ 92 h 244822"/>
                <a:gd name="connsiteX3" fmla="*/ 114827 w 240654"/>
                <a:gd name="connsiteY3" fmla="*/ 9468 h 244822"/>
                <a:gd name="connsiteX4" fmla="*/ 107535 w 240654"/>
                <a:gd name="connsiteY4" fmla="*/ 16760 h 244822"/>
                <a:gd name="connsiteX5" fmla="*/ 98158 w 240654"/>
                <a:gd name="connsiteY5" fmla="*/ 68850 h 244822"/>
                <a:gd name="connsiteX6" fmla="*/ 202338 w 240654"/>
                <a:gd name="connsiteY6" fmla="*/ 68850 h 244822"/>
                <a:gd name="connsiteX7" fmla="*/ 216923 w 240654"/>
                <a:gd name="connsiteY7" fmla="*/ 54265 h 244822"/>
                <a:gd name="connsiteX8" fmla="*/ 236717 w 240654"/>
                <a:gd name="connsiteY8" fmla="*/ 75101 h 244822"/>
                <a:gd name="connsiteX9" fmla="*/ 97117 w 240654"/>
                <a:gd name="connsiteY9" fmla="*/ 75101 h 244822"/>
                <a:gd name="connsiteX10" fmla="*/ 88782 w 240654"/>
                <a:gd name="connsiteY10" fmla="*/ 113647 h 244822"/>
                <a:gd name="connsiteX11" fmla="*/ 178377 w 240654"/>
                <a:gd name="connsiteY11" fmla="*/ 113647 h 244822"/>
                <a:gd name="connsiteX12" fmla="*/ 185669 w 240654"/>
                <a:gd name="connsiteY12" fmla="*/ 102188 h 244822"/>
                <a:gd name="connsiteX13" fmla="*/ 203380 w 240654"/>
                <a:gd name="connsiteY13" fmla="*/ 117815 h 244822"/>
                <a:gd name="connsiteX14" fmla="*/ 194004 w 240654"/>
                <a:gd name="connsiteY14" fmla="*/ 125107 h 244822"/>
                <a:gd name="connsiteX15" fmla="*/ 151290 w 240654"/>
                <a:gd name="connsiteY15" fmla="*/ 186573 h 244822"/>
                <a:gd name="connsiteX16" fmla="*/ 240884 w 240654"/>
                <a:gd name="connsiteY16" fmla="*/ 225120 h 244822"/>
                <a:gd name="connsiteX17" fmla="*/ 240884 w 240654"/>
                <a:gd name="connsiteY17" fmla="*/ 228245 h 244822"/>
                <a:gd name="connsiteX18" fmla="*/ 221090 w 240654"/>
                <a:gd name="connsiteY18" fmla="*/ 242830 h 244822"/>
                <a:gd name="connsiteX19" fmla="*/ 142956 w 240654"/>
                <a:gd name="connsiteY19" fmla="*/ 196991 h 244822"/>
                <a:gd name="connsiteX20" fmla="*/ 39818 w 240654"/>
                <a:gd name="connsiteY20" fmla="*/ 244914 h 244822"/>
                <a:gd name="connsiteX21" fmla="*/ 38776 w 240654"/>
                <a:gd name="connsiteY21" fmla="*/ 241788 h 244822"/>
                <a:gd name="connsiteX22" fmla="*/ 133579 w 240654"/>
                <a:gd name="connsiteY22" fmla="*/ 186573 h 244822"/>
                <a:gd name="connsiteX23" fmla="*/ 97117 w 240654"/>
                <a:gd name="connsiteY23" fmla="*/ 119898 h 244822"/>
                <a:gd name="connsiteX24" fmla="*/ 87740 w 240654"/>
                <a:gd name="connsiteY24" fmla="*/ 119898 h 244822"/>
                <a:gd name="connsiteX25" fmla="*/ 55445 w 240654"/>
                <a:gd name="connsiteY25" fmla="*/ 185531 h 244822"/>
                <a:gd name="connsiteX26" fmla="*/ 2313 w 240654"/>
                <a:gd name="connsiteY26" fmla="*/ 237621 h 244822"/>
                <a:gd name="connsiteX27" fmla="*/ 230 w 240654"/>
                <a:gd name="connsiteY27" fmla="*/ 234496 h 244822"/>
                <a:gd name="connsiteX28" fmla="*/ 32525 w 240654"/>
                <a:gd name="connsiteY28" fmla="*/ 198033 h 244822"/>
                <a:gd name="connsiteX29" fmla="*/ 60654 w 240654"/>
                <a:gd name="connsiteY29" fmla="*/ 149068 h 244822"/>
                <a:gd name="connsiteX30" fmla="*/ 82531 w 240654"/>
                <a:gd name="connsiteY30" fmla="*/ 75101 h 244822"/>
                <a:gd name="connsiteX31" fmla="*/ 34609 w 240654"/>
                <a:gd name="connsiteY31" fmla="*/ 75101 h 244822"/>
                <a:gd name="connsiteX32" fmla="*/ 26274 w 240654"/>
                <a:gd name="connsiteY32" fmla="*/ 84477 h 244822"/>
                <a:gd name="connsiteX33" fmla="*/ 12731 w 240654"/>
                <a:gd name="connsiteY33" fmla="*/ 69892 h 244822"/>
                <a:gd name="connsiteX34" fmla="*/ 21065 w 240654"/>
                <a:gd name="connsiteY34" fmla="*/ 64683 h 244822"/>
                <a:gd name="connsiteX35" fmla="*/ 38776 w 240654"/>
                <a:gd name="connsiteY35" fmla="*/ 13635 h 244822"/>
                <a:gd name="connsiteX36" fmla="*/ 59612 w 240654"/>
                <a:gd name="connsiteY36" fmla="*/ 25095 h 244822"/>
                <a:gd name="connsiteX37" fmla="*/ 51278 w 240654"/>
                <a:gd name="connsiteY37" fmla="*/ 31345 h 244822"/>
                <a:gd name="connsiteX38" fmla="*/ 35651 w 240654"/>
                <a:gd name="connsiteY38" fmla="*/ 68850 h 244822"/>
                <a:gd name="connsiteX39" fmla="*/ 83573 w 240654"/>
                <a:gd name="connsiteY39" fmla="*/ 68850 h 244822"/>
                <a:gd name="connsiteX40" fmla="*/ 102326 w 240654"/>
                <a:gd name="connsiteY40" fmla="*/ 119898 h 244822"/>
                <a:gd name="connsiteX41" fmla="*/ 141914 w 240654"/>
                <a:gd name="connsiteY41" fmla="*/ 177197 h 244822"/>
                <a:gd name="connsiteX42" fmla="*/ 178377 w 240654"/>
                <a:gd name="connsiteY42" fmla="*/ 119898 h 244822"/>
                <a:gd name="connsiteX43" fmla="*/ 102326 w 240654"/>
                <a:gd name="connsiteY43" fmla="*/ 119898 h 244822"/>
                <a:gd name="connsiteX44" fmla="*/ 146081 w 240654"/>
                <a:gd name="connsiteY44" fmla="*/ 5301 h 244822"/>
                <a:gd name="connsiteX45" fmla="*/ 185669 w 240654"/>
                <a:gd name="connsiteY45" fmla="*/ 26137 h 244822"/>
                <a:gd name="connsiteX46" fmla="*/ 195045 w 240654"/>
                <a:gd name="connsiteY46" fmla="*/ 40722 h 244822"/>
                <a:gd name="connsiteX47" fmla="*/ 191920 w 240654"/>
                <a:gd name="connsiteY47" fmla="*/ 50098 h 244822"/>
                <a:gd name="connsiteX48" fmla="*/ 187753 w 240654"/>
                <a:gd name="connsiteY48" fmla="*/ 56349 h 244822"/>
                <a:gd name="connsiteX49" fmla="*/ 179418 w 240654"/>
                <a:gd name="connsiteY49" fmla="*/ 46972 h 244822"/>
                <a:gd name="connsiteX50" fmla="*/ 143997 w 240654"/>
                <a:gd name="connsiteY50" fmla="*/ 8426 h 244822"/>
                <a:gd name="connsiteX51" fmla="*/ 146081 w 240654"/>
                <a:gd name="connsiteY51" fmla="*/ 5301 h 24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40654" h="244822">
                  <a:moveTo>
                    <a:pt x="83573" y="68850"/>
                  </a:moveTo>
                  <a:cubicBezTo>
                    <a:pt x="85657" y="57738"/>
                    <a:pt x="87393" y="46278"/>
                    <a:pt x="88782" y="34471"/>
                  </a:cubicBezTo>
                  <a:cubicBezTo>
                    <a:pt x="90866" y="21969"/>
                    <a:pt x="92255" y="10510"/>
                    <a:pt x="92949" y="92"/>
                  </a:cubicBezTo>
                  <a:lnTo>
                    <a:pt x="114827" y="9468"/>
                  </a:lnTo>
                  <a:lnTo>
                    <a:pt x="107535" y="16760"/>
                  </a:lnTo>
                  <a:cubicBezTo>
                    <a:pt x="102673" y="44542"/>
                    <a:pt x="99547" y="61905"/>
                    <a:pt x="98158" y="68850"/>
                  </a:cubicBezTo>
                  <a:lnTo>
                    <a:pt x="202338" y="68850"/>
                  </a:lnTo>
                  <a:lnTo>
                    <a:pt x="216923" y="54265"/>
                  </a:lnTo>
                  <a:lnTo>
                    <a:pt x="236717" y="75101"/>
                  </a:lnTo>
                  <a:lnTo>
                    <a:pt x="97117" y="75101"/>
                  </a:lnTo>
                  <a:cubicBezTo>
                    <a:pt x="95033" y="88297"/>
                    <a:pt x="92255" y="101146"/>
                    <a:pt x="88782" y="113647"/>
                  </a:cubicBezTo>
                  <a:lnTo>
                    <a:pt x="178377" y="113647"/>
                  </a:lnTo>
                  <a:lnTo>
                    <a:pt x="185669" y="102188"/>
                  </a:lnTo>
                  <a:lnTo>
                    <a:pt x="203380" y="117815"/>
                  </a:lnTo>
                  <a:lnTo>
                    <a:pt x="194004" y="125107"/>
                  </a:lnTo>
                  <a:cubicBezTo>
                    <a:pt x="181502" y="148027"/>
                    <a:pt x="167264" y="168515"/>
                    <a:pt x="151290" y="186573"/>
                  </a:cubicBezTo>
                  <a:cubicBezTo>
                    <a:pt x="174209" y="205325"/>
                    <a:pt x="204074" y="218174"/>
                    <a:pt x="240884" y="225120"/>
                  </a:cubicBezTo>
                  <a:lnTo>
                    <a:pt x="240884" y="228245"/>
                  </a:lnTo>
                  <a:cubicBezTo>
                    <a:pt x="230466" y="230329"/>
                    <a:pt x="223868" y="235190"/>
                    <a:pt x="221090" y="242830"/>
                  </a:cubicBezTo>
                  <a:cubicBezTo>
                    <a:pt x="188447" y="231023"/>
                    <a:pt x="162402" y="215743"/>
                    <a:pt x="142956" y="196991"/>
                  </a:cubicBezTo>
                  <a:cubicBezTo>
                    <a:pt x="115869" y="219911"/>
                    <a:pt x="81490" y="235885"/>
                    <a:pt x="39818" y="244914"/>
                  </a:cubicBezTo>
                  <a:lnTo>
                    <a:pt x="38776" y="241788"/>
                  </a:lnTo>
                  <a:cubicBezTo>
                    <a:pt x="81837" y="227203"/>
                    <a:pt x="113438" y="208798"/>
                    <a:pt x="133579" y="186573"/>
                  </a:cubicBezTo>
                  <a:cubicBezTo>
                    <a:pt x="118300" y="166432"/>
                    <a:pt x="106145" y="144207"/>
                    <a:pt x="97117" y="119898"/>
                  </a:cubicBezTo>
                  <a:lnTo>
                    <a:pt x="87740" y="119898"/>
                  </a:lnTo>
                  <a:cubicBezTo>
                    <a:pt x="80101" y="142818"/>
                    <a:pt x="69335" y="164695"/>
                    <a:pt x="55445" y="185531"/>
                  </a:cubicBezTo>
                  <a:cubicBezTo>
                    <a:pt x="42249" y="205673"/>
                    <a:pt x="24538" y="223036"/>
                    <a:pt x="2313" y="237621"/>
                  </a:cubicBezTo>
                  <a:lnTo>
                    <a:pt x="230" y="234496"/>
                  </a:lnTo>
                  <a:cubicBezTo>
                    <a:pt x="11342" y="224772"/>
                    <a:pt x="22107" y="212618"/>
                    <a:pt x="32525" y="198033"/>
                  </a:cubicBezTo>
                  <a:cubicBezTo>
                    <a:pt x="43638" y="183448"/>
                    <a:pt x="53014" y="167126"/>
                    <a:pt x="60654" y="149068"/>
                  </a:cubicBezTo>
                  <a:cubicBezTo>
                    <a:pt x="68988" y="130316"/>
                    <a:pt x="76281" y="105660"/>
                    <a:pt x="82531" y="75101"/>
                  </a:cubicBezTo>
                  <a:lnTo>
                    <a:pt x="34609" y="75101"/>
                  </a:lnTo>
                  <a:lnTo>
                    <a:pt x="26274" y="84477"/>
                  </a:lnTo>
                  <a:lnTo>
                    <a:pt x="12731" y="69892"/>
                  </a:lnTo>
                  <a:lnTo>
                    <a:pt x="21065" y="64683"/>
                  </a:lnTo>
                  <a:cubicBezTo>
                    <a:pt x="30789" y="42458"/>
                    <a:pt x="36692" y="25442"/>
                    <a:pt x="38776" y="13635"/>
                  </a:cubicBezTo>
                  <a:lnTo>
                    <a:pt x="59612" y="25095"/>
                  </a:lnTo>
                  <a:lnTo>
                    <a:pt x="51278" y="31345"/>
                  </a:lnTo>
                  <a:cubicBezTo>
                    <a:pt x="44332" y="48709"/>
                    <a:pt x="39123" y="61210"/>
                    <a:pt x="35651" y="68850"/>
                  </a:cubicBezTo>
                  <a:lnTo>
                    <a:pt x="83573" y="68850"/>
                  </a:lnTo>
                  <a:close/>
                  <a:moveTo>
                    <a:pt x="102326" y="119898"/>
                  </a:moveTo>
                  <a:cubicBezTo>
                    <a:pt x="113438" y="142123"/>
                    <a:pt x="126634" y="161223"/>
                    <a:pt x="141914" y="177197"/>
                  </a:cubicBezTo>
                  <a:cubicBezTo>
                    <a:pt x="155110" y="161917"/>
                    <a:pt x="167264" y="142818"/>
                    <a:pt x="178377" y="119898"/>
                  </a:cubicBezTo>
                  <a:lnTo>
                    <a:pt x="102326" y="119898"/>
                  </a:lnTo>
                  <a:close/>
                  <a:moveTo>
                    <a:pt x="146081" y="5301"/>
                  </a:moveTo>
                  <a:cubicBezTo>
                    <a:pt x="166222" y="13635"/>
                    <a:pt x="179418" y="20580"/>
                    <a:pt x="185669" y="26137"/>
                  </a:cubicBezTo>
                  <a:cubicBezTo>
                    <a:pt x="191920" y="30998"/>
                    <a:pt x="195045" y="35860"/>
                    <a:pt x="195045" y="40722"/>
                  </a:cubicBezTo>
                  <a:cubicBezTo>
                    <a:pt x="195045" y="42805"/>
                    <a:pt x="194004" y="45931"/>
                    <a:pt x="191920" y="50098"/>
                  </a:cubicBezTo>
                  <a:cubicBezTo>
                    <a:pt x="190531" y="54265"/>
                    <a:pt x="189142" y="56349"/>
                    <a:pt x="187753" y="56349"/>
                  </a:cubicBezTo>
                  <a:cubicBezTo>
                    <a:pt x="185669" y="56349"/>
                    <a:pt x="182891" y="53223"/>
                    <a:pt x="179418" y="46972"/>
                  </a:cubicBezTo>
                  <a:cubicBezTo>
                    <a:pt x="173168" y="36554"/>
                    <a:pt x="161361" y="23706"/>
                    <a:pt x="143997" y="8426"/>
                  </a:cubicBezTo>
                  <a:lnTo>
                    <a:pt x="146081" y="5301"/>
                  </a:ln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4" name="任意多边形: 形状 53">
              <a:extLst>
                <a:ext uri="{FF2B5EF4-FFF2-40B4-BE49-F238E27FC236}">
                  <a16:creationId xmlns:a16="http://schemas.microsoft.com/office/drawing/2014/main" id="{B6FAA822-F253-4BBE-B64E-F43FB74776F3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0068297" y="3344104"/>
              <a:ext cx="246905" cy="229195"/>
            </a:xfrm>
            <a:custGeom>
              <a:avLst/>
              <a:gdLst>
                <a:gd name="connsiteX0" fmla="*/ 104420 w 246905"/>
                <a:gd name="connsiteY0" fmla="*/ 5301 h 229195"/>
                <a:gd name="connsiteX1" fmla="*/ 107545 w 246905"/>
                <a:gd name="connsiteY1" fmla="*/ 3217 h 229195"/>
                <a:gd name="connsiteX2" fmla="*/ 130465 w 246905"/>
                <a:gd name="connsiteY2" fmla="*/ 21969 h 229195"/>
                <a:gd name="connsiteX3" fmla="*/ 138799 w 246905"/>
                <a:gd name="connsiteY3" fmla="*/ 36554 h 229195"/>
                <a:gd name="connsiteX4" fmla="*/ 134632 w 246905"/>
                <a:gd name="connsiteY4" fmla="*/ 46972 h 229195"/>
                <a:gd name="connsiteX5" fmla="*/ 128381 w 246905"/>
                <a:gd name="connsiteY5" fmla="*/ 50098 h 229195"/>
                <a:gd name="connsiteX6" fmla="*/ 122130 w 246905"/>
                <a:gd name="connsiteY6" fmla="*/ 39680 h 229195"/>
                <a:gd name="connsiteX7" fmla="*/ 104420 w 246905"/>
                <a:gd name="connsiteY7" fmla="*/ 5301 h 229195"/>
                <a:gd name="connsiteX8" fmla="*/ 183596 w 246905"/>
                <a:gd name="connsiteY8" fmla="*/ 92 h 229195"/>
                <a:gd name="connsiteX9" fmla="*/ 206516 w 246905"/>
                <a:gd name="connsiteY9" fmla="*/ 14677 h 229195"/>
                <a:gd name="connsiteX10" fmla="*/ 197139 w 246905"/>
                <a:gd name="connsiteY10" fmla="*/ 17802 h 229195"/>
                <a:gd name="connsiteX11" fmla="*/ 169011 w 246905"/>
                <a:gd name="connsiteY11" fmla="*/ 58432 h 229195"/>
                <a:gd name="connsiteX12" fmla="*/ 199223 w 246905"/>
                <a:gd name="connsiteY12" fmla="*/ 58432 h 229195"/>
                <a:gd name="connsiteX13" fmla="*/ 213808 w 246905"/>
                <a:gd name="connsiteY13" fmla="*/ 46972 h 229195"/>
                <a:gd name="connsiteX14" fmla="*/ 232561 w 246905"/>
                <a:gd name="connsiteY14" fmla="*/ 64683 h 229195"/>
                <a:gd name="connsiteX15" fmla="*/ 161718 w 246905"/>
                <a:gd name="connsiteY15" fmla="*/ 64683 h 229195"/>
                <a:gd name="connsiteX16" fmla="*/ 159635 w 246905"/>
                <a:gd name="connsiteY16" fmla="*/ 104271 h 229195"/>
                <a:gd name="connsiteX17" fmla="*/ 208599 w 246905"/>
                <a:gd name="connsiteY17" fmla="*/ 104271 h 229195"/>
                <a:gd name="connsiteX18" fmla="*/ 223184 w 246905"/>
                <a:gd name="connsiteY18" fmla="*/ 89686 h 229195"/>
                <a:gd name="connsiteX19" fmla="*/ 242978 w 246905"/>
                <a:gd name="connsiteY19" fmla="*/ 110522 h 229195"/>
                <a:gd name="connsiteX20" fmla="*/ 158593 w 246905"/>
                <a:gd name="connsiteY20" fmla="*/ 110522 h 229195"/>
                <a:gd name="connsiteX21" fmla="*/ 154426 w 246905"/>
                <a:gd name="connsiteY21" fmla="*/ 133442 h 229195"/>
                <a:gd name="connsiteX22" fmla="*/ 201307 w 246905"/>
                <a:gd name="connsiteY22" fmla="*/ 157403 h 229195"/>
                <a:gd name="connsiteX23" fmla="*/ 219017 w 246905"/>
                <a:gd name="connsiteY23" fmla="*/ 177197 h 229195"/>
                <a:gd name="connsiteX24" fmla="*/ 217975 w 246905"/>
                <a:gd name="connsiteY24" fmla="*/ 191782 h 229195"/>
                <a:gd name="connsiteX25" fmla="*/ 213808 w 246905"/>
                <a:gd name="connsiteY25" fmla="*/ 195949 h 229195"/>
                <a:gd name="connsiteX26" fmla="*/ 205474 w 246905"/>
                <a:gd name="connsiteY26" fmla="*/ 187615 h 229195"/>
                <a:gd name="connsiteX27" fmla="*/ 183596 w 246905"/>
                <a:gd name="connsiteY27" fmla="*/ 162612 h 229195"/>
                <a:gd name="connsiteX28" fmla="*/ 152342 w 246905"/>
                <a:gd name="connsiteY28" fmla="*/ 138650 h 229195"/>
                <a:gd name="connsiteX29" fmla="*/ 82542 w 246905"/>
                <a:gd name="connsiteY29" fmla="*/ 198033 h 229195"/>
                <a:gd name="connsiteX30" fmla="*/ 80458 w 246905"/>
                <a:gd name="connsiteY30" fmla="*/ 194908 h 229195"/>
                <a:gd name="connsiteX31" fmla="*/ 144008 w 246905"/>
                <a:gd name="connsiteY31" fmla="*/ 110522 h 229195"/>
                <a:gd name="connsiteX32" fmla="*/ 103378 w 246905"/>
                <a:gd name="connsiteY32" fmla="*/ 110522 h 229195"/>
                <a:gd name="connsiteX33" fmla="*/ 83584 w 246905"/>
                <a:gd name="connsiteY33" fmla="*/ 113647 h 229195"/>
                <a:gd name="connsiteX34" fmla="*/ 74208 w 246905"/>
                <a:gd name="connsiteY34" fmla="*/ 104271 h 229195"/>
                <a:gd name="connsiteX35" fmla="*/ 145050 w 246905"/>
                <a:gd name="connsiteY35" fmla="*/ 104271 h 229195"/>
                <a:gd name="connsiteX36" fmla="*/ 147133 w 246905"/>
                <a:gd name="connsiteY36" fmla="*/ 64683 h 229195"/>
                <a:gd name="connsiteX37" fmla="*/ 117963 w 246905"/>
                <a:gd name="connsiteY37" fmla="*/ 64683 h 229195"/>
                <a:gd name="connsiteX38" fmla="*/ 98169 w 246905"/>
                <a:gd name="connsiteY38" fmla="*/ 67808 h 229195"/>
                <a:gd name="connsiteX39" fmla="*/ 88793 w 246905"/>
                <a:gd name="connsiteY39" fmla="*/ 58432 h 229195"/>
                <a:gd name="connsiteX40" fmla="*/ 162760 w 246905"/>
                <a:gd name="connsiteY40" fmla="*/ 58432 h 229195"/>
                <a:gd name="connsiteX41" fmla="*/ 183596 w 246905"/>
                <a:gd name="connsiteY41" fmla="*/ 92 h 229195"/>
                <a:gd name="connsiteX42" fmla="*/ 56497 w 246905"/>
                <a:gd name="connsiteY42" fmla="*/ 180322 h 229195"/>
                <a:gd name="connsiteX43" fmla="*/ 139841 w 246905"/>
                <a:gd name="connsiteY43" fmla="*/ 213660 h 229195"/>
                <a:gd name="connsiteX44" fmla="*/ 247146 w 246905"/>
                <a:gd name="connsiteY44" fmla="*/ 207409 h 229195"/>
                <a:gd name="connsiteX45" fmla="*/ 247146 w 246905"/>
                <a:gd name="connsiteY45" fmla="*/ 211576 h 229195"/>
                <a:gd name="connsiteX46" fmla="*/ 226310 w 246905"/>
                <a:gd name="connsiteY46" fmla="*/ 229287 h 229195"/>
                <a:gd name="connsiteX47" fmla="*/ 146091 w 246905"/>
                <a:gd name="connsiteY47" fmla="*/ 227203 h 229195"/>
                <a:gd name="connsiteX48" fmla="*/ 99211 w 246905"/>
                <a:gd name="connsiteY48" fmla="*/ 219911 h 229195"/>
                <a:gd name="connsiteX49" fmla="*/ 67957 w 246905"/>
                <a:gd name="connsiteY49" fmla="*/ 201158 h 229195"/>
                <a:gd name="connsiteX50" fmla="*/ 49204 w 246905"/>
                <a:gd name="connsiteY50" fmla="*/ 188657 h 229195"/>
                <a:gd name="connsiteX51" fmla="*/ 32536 w 246905"/>
                <a:gd name="connsiteY51" fmla="*/ 201158 h 229195"/>
                <a:gd name="connsiteX52" fmla="*/ 16909 w 246905"/>
                <a:gd name="connsiteY52" fmla="*/ 220952 h 229195"/>
                <a:gd name="connsiteX53" fmla="*/ 1282 w 246905"/>
                <a:gd name="connsiteY53" fmla="*/ 208451 h 229195"/>
                <a:gd name="connsiteX54" fmla="*/ 42954 w 246905"/>
                <a:gd name="connsiteY54" fmla="*/ 181364 h 229195"/>
                <a:gd name="connsiteX55" fmla="*/ 42954 w 246905"/>
                <a:gd name="connsiteY55" fmla="*/ 95937 h 229195"/>
                <a:gd name="connsiteX56" fmla="*/ 29410 w 246905"/>
                <a:gd name="connsiteY56" fmla="*/ 95937 h 229195"/>
                <a:gd name="connsiteX57" fmla="*/ 9616 w 246905"/>
                <a:gd name="connsiteY57" fmla="*/ 99062 h 229195"/>
                <a:gd name="connsiteX58" fmla="*/ 240 w 246905"/>
                <a:gd name="connsiteY58" fmla="*/ 89686 h 229195"/>
                <a:gd name="connsiteX59" fmla="*/ 40870 w 246905"/>
                <a:gd name="connsiteY59" fmla="*/ 89686 h 229195"/>
                <a:gd name="connsiteX60" fmla="*/ 48163 w 246905"/>
                <a:gd name="connsiteY60" fmla="*/ 79268 h 229195"/>
                <a:gd name="connsiteX61" fmla="*/ 64831 w 246905"/>
                <a:gd name="connsiteY61" fmla="*/ 90728 h 229195"/>
                <a:gd name="connsiteX62" fmla="*/ 56497 w 246905"/>
                <a:gd name="connsiteY62" fmla="*/ 98020 h 229195"/>
                <a:gd name="connsiteX63" fmla="*/ 56497 w 246905"/>
                <a:gd name="connsiteY63" fmla="*/ 180322 h 229195"/>
                <a:gd name="connsiteX64" fmla="*/ 26285 w 246905"/>
                <a:gd name="connsiteY64" fmla="*/ 9468 h 229195"/>
                <a:gd name="connsiteX65" fmla="*/ 29410 w 246905"/>
                <a:gd name="connsiteY65" fmla="*/ 7384 h 229195"/>
                <a:gd name="connsiteX66" fmla="*/ 55455 w 246905"/>
                <a:gd name="connsiteY66" fmla="*/ 27178 h 229195"/>
                <a:gd name="connsiteX67" fmla="*/ 61706 w 246905"/>
                <a:gd name="connsiteY67" fmla="*/ 40722 h 229195"/>
                <a:gd name="connsiteX68" fmla="*/ 55455 w 246905"/>
                <a:gd name="connsiteY68" fmla="*/ 51140 h 229195"/>
                <a:gd name="connsiteX69" fmla="*/ 50246 w 246905"/>
                <a:gd name="connsiteY69" fmla="*/ 55307 h 229195"/>
                <a:gd name="connsiteX70" fmla="*/ 42954 w 246905"/>
                <a:gd name="connsiteY70" fmla="*/ 42805 h 229195"/>
                <a:gd name="connsiteX71" fmla="*/ 26285 w 246905"/>
                <a:gd name="connsiteY71" fmla="*/ 9468 h 229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46905" h="229195">
                  <a:moveTo>
                    <a:pt x="104420" y="5301"/>
                  </a:moveTo>
                  <a:lnTo>
                    <a:pt x="107545" y="3217"/>
                  </a:lnTo>
                  <a:cubicBezTo>
                    <a:pt x="117268" y="10162"/>
                    <a:pt x="124908" y="16413"/>
                    <a:pt x="130465" y="21969"/>
                  </a:cubicBezTo>
                  <a:cubicBezTo>
                    <a:pt x="136715" y="26831"/>
                    <a:pt x="139493" y="31693"/>
                    <a:pt x="138799" y="36554"/>
                  </a:cubicBezTo>
                  <a:cubicBezTo>
                    <a:pt x="138799" y="40722"/>
                    <a:pt x="137410" y="44194"/>
                    <a:pt x="134632" y="46972"/>
                  </a:cubicBezTo>
                  <a:cubicBezTo>
                    <a:pt x="131854" y="49056"/>
                    <a:pt x="129770" y="50098"/>
                    <a:pt x="128381" y="50098"/>
                  </a:cubicBezTo>
                  <a:cubicBezTo>
                    <a:pt x="125603" y="50098"/>
                    <a:pt x="123519" y="46625"/>
                    <a:pt x="122130" y="39680"/>
                  </a:cubicBezTo>
                  <a:cubicBezTo>
                    <a:pt x="120047" y="30651"/>
                    <a:pt x="114143" y="19191"/>
                    <a:pt x="104420" y="5301"/>
                  </a:cubicBezTo>
                  <a:close/>
                  <a:moveTo>
                    <a:pt x="183596" y="92"/>
                  </a:moveTo>
                  <a:lnTo>
                    <a:pt x="206516" y="14677"/>
                  </a:lnTo>
                  <a:lnTo>
                    <a:pt x="197139" y="17802"/>
                  </a:lnTo>
                  <a:cubicBezTo>
                    <a:pt x="186722" y="32387"/>
                    <a:pt x="177345" y="45931"/>
                    <a:pt x="169011" y="58432"/>
                  </a:cubicBezTo>
                  <a:lnTo>
                    <a:pt x="199223" y="58432"/>
                  </a:lnTo>
                  <a:lnTo>
                    <a:pt x="213808" y="46972"/>
                  </a:lnTo>
                  <a:lnTo>
                    <a:pt x="232561" y="64683"/>
                  </a:lnTo>
                  <a:lnTo>
                    <a:pt x="161718" y="64683"/>
                  </a:lnTo>
                  <a:cubicBezTo>
                    <a:pt x="161718" y="72323"/>
                    <a:pt x="161024" y="85519"/>
                    <a:pt x="159635" y="104271"/>
                  </a:cubicBezTo>
                  <a:lnTo>
                    <a:pt x="208599" y="104271"/>
                  </a:lnTo>
                  <a:lnTo>
                    <a:pt x="223184" y="89686"/>
                  </a:lnTo>
                  <a:lnTo>
                    <a:pt x="242978" y="110522"/>
                  </a:lnTo>
                  <a:lnTo>
                    <a:pt x="158593" y="110522"/>
                  </a:lnTo>
                  <a:cubicBezTo>
                    <a:pt x="157899" y="115384"/>
                    <a:pt x="156509" y="123024"/>
                    <a:pt x="154426" y="133442"/>
                  </a:cubicBezTo>
                  <a:cubicBezTo>
                    <a:pt x="174567" y="142470"/>
                    <a:pt x="190194" y="150458"/>
                    <a:pt x="201307" y="157403"/>
                  </a:cubicBezTo>
                  <a:cubicBezTo>
                    <a:pt x="212419" y="163654"/>
                    <a:pt x="218323" y="170252"/>
                    <a:pt x="219017" y="177197"/>
                  </a:cubicBezTo>
                  <a:cubicBezTo>
                    <a:pt x="220406" y="183448"/>
                    <a:pt x="220059" y="188309"/>
                    <a:pt x="217975" y="191782"/>
                  </a:cubicBezTo>
                  <a:cubicBezTo>
                    <a:pt x="215892" y="194560"/>
                    <a:pt x="214503" y="195949"/>
                    <a:pt x="213808" y="195949"/>
                  </a:cubicBezTo>
                  <a:cubicBezTo>
                    <a:pt x="211725" y="195949"/>
                    <a:pt x="208946" y="193171"/>
                    <a:pt x="205474" y="187615"/>
                  </a:cubicBezTo>
                  <a:cubicBezTo>
                    <a:pt x="200612" y="179281"/>
                    <a:pt x="193320" y="170946"/>
                    <a:pt x="183596" y="162612"/>
                  </a:cubicBezTo>
                  <a:cubicBezTo>
                    <a:pt x="173873" y="153583"/>
                    <a:pt x="163455" y="145596"/>
                    <a:pt x="152342" y="138650"/>
                  </a:cubicBezTo>
                  <a:cubicBezTo>
                    <a:pt x="139146" y="165043"/>
                    <a:pt x="115879" y="184837"/>
                    <a:pt x="82542" y="198033"/>
                  </a:cubicBezTo>
                  <a:lnTo>
                    <a:pt x="80458" y="194908"/>
                  </a:lnTo>
                  <a:cubicBezTo>
                    <a:pt x="118658" y="172683"/>
                    <a:pt x="139841" y="144554"/>
                    <a:pt x="144008" y="110522"/>
                  </a:cubicBezTo>
                  <a:lnTo>
                    <a:pt x="103378" y="110522"/>
                  </a:lnTo>
                  <a:cubicBezTo>
                    <a:pt x="97822" y="110522"/>
                    <a:pt x="91224" y="111564"/>
                    <a:pt x="83584" y="113647"/>
                  </a:cubicBezTo>
                  <a:lnTo>
                    <a:pt x="74208" y="104271"/>
                  </a:lnTo>
                  <a:lnTo>
                    <a:pt x="145050" y="104271"/>
                  </a:lnTo>
                  <a:cubicBezTo>
                    <a:pt x="146439" y="86213"/>
                    <a:pt x="147133" y="73017"/>
                    <a:pt x="147133" y="64683"/>
                  </a:cubicBezTo>
                  <a:lnTo>
                    <a:pt x="117963" y="64683"/>
                  </a:lnTo>
                  <a:cubicBezTo>
                    <a:pt x="112407" y="64683"/>
                    <a:pt x="105809" y="65725"/>
                    <a:pt x="98169" y="67808"/>
                  </a:cubicBezTo>
                  <a:lnTo>
                    <a:pt x="88793" y="58432"/>
                  </a:lnTo>
                  <a:lnTo>
                    <a:pt x="162760" y="58432"/>
                  </a:lnTo>
                  <a:cubicBezTo>
                    <a:pt x="171789" y="38985"/>
                    <a:pt x="178734" y="19538"/>
                    <a:pt x="183596" y="92"/>
                  </a:cubicBezTo>
                  <a:close/>
                  <a:moveTo>
                    <a:pt x="56497" y="180322"/>
                  </a:moveTo>
                  <a:cubicBezTo>
                    <a:pt x="77333" y="201853"/>
                    <a:pt x="105114" y="212965"/>
                    <a:pt x="139841" y="213660"/>
                  </a:cubicBezTo>
                  <a:cubicBezTo>
                    <a:pt x="174567" y="214354"/>
                    <a:pt x="210336" y="212271"/>
                    <a:pt x="247146" y="207409"/>
                  </a:cubicBezTo>
                  <a:lnTo>
                    <a:pt x="247146" y="211576"/>
                  </a:lnTo>
                  <a:cubicBezTo>
                    <a:pt x="233255" y="215743"/>
                    <a:pt x="226310" y="221647"/>
                    <a:pt x="226310" y="229287"/>
                  </a:cubicBezTo>
                  <a:cubicBezTo>
                    <a:pt x="192972" y="229287"/>
                    <a:pt x="166233" y="228592"/>
                    <a:pt x="146091" y="227203"/>
                  </a:cubicBezTo>
                  <a:cubicBezTo>
                    <a:pt x="126645" y="226509"/>
                    <a:pt x="111018" y="224078"/>
                    <a:pt x="99211" y="219911"/>
                  </a:cubicBezTo>
                  <a:cubicBezTo>
                    <a:pt x="87404" y="216438"/>
                    <a:pt x="76986" y="210187"/>
                    <a:pt x="67957" y="201158"/>
                  </a:cubicBezTo>
                  <a:cubicBezTo>
                    <a:pt x="58928" y="192129"/>
                    <a:pt x="52677" y="187962"/>
                    <a:pt x="49204" y="188657"/>
                  </a:cubicBezTo>
                  <a:cubicBezTo>
                    <a:pt x="45732" y="188657"/>
                    <a:pt x="40176" y="192824"/>
                    <a:pt x="32536" y="201158"/>
                  </a:cubicBezTo>
                  <a:cubicBezTo>
                    <a:pt x="24896" y="209493"/>
                    <a:pt x="19687" y="216091"/>
                    <a:pt x="16909" y="220952"/>
                  </a:cubicBezTo>
                  <a:lnTo>
                    <a:pt x="1282" y="208451"/>
                  </a:lnTo>
                  <a:cubicBezTo>
                    <a:pt x="12394" y="199422"/>
                    <a:pt x="26285" y="190393"/>
                    <a:pt x="42954" y="181364"/>
                  </a:cubicBezTo>
                  <a:lnTo>
                    <a:pt x="42954" y="95937"/>
                  </a:lnTo>
                  <a:lnTo>
                    <a:pt x="29410" y="95937"/>
                  </a:lnTo>
                  <a:cubicBezTo>
                    <a:pt x="23854" y="95937"/>
                    <a:pt x="17256" y="96979"/>
                    <a:pt x="9616" y="99062"/>
                  </a:cubicBezTo>
                  <a:lnTo>
                    <a:pt x="240" y="89686"/>
                  </a:lnTo>
                  <a:lnTo>
                    <a:pt x="40870" y="89686"/>
                  </a:lnTo>
                  <a:lnTo>
                    <a:pt x="48163" y="79268"/>
                  </a:lnTo>
                  <a:lnTo>
                    <a:pt x="64831" y="90728"/>
                  </a:lnTo>
                  <a:lnTo>
                    <a:pt x="56497" y="98020"/>
                  </a:lnTo>
                  <a:lnTo>
                    <a:pt x="56497" y="180322"/>
                  </a:lnTo>
                  <a:close/>
                  <a:moveTo>
                    <a:pt x="26285" y="9468"/>
                  </a:moveTo>
                  <a:lnTo>
                    <a:pt x="29410" y="7384"/>
                  </a:lnTo>
                  <a:cubicBezTo>
                    <a:pt x="41912" y="15719"/>
                    <a:pt x="50594" y="22317"/>
                    <a:pt x="55455" y="27178"/>
                  </a:cubicBezTo>
                  <a:cubicBezTo>
                    <a:pt x="60317" y="32040"/>
                    <a:pt x="62401" y="36554"/>
                    <a:pt x="61706" y="40722"/>
                  </a:cubicBezTo>
                  <a:cubicBezTo>
                    <a:pt x="61011" y="44889"/>
                    <a:pt x="58928" y="48361"/>
                    <a:pt x="55455" y="51140"/>
                  </a:cubicBezTo>
                  <a:cubicBezTo>
                    <a:pt x="52677" y="53918"/>
                    <a:pt x="50941" y="55307"/>
                    <a:pt x="50246" y="55307"/>
                  </a:cubicBezTo>
                  <a:cubicBezTo>
                    <a:pt x="47468" y="55307"/>
                    <a:pt x="45037" y="51140"/>
                    <a:pt x="42954" y="42805"/>
                  </a:cubicBezTo>
                  <a:cubicBezTo>
                    <a:pt x="40176" y="32387"/>
                    <a:pt x="34619" y="21275"/>
                    <a:pt x="26285" y="9468"/>
                  </a:cubicBez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5" name="任意多边形: 形状 54">
              <a:extLst>
                <a:ext uri="{FF2B5EF4-FFF2-40B4-BE49-F238E27FC236}">
                  <a16:creationId xmlns:a16="http://schemas.microsoft.com/office/drawing/2014/main" id="{9ADE4BCA-BC16-435D-957E-C860BBCB9BEE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0451678" y="3354418"/>
              <a:ext cx="105221" cy="80322"/>
            </a:xfrm>
            <a:custGeom>
              <a:avLst/>
              <a:gdLst>
                <a:gd name="connsiteX0" fmla="*/ 16919 w 105221"/>
                <a:gd name="connsiteY0" fmla="*/ 46035 h 80322"/>
                <a:gd name="connsiteX1" fmla="*/ 33588 w 105221"/>
                <a:gd name="connsiteY1" fmla="*/ 51244 h 80322"/>
                <a:gd name="connsiteX2" fmla="*/ 37755 w 105221"/>
                <a:gd name="connsiteY2" fmla="*/ 64787 h 80322"/>
                <a:gd name="connsiteX3" fmla="*/ 31504 w 105221"/>
                <a:gd name="connsiteY3" fmla="*/ 76247 h 80322"/>
                <a:gd name="connsiteX4" fmla="*/ 20045 w 105221"/>
                <a:gd name="connsiteY4" fmla="*/ 80414 h 80322"/>
                <a:gd name="connsiteX5" fmla="*/ 10669 w 105221"/>
                <a:gd name="connsiteY5" fmla="*/ 79372 h 80322"/>
                <a:gd name="connsiteX6" fmla="*/ 2334 w 105221"/>
                <a:gd name="connsiteY6" fmla="*/ 72080 h 80322"/>
                <a:gd name="connsiteX7" fmla="*/ 251 w 105221"/>
                <a:gd name="connsiteY7" fmla="*/ 59578 h 80322"/>
                <a:gd name="connsiteX8" fmla="*/ 2334 w 105221"/>
                <a:gd name="connsiteY8" fmla="*/ 46035 h 80322"/>
                <a:gd name="connsiteX9" fmla="*/ 12752 w 105221"/>
                <a:gd name="connsiteY9" fmla="*/ 28324 h 80322"/>
                <a:gd name="connsiteX10" fmla="*/ 33588 w 105221"/>
                <a:gd name="connsiteY10" fmla="*/ 8530 h 80322"/>
                <a:gd name="connsiteX11" fmla="*/ 47131 w 105221"/>
                <a:gd name="connsiteY11" fmla="*/ 196 h 80322"/>
                <a:gd name="connsiteX12" fmla="*/ 49215 w 105221"/>
                <a:gd name="connsiteY12" fmla="*/ 1238 h 80322"/>
                <a:gd name="connsiteX13" fmla="*/ 41922 w 105221"/>
                <a:gd name="connsiteY13" fmla="*/ 9572 h 80322"/>
                <a:gd name="connsiteX14" fmla="*/ 26295 w 105221"/>
                <a:gd name="connsiteY14" fmla="*/ 26241 h 80322"/>
                <a:gd name="connsiteX15" fmla="*/ 16919 w 105221"/>
                <a:gd name="connsiteY15" fmla="*/ 46035 h 80322"/>
                <a:gd name="connsiteX16" fmla="*/ 73176 w 105221"/>
                <a:gd name="connsiteY16" fmla="*/ 46035 h 80322"/>
                <a:gd name="connsiteX17" fmla="*/ 89845 w 105221"/>
                <a:gd name="connsiteY17" fmla="*/ 51244 h 80322"/>
                <a:gd name="connsiteX18" fmla="*/ 94012 w 105221"/>
                <a:gd name="connsiteY18" fmla="*/ 64787 h 80322"/>
                <a:gd name="connsiteX19" fmla="*/ 87761 w 105221"/>
                <a:gd name="connsiteY19" fmla="*/ 76247 h 80322"/>
                <a:gd name="connsiteX20" fmla="*/ 76302 w 105221"/>
                <a:gd name="connsiteY20" fmla="*/ 80414 h 80322"/>
                <a:gd name="connsiteX21" fmla="*/ 66925 w 105221"/>
                <a:gd name="connsiteY21" fmla="*/ 79372 h 80322"/>
                <a:gd name="connsiteX22" fmla="*/ 58591 w 105221"/>
                <a:gd name="connsiteY22" fmla="*/ 72080 h 80322"/>
                <a:gd name="connsiteX23" fmla="*/ 56508 w 105221"/>
                <a:gd name="connsiteY23" fmla="*/ 59578 h 80322"/>
                <a:gd name="connsiteX24" fmla="*/ 58591 w 105221"/>
                <a:gd name="connsiteY24" fmla="*/ 46035 h 80322"/>
                <a:gd name="connsiteX25" fmla="*/ 69009 w 105221"/>
                <a:gd name="connsiteY25" fmla="*/ 28324 h 80322"/>
                <a:gd name="connsiteX26" fmla="*/ 89845 w 105221"/>
                <a:gd name="connsiteY26" fmla="*/ 8530 h 80322"/>
                <a:gd name="connsiteX27" fmla="*/ 103388 w 105221"/>
                <a:gd name="connsiteY27" fmla="*/ 196 h 80322"/>
                <a:gd name="connsiteX28" fmla="*/ 105472 w 105221"/>
                <a:gd name="connsiteY28" fmla="*/ 1238 h 80322"/>
                <a:gd name="connsiteX29" fmla="*/ 98179 w 105221"/>
                <a:gd name="connsiteY29" fmla="*/ 9572 h 80322"/>
                <a:gd name="connsiteX30" fmla="*/ 82552 w 105221"/>
                <a:gd name="connsiteY30" fmla="*/ 26241 h 80322"/>
                <a:gd name="connsiteX31" fmla="*/ 73176 w 105221"/>
                <a:gd name="connsiteY31" fmla="*/ 46035 h 80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5221" h="80322">
                  <a:moveTo>
                    <a:pt x="16919" y="46035"/>
                  </a:moveTo>
                  <a:cubicBezTo>
                    <a:pt x="25254" y="45340"/>
                    <a:pt x="30810" y="47077"/>
                    <a:pt x="33588" y="51244"/>
                  </a:cubicBezTo>
                  <a:cubicBezTo>
                    <a:pt x="37061" y="55411"/>
                    <a:pt x="38450" y="59925"/>
                    <a:pt x="37755" y="64787"/>
                  </a:cubicBezTo>
                  <a:cubicBezTo>
                    <a:pt x="37061" y="69649"/>
                    <a:pt x="34977" y="73469"/>
                    <a:pt x="31504" y="76247"/>
                  </a:cubicBezTo>
                  <a:cubicBezTo>
                    <a:pt x="28032" y="79025"/>
                    <a:pt x="24212" y="80414"/>
                    <a:pt x="20045" y="80414"/>
                  </a:cubicBezTo>
                  <a:cubicBezTo>
                    <a:pt x="17267" y="80414"/>
                    <a:pt x="14141" y="80067"/>
                    <a:pt x="10669" y="79372"/>
                  </a:cubicBezTo>
                  <a:cubicBezTo>
                    <a:pt x="7196" y="77983"/>
                    <a:pt x="4418" y="75552"/>
                    <a:pt x="2334" y="72080"/>
                  </a:cubicBezTo>
                  <a:cubicBezTo>
                    <a:pt x="945" y="67913"/>
                    <a:pt x="251" y="63745"/>
                    <a:pt x="251" y="59578"/>
                  </a:cubicBezTo>
                  <a:cubicBezTo>
                    <a:pt x="251" y="56106"/>
                    <a:pt x="945" y="51591"/>
                    <a:pt x="2334" y="46035"/>
                  </a:cubicBezTo>
                  <a:cubicBezTo>
                    <a:pt x="4418" y="40479"/>
                    <a:pt x="7890" y="34575"/>
                    <a:pt x="12752" y="28324"/>
                  </a:cubicBezTo>
                  <a:cubicBezTo>
                    <a:pt x="18308" y="21379"/>
                    <a:pt x="25254" y="14781"/>
                    <a:pt x="33588" y="8530"/>
                  </a:cubicBezTo>
                  <a:cubicBezTo>
                    <a:pt x="41922" y="2279"/>
                    <a:pt x="46437" y="-499"/>
                    <a:pt x="47131" y="196"/>
                  </a:cubicBezTo>
                  <a:cubicBezTo>
                    <a:pt x="48520" y="196"/>
                    <a:pt x="49215" y="543"/>
                    <a:pt x="49215" y="1238"/>
                  </a:cubicBezTo>
                  <a:cubicBezTo>
                    <a:pt x="49215" y="2627"/>
                    <a:pt x="46784" y="5405"/>
                    <a:pt x="41922" y="9572"/>
                  </a:cubicBezTo>
                  <a:cubicBezTo>
                    <a:pt x="34977" y="15823"/>
                    <a:pt x="29768" y="21379"/>
                    <a:pt x="26295" y="26241"/>
                  </a:cubicBezTo>
                  <a:cubicBezTo>
                    <a:pt x="22823" y="31102"/>
                    <a:pt x="19697" y="37700"/>
                    <a:pt x="16919" y="46035"/>
                  </a:cubicBezTo>
                  <a:close/>
                  <a:moveTo>
                    <a:pt x="73176" y="46035"/>
                  </a:moveTo>
                  <a:cubicBezTo>
                    <a:pt x="81511" y="45340"/>
                    <a:pt x="87067" y="47077"/>
                    <a:pt x="89845" y="51244"/>
                  </a:cubicBezTo>
                  <a:cubicBezTo>
                    <a:pt x="93318" y="55411"/>
                    <a:pt x="94707" y="59925"/>
                    <a:pt x="94012" y="64787"/>
                  </a:cubicBezTo>
                  <a:cubicBezTo>
                    <a:pt x="93318" y="69649"/>
                    <a:pt x="91234" y="73469"/>
                    <a:pt x="87761" y="76247"/>
                  </a:cubicBezTo>
                  <a:cubicBezTo>
                    <a:pt x="84289" y="79025"/>
                    <a:pt x="80469" y="80414"/>
                    <a:pt x="76302" y="80414"/>
                  </a:cubicBezTo>
                  <a:cubicBezTo>
                    <a:pt x="73524" y="80414"/>
                    <a:pt x="70398" y="80067"/>
                    <a:pt x="66925" y="79372"/>
                  </a:cubicBezTo>
                  <a:cubicBezTo>
                    <a:pt x="63453" y="77983"/>
                    <a:pt x="60675" y="75552"/>
                    <a:pt x="58591" y="72080"/>
                  </a:cubicBezTo>
                  <a:cubicBezTo>
                    <a:pt x="57202" y="67913"/>
                    <a:pt x="56508" y="63745"/>
                    <a:pt x="56508" y="59578"/>
                  </a:cubicBezTo>
                  <a:cubicBezTo>
                    <a:pt x="56508" y="56106"/>
                    <a:pt x="57202" y="51591"/>
                    <a:pt x="58591" y="46035"/>
                  </a:cubicBezTo>
                  <a:cubicBezTo>
                    <a:pt x="60675" y="40479"/>
                    <a:pt x="64147" y="34575"/>
                    <a:pt x="69009" y="28324"/>
                  </a:cubicBezTo>
                  <a:cubicBezTo>
                    <a:pt x="74565" y="21379"/>
                    <a:pt x="81511" y="14781"/>
                    <a:pt x="89845" y="8530"/>
                  </a:cubicBezTo>
                  <a:cubicBezTo>
                    <a:pt x="98179" y="2279"/>
                    <a:pt x="102694" y="-499"/>
                    <a:pt x="103388" y="196"/>
                  </a:cubicBezTo>
                  <a:cubicBezTo>
                    <a:pt x="104777" y="196"/>
                    <a:pt x="105472" y="543"/>
                    <a:pt x="105472" y="1238"/>
                  </a:cubicBezTo>
                  <a:cubicBezTo>
                    <a:pt x="105472" y="2627"/>
                    <a:pt x="103041" y="5405"/>
                    <a:pt x="98179" y="9572"/>
                  </a:cubicBezTo>
                  <a:cubicBezTo>
                    <a:pt x="91234" y="15823"/>
                    <a:pt x="86025" y="21379"/>
                    <a:pt x="82552" y="26241"/>
                  </a:cubicBezTo>
                  <a:cubicBezTo>
                    <a:pt x="79080" y="31102"/>
                    <a:pt x="75954" y="37700"/>
                    <a:pt x="73176" y="46035"/>
                  </a:cubicBez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6" name="任意多边形: 形状 55">
              <a:extLst>
                <a:ext uri="{FF2B5EF4-FFF2-40B4-BE49-F238E27FC236}">
                  <a16:creationId xmlns:a16="http://schemas.microsoft.com/office/drawing/2014/main" id="{780F1ACD-367A-4851-BC99-A9CEB67C5452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0617098" y="3381092"/>
              <a:ext cx="88010" cy="177622"/>
            </a:xfrm>
            <a:custGeom>
              <a:avLst/>
              <a:gdLst>
                <a:gd name="connsiteX0" fmla="*/ 54935 w 88010"/>
                <a:gd name="connsiteY0" fmla="*/ 7026 h 177622"/>
                <a:gd name="connsiteX1" fmla="*/ 48800 w 88010"/>
                <a:gd name="connsiteY1" fmla="*/ 92 h 177622"/>
                <a:gd name="connsiteX2" fmla="*/ 261 w 88010"/>
                <a:gd name="connsiteY2" fmla="*/ 17160 h 177622"/>
                <a:gd name="connsiteX3" fmla="*/ 261 w 88010"/>
                <a:gd name="connsiteY3" fmla="*/ 25428 h 177622"/>
                <a:gd name="connsiteX4" fmla="*/ 35199 w 88010"/>
                <a:gd name="connsiteY4" fmla="*/ 18494 h 177622"/>
                <a:gd name="connsiteX5" fmla="*/ 35199 w 88010"/>
                <a:gd name="connsiteY5" fmla="*/ 156644 h 177622"/>
                <a:gd name="connsiteX6" fmla="*/ 10396 w 88010"/>
                <a:gd name="connsiteY6" fmla="*/ 169446 h 177622"/>
                <a:gd name="connsiteX7" fmla="*/ 1861 w 88010"/>
                <a:gd name="connsiteY7" fmla="*/ 169446 h 177622"/>
                <a:gd name="connsiteX8" fmla="*/ 1861 w 88010"/>
                <a:gd name="connsiteY8" fmla="*/ 177714 h 177622"/>
                <a:gd name="connsiteX9" fmla="*/ 45067 w 88010"/>
                <a:gd name="connsiteY9" fmla="*/ 176914 h 177622"/>
                <a:gd name="connsiteX10" fmla="*/ 88272 w 88010"/>
                <a:gd name="connsiteY10" fmla="*/ 177714 h 177622"/>
                <a:gd name="connsiteX11" fmla="*/ 88272 w 88010"/>
                <a:gd name="connsiteY11" fmla="*/ 169446 h 177622"/>
                <a:gd name="connsiteX12" fmla="*/ 79738 w 88010"/>
                <a:gd name="connsiteY12" fmla="*/ 169446 h 177622"/>
                <a:gd name="connsiteX13" fmla="*/ 54935 w 88010"/>
                <a:gd name="connsiteY13" fmla="*/ 156644 h 177622"/>
                <a:gd name="connsiteX14" fmla="*/ 54935 w 88010"/>
                <a:gd name="connsiteY14" fmla="*/ 7026 h 177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8010" h="177622">
                  <a:moveTo>
                    <a:pt x="54935" y="7026"/>
                  </a:moveTo>
                  <a:cubicBezTo>
                    <a:pt x="54935" y="625"/>
                    <a:pt x="54935" y="92"/>
                    <a:pt x="48800" y="92"/>
                  </a:cubicBezTo>
                  <a:cubicBezTo>
                    <a:pt x="32265" y="17160"/>
                    <a:pt x="8795" y="17160"/>
                    <a:pt x="261" y="17160"/>
                  </a:cubicBezTo>
                  <a:lnTo>
                    <a:pt x="261" y="25428"/>
                  </a:lnTo>
                  <a:cubicBezTo>
                    <a:pt x="5595" y="25428"/>
                    <a:pt x="21330" y="25428"/>
                    <a:pt x="35199" y="18494"/>
                  </a:cubicBezTo>
                  <a:lnTo>
                    <a:pt x="35199" y="156644"/>
                  </a:lnTo>
                  <a:cubicBezTo>
                    <a:pt x="35199" y="166246"/>
                    <a:pt x="34399" y="169446"/>
                    <a:pt x="10396" y="169446"/>
                  </a:cubicBezTo>
                  <a:lnTo>
                    <a:pt x="1861" y="169446"/>
                  </a:lnTo>
                  <a:lnTo>
                    <a:pt x="1861" y="177714"/>
                  </a:lnTo>
                  <a:cubicBezTo>
                    <a:pt x="11196" y="176914"/>
                    <a:pt x="34399" y="176914"/>
                    <a:pt x="45067" y="176914"/>
                  </a:cubicBezTo>
                  <a:cubicBezTo>
                    <a:pt x="55735" y="176914"/>
                    <a:pt x="78937" y="176914"/>
                    <a:pt x="88272" y="177714"/>
                  </a:cubicBezTo>
                  <a:lnTo>
                    <a:pt x="88272" y="169446"/>
                  </a:lnTo>
                  <a:lnTo>
                    <a:pt x="79738" y="169446"/>
                  </a:lnTo>
                  <a:cubicBezTo>
                    <a:pt x="55735" y="169446"/>
                    <a:pt x="54935" y="166512"/>
                    <a:pt x="54935" y="156644"/>
                  </a:cubicBezTo>
                  <a:lnTo>
                    <a:pt x="54935" y="7026"/>
                  </a:ln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7" name="任意多边形: 形状 56">
              <a:extLst>
                <a:ext uri="{FF2B5EF4-FFF2-40B4-BE49-F238E27FC236}">
                  <a16:creationId xmlns:a16="http://schemas.microsoft.com/office/drawing/2014/main" id="{B1276D82-F093-4F16-9F7C-13784D8EA4D0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0763838" y="3357647"/>
              <a:ext cx="100391" cy="78238"/>
            </a:xfrm>
            <a:custGeom>
              <a:avLst/>
              <a:gdLst>
                <a:gd name="connsiteX0" fmla="*/ 30857 w 100391"/>
                <a:gd name="connsiteY0" fmla="*/ 34471 h 78238"/>
                <a:gd name="connsiteX1" fmla="*/ 15230 w 100391"/>
                <a:gd name="connsiteY1" fmla="*/ 29262 h 78238"/>
                <a:gd name="connsiteX2" fmla="*/ 11063 w 100391"/>
                <a:gd name="connsiteY2" fmla="*/ 15719 h 78238"/>
                <a:gd name="connsiteX3" fmla="*/ 16272 w 100391"/>
                <a:gd name="connsiteY3" fmla="*/ 4259 h 78238"/>
                <a:gd name="connsiteX4" fmla="*/ 26690 w 100391"/>
                <a:gd name="connsiteY4" fmla="*/ 92 h 78238"/>
                <a:gd name="connsiteX5" fmla="*/ 36066 w 100391"/>
                <a:gd name="connsiteY5" fmla="*/ 2175 h 78238"/>
                <a:gd name="connsiteX6" fmla="*/ 44401 w 100391"/>
                <a:gd name="connsiteY6" fmla="*/ 9468 h 78238"/>
                <a:gd name="connsiteX7" fmla="*/ 46484 w 100391"/>
                <a:gd name="connsiteY7" fmla="*/ 19886 h 78238"/>
                <a:gd name="connsiteX8" fmla="*/ 43359 w 100391"/>
                <a:gd name="connsiteY8" fmla="*/ 33429 h 78238"/>
                <a:gd name="connsiteX9" fmla="*/ 33983 w 100391"/>
                <a:gd name="connsiteY9" fmla="*/ 50098 h 78238"/>
                <a:gd name="connsiteX10" fmla="*/ 14189 w 100391"/>
                <a:gd name="connsiteY10" fmla="*/ 69892 h 78238"/>
                <a:gd name="connsiteX11" fmla="*/ 645 w 100391"/>
                <a:gd name="connsiteY11" fmla="*/ 78226 h 78238"/>
                <a:gd name="connsiteX12" fmla="*/ 7938 w 100391"/>
                <a:gd name="connsiteY12" fmla="*/ 67808 h 78238"/>
                <a:gd name="connsiteX13" fmla="*/ 21481 w 100391"/>
                <a:gd name="connsiteY13" fmla="*/ 52181 h 78238"/>
                <a:gd name="connsiteX14" fmla="*/ 30857 w 100391"/>
                <a:gd name="connsiteY14" fmla="*/ 34471 h 78238"/>
                <a:gd name="connsiteX15" fmla="*/ 85031 w 100391"/>
                <a:gd name="connsiteY15" fmla="*/ 34471 h 78238"/>
                <a:gd name="connsiteX16" fmla="*/ 69404 w 100391"/>
                <a:gd name="connsiteY16" fmla="*/ 29262 h 78238"/>
                <a:gd name="connsiteX17" fmla="*/ 65236 w 100391"/>
                <a:gd name="connsiteY17" fmla="*/ 15719 h 78238"/>
                <a:gd name="connsiteX18" fmla="*/ 70445 w 100391"/>
                <a:gd name="connsiteY18" fmla="*/ 4259 h 78238"/>
                <a:gd name="connsiteX19" fmla="*/ 80863 w 100391"/>
                <a:gd name="connsiteY19" fmla="*/ 92 h 78238"/>
                <a:gd name="connsiteX20" fmla="*/ 90240 w 100391"/>
                <a:gd name="connsiteY20" fmla="*/ 2175 h 78238"/>
                <a:gd name="connsiteX21" fmla="*/ 98574 w 100391"/>
                <a:gd name="connsiteY21" fmla="*/ 9468 h 78238"/>
                <a:gd name="connsiteX22" fmla="*/ 100658 w 100391"/>
                <a:gd name="connsiteY22" fmla="*/ 19886 h 78238"/>
                <a:gd name="connsiteX23" fmla="*/ 97532 w 100391"/>
                <a:gd name="connsiteY23" fmla="*/ 33429 h 78238"/>
                <a:gd name="connsiteX24" fmla="*/ 88156 w 100391"/>
                <a:gd name="connsiteY24" fmla="*/ 50098 h 78238"/>
                <a:gd name="connsiteX25" fmla="*/ 68362 w 100391"/>
                <a:gd name="connsiteY25" fmla="*/ 69892 h 78238"/>
                <a:gd name="connsiteX26" fmla="*/ 54819 w 100391"/>
                <a:gd name="connsiteY26" fmla="*/ 78226 h 78238"/>
                <a:gd name="connsiteX27" fmla="*/ 62111 w 100391"/>
                <a:gd name="connsiteY27" fmla="*/ 67808 h 78238"/>
                <a:gd name="connsiteX28" fmla="*/ 75654 w 100391"/>
                <a:gd name="connsiteY28" fmla="*/ 52181 h 78238"/>
                <a:gd name="connsiteX29" fmla="*/ 85031 w 100391"/>
                <a:gd name="connsiteY29" fmla="*/ 34471 h 78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391" h="78238">
                  <a:moveTo>
                    <a:pt x="30857" y="34471"/>
                  </a:moveTo>
                  <a:cubicBezTo>
                    <a:pt x="23217" y="34471"/>
                    <a:pt x="18008" y="32735"/>
                    <a:pt x="15230" y="29262"/>
                  </a:cubicBezTo>
                  <a:cubicBezTo>
                    <a:pt x="12452" y="25095"/>
                    <a:pt x="11063" y="20580"/>
                    <a:pt x="11063" y="15719"/>
                  </a:cubicBezTo>
                  <a:cubicBezTo>
                    <a:pt x="11758" y="10162"/>
                    <a:pt x="13494" y="6342"/>
                    <a:pt x="16272" y="4259"/>
                  </a:cubicBezTo>
                  <a:cubicBezTo>
                    <a:pt x="19745" y="1481"/>
                    <a:pt x="23217" y="92"/>
                    <a:pt x="26690" y="92"/>
                  </a:cubicBezTo>
                  <a:cubicBezTo>
                    <a:pt x="29468" y="92"/>
                    <a:pt x="32594" y="786"/>
                    <a:pt x="36066" y="2175"/>
                  </a:cubicBezTo>
                  <a:cubicBezTo>
                    <a:pt x="40233" y="2870"/>
                    <a:pt x="43012" y="5301"/>
                    <a:pt x="44401" y="9468"/>
                  </a:cubicBezTo>
                  <a:cubicBezTo>
                    <a:pt x="45790" y="12940"/>
                    <a:pt x="46484" y="16413"/>
                    <a:pt x="46484" y="19886"/>
                  </a:cubicBezTo>
                  <a:cubicBezTo>
                    <a:pt x="46484" y="24053"/>
                    <a:pt x="45442" y="28567"/>
                    <a:pt x="43359" y="33429"/>
                  </a:cubicBezTo>
                  <a:cubicBezTo>
                    <a:pt x="41970" y="38291"/>
                    <a:pt x="38844" y="43847"/>
                    <a:pt x="33983" y="50098"/>
                  </a:cubicBezTo>
                  <a:cubicBezTo>
                    <a:pt x="29121" y="56349"/>
                    <a:pt x="22523" y="62947"/>
                    <a:pt x="14189" y="69892"/>
                  </a:cubicBezTo>
                  <a:cubicBezTo>
                    <a:pt x="6549" y="76143"/>
                    <a:pt x="2034" y="78921"/>
                    <a:pt x="645" y="78226"/>
                  </a:cubicBezTo>
                  <a:cubicBezTo>
                    <a:pt x="-744" y="77532"/>
                    <a:pt x="1687" y="74059"/>
                    <a:pt x="7938" y="67808"/>
                  </a:cubicBezTo>
                  <a:cubicBezTo>
                    <a:pt x="14189" y="61558"/>
                    <a:pt x="18703" y="56349"/>
                    <a:pt x="21481" y="52181"/>
                  </a:cubicBezTo>
                  <a:cubicBezTo>
                    <a:pt x="24259" y="47320"/>
                    <a:pt x="27385" y="41416"/>
                    <a:pt x="30857" y="34471"/>
                  </a:cubicBezTo>
                  <a:close/>
                  <a:moveTo>
                    <a:pt x="85031" y="34471"/>
                  </a:moveTo>
                  <a:cubicBezTo>
                    <a:pt x="77391" y="34471"/>
                    <a:pt x="72182" y="32735"/>
                    <a:pt x="69404" y="29262"/>
                  </a:cubicBezTo>
                  <a:cubicBezTo>
                    <a:pt x="66626" y="25095"/>
                    <a:pt x="65236" y="20580"/>
                    <a:pt x="65236" y="15719"/>
                  </a:cubicBezTo>
                  <a:cubicBezTo>
                    <a:pt x="65931" y="10162"/>
                    <a:pt x="67667" y="6342"/>
                    <a:pt x="70445" y="4259"/>
                  </a:cubicBezTo>
                  <a:cubicBezTo>
                    <a:pt x="73918" y="1481"/>
                    <a:pt x="77391" y="92"/>
                    <a:pt x="80863" y="92"/>
                  </a:cubicBezTo>
                  <a:cubicBezTo>
                    <a:pt x="83642" y="92"/>
                    <a:pt x="86767" y="786"/>
                    <a:pt x="90240" y="2175"/>
                  </a:cubicBezTo>
                  <a:cubicBezTo>
                    <a:pt x="94407" y="2870"/>
                    <a:pt x="97185" y="5301"/>
                    <a:pt x="98574" y="9468"/>
                  </a:cubicBezTo>
                  <a:cubicBezTo>
                    <a:pt x="99963" y="12940"/>
                    <a:pt x="100658" y="16413"/>
                    <a:pt x="100658" y="19886"/>
                  </a:cubicBezTo>
                  <a:cubicBezTo>
                    <a:pt x="100658" y="24053"/>
                    <a:pt x="99616" y="28567"/>
                    <a:pt x="97532" y="33429"/>
                  </a:cubicBezTo>
                  <a:cubicBezTo>
                    <a:pt x="96143" y="38291"/>
                    <a:pt x="93018" y="43847"/>
                    <a:pt x="88156" y="50098"/>
                  </a:cubicBezTo>
                  <a:cubicBezTo>
                    <a:pt x="83294" y="56349"/>
                    <a:pt x="76696" y="62947"/>
                    <a:pt x="68362" y="69892"/>
                  </a:cubicBezTo>
                  <a:cubicBezTo>
                    <a:pt x="60722" y="76143"/>
                    <a:pt x="56208" y="78921"/>
                    <a:pt x="54819" y="78226"/>
                  </a:cubicBezTo>
                  <a:cubicBezTo>
                    <a:pt x="53429" y="77532"/>
                    <a:pt x="55860" y="74059"/>
                    <a:pt x="62111" y="67808"/>
                  </a:cubicBezTo>
                  <a:cubicBezTo>
                    <a:pt x="68362" y="61558"/>
                    <a:pt x="72876" y="56349"/>
                    <a:pt x="75654" y="52181"/>
                  </a:cubicBezTo>
                  <a:cubicBezTo>
                    <a:pt x="78433" y="47320"/>
                    <a:pt x="81558" y="41416"/>
                    <a:pt x="85031" y="34471"/>
                  </a:cubicBez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10" name="任意多边形: 形状 209">
              <a:extLst>
                <a:ext uri="{FF2B5EF4-FFF2-40B4-BE49-F238E27FC236}">
                  <a16:creationId xmlns:a16="http://schemas.microsoft.com/office/drawing/2014/main" id="{2E89AB1F-03B5-4464-A6F6-75551EBABBD7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1016332" y="3340979"/>
              <a:ext cx="228153" cy="241696"/>
            </a:xfrm>
            <a:custGeom>
              <a:avLst/>
              <a:gdLst>
                <a:gd name="connsiteX0" fmla="*/ 164881 w 228153"/>
                <a:gd name="connsiteY0" fmla="*/ 67808 h 241696"/>
                <a:gd name="connsiteX1" fmla="*/ 163839 w 228153"/>
                <a:gd name="connsiteY1" fmla="*/ 92 h 241696"/>
                <a:gd name="connsiteX2" fmla="*/ 189884 w 228153"/>
                <a:gd name="connsiteY2" fmla="*/ 13635 h 241696"/>
                <a:gd name="connsiteX3" fmla="*/ 179466 w 228153"/>
                <a:gd name="connsiteY3" fmla="*/ 20928 h 241696"/>
                <a:gd name="connsiteX4" fmla="*/ 179466 w 228153"/>
                <a:gd name="connsiteY4" fmla="*/ 67808 h 241696"/>
                <a:gd name="connsiteX5" fmla="*/ 195093 w 228153"/>
                <a:gd name="connsiteY5" fmla="*/ 67808 h 241696"/>
                <a:gd name="connsiteX6" fmla="*/ 208636 w 228153"/>
                <a:gd name="connsiteY6" fmla="*/ 54265 h 241696"/>
                <a:gd name="connsiteX7" fmla="*/ 228430 w 228153"/>
                <a:gd name="connsiteY7" fmla="*/ 74059 h 241696"/>
                <a:gd name="connsiteX8" fmla="*/ 179466 w 228153"/>
                <a:gd name="connsiteY8" fmla="*/ 74059 h 241696"/>
                <a:gd name="connsiteX9" fmla="*/ 179466 w 228153"/>
                <a:gd name="connsiteY9" fmla="*/ 213660 h 241696"/>
                <a:gd name="connsiteX10" fmla="*/ 156546 w 228153"/>
                <a:gd name="connsiteY10" fmla="*/ 241788 h 241696"/>
                <a:gd name="connsiteX11" fmla="*/ 122167 w 228153"/>
                <a:gd name="connsiteY11" fmla="*/ 218869 h 241696"/>
                <a:gd name="connsiteX12" fmla="*/ 122167 w 228153"/>
                <a:gd name="connsiteY12" fmla="*/ 213660 h 241696"/>
                <a:gd name="connsiteX13" fmla="*/ 157588 w 228153"/>
                <a:gd name="connsiteY13" fmla="*/ 216785 h 241696"/>
                <a:gd name="connsiteX14" fmla="*/ 164881 w 228153"/>
                <a:gd name="connsiteY14" fmla="*/ 204284 h 241696"/>
                <a:gd name="connsiteX15" fmla="*/ 164881 w 228153"/>
                <a:gd name="connsiteY15" fmla="*/ 74059 h 241696"/>
                <a:gd name="connsiteX16" fmla="*/ 110707 w 228153"/>
                <a:gd name="connsiteY16" fmla="*/ 74059 h 241696"/>
                <a:gd name="connsiteX17" fmla="*/ 85704 w 228153"/>
                <a:gd name="connsiteY17" fmla="*/ 77185 h 241696"/>
                <a:gd name="connsiteX18" fmla="*/ 76328 w 228153"/>
                <a:gd name="connsiteY18" fmla="*/ 67808 h 241696"/>
                <a:gd name="connsiteX19" fmla="*/ 164881 w 228153"/>
                <a:gd name="connsiteY19" fmla="*/ 67808 h 241696"/>
                <a:gd name="connsiteX20" fmla="*/ 97164 w 228153"/>
                <a:gd name="connsiteY20" fmla="*/ 100104 h 241696"/>
                <a:gd name="connsiteX21" fmla="*/ 128418 w 228153"/>
                <a:gd name="connsiteY21" fmla="*/ 126149 h 241696"/>
                <a:gd name="connsiteX22" fmla="*/ 133627 w 228153"/>
                <a:gd name="connsiteY22" fmla="*/ 137609 h 241696"/>
                <a:gd name="connsiteX23" fmla="*/ 128418 w 228153"/>
                <a:gd name="connsiteY23" fmla="*/ 150110 h 241696"/>
                <a:gd name="connsiteX24" fmla="*/ 122167 w 228153"/>
                <a:gd name="connsiteY24" fmla="*/ 156361 h 241696"/>
                <a:gd name="connsiteX25" fmla="*/ 115916 w 228153"/>
                <a:gd name="connsiteY25" fmla="*/ 143859 h 241696"/>
                <a:gd name="connsiteX26" fmla="*/ 94038 w 228153"/>
                <a:gd name="connsiteY26" fmla="*/ 103229 h 241696"/>
                <a:gd name="connsiteX27" fmla="*/ 97164 w 228153"/>
                <a:gd name="connsiteY27" fmla="*/ 100104 h 241696"/>
                <a:gd name="connsiteX28" fmla="*/ 15904 w 228153"/>
                <a:gd name="connsiteY28" fmla="*/ 44889 h 241696"/>
                <a:gd name="connsiteX29" fmla="*/ 15904 w 228153"/>
                <a:gd name="connsiteY29" fmla="*/ 107397 h 241696"/>
                <a:gd name="connsiteX30" fmla="*/ 58617 w 228153"/>
                <a:gd name="connsiteY30" fmla="*/ 107397 h 241696"/>
                <a:gd name="connsiteX31" fmla="*/ 58617 w 228153"/>
                <a:gd name="connsiteY31" fmla="*/ 44889 h 241696"/>
                <a:gd name="connsiteX32" fmla="*/ 15904 w 228153"/>
                <a:gd name="connsiteY32" fmla="*/ 44889 h 241696"/>
                <a:gd name="connsiteX33" fmla="*/ 15904 w 228153"/>
                <a:gd name="connsiteY33" fmla="*/ 113647 h 241696"/>
                <a:gd name="connsiteX34" fmla="*/ 15904 w 228153"/>
                <a:gd name="connsiteY34" fmla="*/ 180322 h 241696"/>
                <a:gd name="connsiteX35" fmla="*/ 58617 w 228153"/>
                <a:gd name="connsiteY35" fmla="*/ 180322 h 241696"/>
                <a:gd name="connsiteX36" fmla="*/ 58617 w 228153"/>
                <a:gd name="connsiteY36" fmla="*/ 113647 h 241696"/>
                <a:gd name="connsiteX37" fmla="*/ 15904 w 228153"/>
                <a:gd name="connsiteY37" fmla="*/ 113647 h 241696"/>
                <a:gd name="connsiteX38" fmla="*/ 73203 w 228153"/>
                <a:gd name="connsiteY38" fmla="*/ 134483 h 241696"/>
                <a:gd name="connsiteX39" fmla="*/ 74244 w 228153"/>
                <a:gd name="connsiteY39" fmla="*/ 199075 h 241696"/>
                <a:gd name="connsiteX40" fmla="*/ 58617 w 228153"/>
                <a:gd name="connsiteY40" fmla="*/ 207409 h 241696"/>
                <a:gd name="connsiteX41" fmla="*/ 58617 w 228153"/>
                <a:gd name="connsiteY41" fmla="*/ 186573 h 241696"/>
                <a:gd name="connsiteX42" fmla="*/ 15904 w 228153"/>
                <a:gd name="connsiteY42" fmla="*/ 186573 h 241696"/>
                <a:gd name="connsiteX43" fmla="*/ 15904 w 228153"/>
                <a:gd name="connsiteY43" fmla="*/ 208451 h 241696"/>
                <a:gd name="connsiteX44" fmla="*/ 277 w 228153"/>
                <a:gd name="connsiteY44" fmla="*/ 216785 h 241696"/>
                <a:gd name="connsiteX45" fmla="*/ 1319 w 228153"/>
                <a:gd name="connsiteY45" fmla="*/ 116773 h 241696"/>
                <a:gd name="connsiteX46" fmla="*/ 277 w 228153"/>
                <a:gd name="connsiteY46" fmla="*/ 30304 h 241696"/>
                <a:gd name="connsiteX47" fmla="*/ 16946 w 228153"/>
                <a:gd name="connsiteY47" fmla="*/ 38638 h 241696"/>
                <a:gd name="connsiteX48" fmla="*/ 56534 w 228153"/>
                <a:gd name="connsiteY48" fmla="*/ 38638 h 241696"/>
                <a:gd name="connsiteX49" fmla="*/ 64868 w 228153"/>
                <a:gd name="connsiteY49" fmla="*/ 28220 h 241696"/>
                <a:gd name="connsiteX50" fmla="*/ 81537 w 228153"/>
                <a:gd name="connsiteY50" fmla="*/ 41763 h 241696"/>
                <a:gd name="connsiteX51" fmla="*/ 73203 w 228153"/>
                <a:gd name="connsiteY51" fmla="*/ 49056 h 241696"/>
                <a:gd name="connsiteX52" fmla="*/ 73203 w 228153"/>
                <a:gd name="connsiteY52" fmla="*/ 134483 h 241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28153" h="241696">
                  <a:moveTo>
                    <a:pt x="164881" y="67808"/>
                  </a:moveTo>
                  <a:cubicBezTo>
                    <a:pt x="164881" y="40722"/>
                    <a:pt x="164533" y="18149"/>
                    <a:pt x="163839" y="92"/>
                  </a:cubicBezTo>
                  <a:lnTo>
                    <a:pt x="189884" y="13635"/>
                  </a:lnTo>
                  <a:lnTo>
                    <a:pt x="179466" y="20928"/>
                  </a:lnTo>
                  <a:lnTo>
                    <a:pt x="179466" y="67808"/>
                  </a:lnTo>
                  <a:lnTo>
                    <a:pt x="195093" y="67808"/>
                  </a:lnTo>
                  <a:lnTo>
                    <a:pt x="208636" y="54265"/>
                  </a:lnTo>
                  <a:lnTo>
                    <a:pt x="228430" y="74059"/>
                  </a:lnTo>
                  <a:lnTo>
                    <a:pt x="179466" y="74059"/>
                  </a:lnTo>
                  <a:lnTo>
                    <a:pt x="179466" y="213660"/>
                  </a:lnTo>
                  <a:cubicBezTo>
                    <a:pt x="179466" y="226856"/>
                    <a:pt x="171826" y="236232"/>
                    <a:pt x="156546" y="241788"/>
                  </a:cubicBezTo>
                  <a:cubicBezTo>
                    <a:pt x="155852" y="231370"/>
                    <a:pt x="144392" y="223731"/>
                    <a:pt x="122167" y="218869"/>
                  </a:cubicBezTo>
                  <a:lnTo>
                    <a:pt x="122167" y="213660"/>
                  </a:lnTo>
                  <a:cubicBezTo>
                    <a:pt x="140919" y="216438"/>
                    <a:pt x="152726" y="217480"/>
                    <a:pt x="157588" y="216785"/>
                  </a:cubicBezTo>
                  <a:cubicBezTo>
                    <a:pt x="162450" y="216091"/>
                    <a:pt x="164881" y="211923"/>
                    <a:pt x="164881" y="204284"/>
                  </a:cubicBezTo>
                  <a:lnTo>
                    <a:pt x="164881" y="74059"/>
                  </a:lnTo>
                  <a:lnTo>
                    <a:pt x="110707" y="74059"/>
                  </a:lnTo>
                  <a:cubicBezTo>
                    <a:pt x="101678" y="74059"/>
                    <a:pt x="93344" y="75101"/>
                    <a:pt x="85704" y="77185"/>
                  </a:cubicBezTo>
                  <a:lnTo>
                    <a:pt x="76328" y="67808"/>
                  </a:lnTo>
                  <a:lnTo>
                    <a:pt x="164881" y="67808"/>
                  </a:lnTo>
                  <a:close/>
                  <a:moveTo>
                    <a:pt x="97164" y="100104"/>
                  </a:moveTo>
                  <a:cubicBezTo>
                    <a:pt x="115222" y="112606"/>
                    <a:pt x="125640" y="121287"/>
                    <a:pt x="128418" y="126149"/>
                  </a:cubicBezTo>
                  <a:cubicBezTo>
                    <a:pt x="131890" y="131011"/>
                    <a:pt x="133627" y="134831"/>
                    <a:pt x="133627" y="137609"/>
                  </a:cubicBezTo>
                  <a:cubicBezTo>
                    <a:pt x="133627" y="141081"/>
                    <a:pt x="131890" y="145249"/>
                    <a:pt x="128418" y="150110"/>
                  </a:cubicBezTo>
                  <a:cubicBezTo>
                    <a:pt x="125640" y="154277"/>
                    <a:pt x="123556" y="156361"/>
                    <a:pt x="122167" y="156361"/>
                  </a:cubicBezTo>
                  <a:cubicBezTo>
                    <a:pt x="120083" y="156361"/>
                    <a:pt x="118000" y="152194"/>
                    <a:pt x="115916" y="143859"/>
                  </a:cubicBezTo>
                  <a:cubicBezTo>
                    <a:pt x="112443" y="131358"/>
                    <a:pt x="105151" y="117815"/>
                    <a:pt x="94038" y="103229"/>
                  </a:cubicBezTo>
                  <a:lnTo>
                    <a:pt x="97164" y="100104"/>
                  </a:lnTo>
                  <a:close/>
                  <a:moveTo>
                    <a:pt x="15904" y="44889"/>
                  </a:moveTo>
                  <a:lnTo>
                    <a:pt x="15904" y="107397"/>
                  </a:lnTo>
                  <a:lnTo>
                    <a:pt x="58617" y="107397"/>
                  </a:lnTo>
                  <a:lnTo>
                    <a:pt x="58617" y="44889"/>
                  </a:lnTo>
                  <a:lnTo>
                    <a:pt x="15904" y="44889"/>
                  </a:lnTo>
                  <a:close/>
                  <a:moveTo>
                    <a:pt x="15904" y="113647"/>
                  </a:moveTo>
                  <a:lnTo>
                    <a:pt x="15904" y="180322"/>
                  </a:lnTo>
                  <a:lnTo>
                    <a:pt x="58617" y="180322"/>
                  </a:lnTo>
                  <a:lnTo>
                    <a:pt x="58617" y="113647"/>
                  </a:lnTo>
                  <a:lnTo>
                    <a:pt x="15904" y="113647"/>
                  </a:lnTo>
                  <a:close/>
                  <a:moveTo>
                    <a:pt x="73203" y="134483"/>
                  </a:moveTo>
                  <a:cubicBezTo>
                    <a:pt x="73203" y="167821"/>
                    <a:pt x="73550" y="189351"/>
                    <a:pt x="74244" y="199075"/>
                  </a:cubicBezTo>
                  <a:lnTo>
                    <a:pt x="58617" y="207409"/>
                  </a:lnTo>
                  <a:lnTo>
                    <a:pt x="58617" y="186573"/>
                  </a:lnTo>
                  <a:lnTo>
                    <a:pt x="15904" y="186573"/>
                  </a:lnTo>
                  <a:lnTo>
                    <a:pt x="15904" y="208451"/>
                  </a:lnTo>
                  <a:lnTo>
                    <a:pt x="277" y="216785"/>
                  </a:lnTo>
                  <a:cubicBezTo>
                    <a:pt x="971" y="194560"/>
                    <a:pt x="1319" y="161223"/>
                    <a:pt x="1319" y="116773"/>
                  </a:cubicBezTo>
                  <a:cubicBezTo>
                    <a:pt x="1319" y="72323"/>
                    <a:pt x="971" y="43500"/>
                    <a:pt x="277" y="30304"/>
                  </a:cubicBezTo>
                  <a:lnTo>
                    <a:pt x="16946" y="38638"/>
                  </a:lnTo>
                  <a:lnTo>
                    <a:pt x="56534" y="38638"/>
                  </a:lnTo>
                  <a:lnTo>
                    <a:pt x="64868" y="28220"/>
                  </a:lnTo>
                  <a:lnTo>
                    <a:pt x="81537" y="41763"/>
                  </a:lnTo>
                  <a:lnTo>
                    <a:pt x="73203" y="49056"/>
                  </a:lnTo>
                  <a:lnTo>
                    <a:pt x="73203" y="134483"/>
                  </a:lnTo>
                  <a:close/>
                </a:path>
              </a:pathLst>
            </a:custGeom>
            <a:solidFill>
              <a:srgbClr val="000000"/>
            </a:solidFill>
            <a:ln w="2557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289" name="组合 288">
            <a:extLst>
              <a:ext uri="{FF2B5EF4-FFF2-40B4-BE49-F238E27FC236}">
                <a16:creationId xmlns:a16="http://schemas.microsoft.com/office/drawing/2014/main" id="{7D26CBDF-D217-4E20-B163-82FC95228FBE}"/>
              </a:ext>
            </a:extLst>
          </p:cNvPr>
          <p:cNvGrpSpPr/>
          <p:nvPr/>
        </p:nvGrpSpPr>
        <p:grpSpPr>
          <a:xfrm flipV="1">
            <a:off x="2597615" y="4222873"/>
            <a:ext cx="1146942" cy="902525"/>
            <a:chOff x="2537341" y="5307775"/>
            <a:chExt cx="612687" cy="1278890"/>
          </a:xfrm>
        </p:grpSpPr>
        <p:pic>
          <p:nvPicPr>
            <p:cNvPr id="290" name="图片 289">
              <a:extLst>
                <a:ext uri="{FF2B5EF4-FFF2-40B4-BE49-F238E27FC236}">
                  <a16:creationId xmlns:a16="http://schemas.microsoft.com/office/drawing/2014/main" id="{017FE228-B537-4BC6-A34A-8741F4131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2537341" y="5307775"/>
              <a:ext cx="323850" cy="654050"/>
            </a:xfrm>
            <a:prstGeom prst="rect">
              <a:avLst/>
            </a:prstGeom>
          </p:spPr>
        </p:pic>
        <p:pic>
          <p:nvPicPr>
            <p:cNvPr id="291" name="图片 290">
              <a:extLst>
                <a:ext uri="{FF2B5EF4-FFF2-40B4-BE49-F238E27FC236}">
                  <a16:creationId xmlns:a16="http://schemas.microsoft.com/office/drawing/2014/main" id="{BFEEF8AF-5803-4FD3-9A43-E5D1FE9DB0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 flipV="1">
              <a:off x="2826178" y="5932615"/>
              <a:ext cx="323850" cy="654050"/>
            </a:xfrm>
            <a:prstGeom prst="rect">
              <a:avLst/>
            </a:prstGeom>
          </p:spPr>
        </p:pic>
      </p:grpSp>
      <p:grpSp>
        <p:nvGrpSpPr>
          <p:cNvPr id="292" name="组合 291">
            <a:extLst>
              <a:ext uri="{FF2B5EF4-FFF2-40B4-BE49-F238E27FC236}">
                <a16:creationId xmlns:a16="http://schemas.microsoft.com/office/drawing/2014/main" id="{D52B0D61-DA2F-421B-B7A8-8EA86862C652}"/>
              </a:ext>
            </a:extLst>
          </p:cNvPr>
          <p:cNvGrpSpPr/>
          <p:nvPr/>
        </p:nvGrpSpPr>
        <p:grpSpPr>
          <a:xfrm flipV="1">
            <a:off x="3683187" y="4198750"/>
            <a:ext cx="1146942" cy="902525"/>
            <a:chOff x="2537341" y="5307775"/>
            <a:chExt cx="612687" cy="1278890"/>
          </a:xfrm>
        </p:grpSpPr>
        <p:pic>
          <p:nvPicPr>
            <p:cNvPr id="293" name="图片 292">
              <a:extLst>
                <a:ext uri="{FF2B5EF4-FFF2-40B4-BE49-F238E27FC236}">
                  <a16:creationId xmlns:a16="http://schemas.microsoft.com/office/drawing/2014/main" id="{A849E35D-649E-4BBA-90A6-D9D5077328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2537341" y="5307775"/>
              <a:ext cx="323850" cy="654050"/>
            </a:xfrm>
            <a:prstGeom prst="rect">
              <a:avLst/>
            </a:prstGeom>
          </p:spPr>
        </p:pic>
        <p:pic>
          <p:nvPicPr>
            <p:cNvPr id="294" name="图片 293">
              <a:extLst>
                <a:ext uri="{FF2B5EF4-FFF2-40B4-BE49-F238E27FC236}">
                  <a16:creationId xmlns:a16="http://schemas.microsoft.com/office/drawing/2014/main" id="{A24E631C-05E2-4BEB-BB50-9C04A947F0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 flipV="1">
              <a:off x="2826178" y="5932615"/>
              <a:ext cx="323850" cy="654050"/>
            </a:xfrm>
            <a:prstGeom prst="rect">
              <a:avLst/>
            </a:prstGeom>
          </p:spPr>
        </p:pic>
      </p:grpSp>
      <p:pic>
        <p:nvPicPr>
          <p:cNvPr id="61" name="图片 60">
            <a:extLst>
              <a:ext uri="{FF2B5EF4-FFF2-40B4-BE49-F238E27FC236}">
                <a16:creationId xmlns:a16="http://schemas.microsoft.com/office/drawing/2014/main" id="{85B7E2D3-78DD-4CF4-BB06-FB546D3617B8}"/>
              </a:ext>
            </a:extLst>
          </p:cNvPr>
          <p:cNvPicPr>
            <a:picLocks noChangeAspect="1"/>
          </p:cNvPicPr>
          <p:nvPr/>
        </p:nvPicPr>
        <p:blipFill rotWithShape="1"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534"/>
          <a:stretch/>
        </p:blipFill>
        <p:spPr>
          <a:xfrm>
            <a:off x="194553" y="1304822"/>
            <a:ext cx="5835869" cy="108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968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  <p:bldP spid="98" grpId="0"/>
      <p:bldP spid="99" grpId="0"/>
      <p:bldP spid="100" grpId="0"/>
      <p:bldP spid="13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37946C7-C76E-4207-8469-A109577A8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49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E03AB4B-65DE-481A-AEDA-B9DE1DD5955B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6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Microsoft Yahei" panose="020B0503020204020204" pitchFamily="34" charset="-122"/>
                  </a:rPr>
                  <a:t>若信源信息采用</a:t>
                </a:r>
                <a14:m>
                  <m:oMath xmlns:m="http://schemas.openxmlformats.org/officeDocument/2006/math">
                    <m:r>
                      <a:rPr lang="en-US" altLang="zh-CN" sz="2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𝟎</m:t>
                    </m:r>
                    <m:r>
                      <a:rPr lang="en-US" altLang="zh-CN" sz="2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→</m:t>
                    </m:r>
                    <m:r>
                      <a:rPr lang="en-US" altLang="zh-CN" sz="2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26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Microsoft Yahei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𝟏</m:t>
                    </m:r>
                    <m:r>
                      <a:rPr lang="en-US" altLang="zh-CN" sz="26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→</m:t>
                    </m:r>
                    <m:func>
                      <m:funcPr>
                        <m:ctrlPr>
                          <a:rPr lang="en-US" altLang="zh-CN" sz="26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funcPr>
                      <m:fName>
                        <m:r>
                          <a:rPr lang="en-US" altLang="zh-CN" sz="2600" b="1" i="0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𝐜𝐨𝐬</m:t>
                        </m:r>
                      </m:fName>
                      <m:e>
                        <m:r>
                          <a:rPr lang="en-US" altLang="zh-CN" sz="26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𝝎</m:t>
                        </m:r>
                        <m:r>
                          <a:rPr lang="en-US" altLang="zh-CN" sz="26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𝒕</m:t>
                        </m:r>
                      </m:e>
                    </m:func>
                  </m:oMath>
                </a14:m>
                <a:r>
                  <a:rPr lang="zh-CN" altLang="en-US" sz="26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Microsoft Yahei" panose="020B0503020204020204" pitchFamily="34" charset="-122"/>
                  </a:rPr>
                  <a:t>的调制策略，则这种调制策略叫做</a:t>
                </a:r>
                <a:r>
                  <a:rPr lang="en-US" altLang="zh-CN" sz="26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Microsoft Yahei" panose="020B0503020204020204" pitchFamily="34" charset="-122"/>
                  </a:rPr>
                  <a:t>__________</a:t>
                </a:r>
                <a:r>
                  <a:rPr lang="zh-CN" altLang="en-US" sz="26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Microsoft Yahei" panose="020B0503020204020204" pitchFamily="34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E03AB4B-65DE-481A-AEDA-B9DE1DD59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blipFill>
                <a:blip r:embed="rId20"/>
                <a:stretch>
                  <a:fillRect l="-1500" r="-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B423D275-1526-4D6C-A8C0-820F3ACB845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2ASK</a:t>
            </a:r>
            <a:endParaRPr lang="zh-CN" altLang="en-US" sz="2600" dirty="0">
              <a:solidFill>
                <a:srgbClr val="000000"/>
              </a:solidFill>
              <a:latin typeface="+mn-ea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C7821DA-83C4-44C2-A931-037B131AE97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2FSK</a:t>
            </a:r>
            <a:endParaRPr lang="zh-CN" altLang="en-US" sz="2600" dirty="0">
              <a:solidFill>
                <a:srgbClr val="000000"/>
              </a:solidFill>
              <a:latin typeface="+mn-ea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149FBC9-5509-4639-9C4B-1B9971B71EB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2PSK</a:t>
            </a:r>
            <a:endParaRPr lang="zh-CN" altLang="en-US" sz="2600" dirty="0">
              <a:solidFill>
                <a:srgbClr val="000000"/>
              </a:solidFill>
              <a:latin typeface="+mn-ea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3E65AE2-F7B7-4943-A870-103FD5C91999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以上都不是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81FDA33-B218-4A68-8F67-24B518780CC1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25D1E7A-E567-4F25-8AAE-1877464962B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91ADE7F-BCBC-4F51-9439-0898987B1865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19BA431D-E63B-4EB3-A054-5AC783FE6459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6E5D966-89AA-4AC6-BAFF-695DCFF36DEC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EAD4043-029A-4586-9C3C-0E39D1A7476D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28CFF60E-4CC2-4FE0-BA1A-5B4BB1C5E4A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469805BF-160E-4C76-9203-F76F4CC377F3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8CEAC35F-D01A-4729-81D0-BE2B22A486EB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430BA1AE-9EED-414A-BB3C-3E4020BA7D35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651B79B7-C997-441D-A103-B5DF2B67CED3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54520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C9A90F2-B95A-44A8-AEB4-55DB3C89E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814341-31CE-4F33-B9CD-0890CD145DB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若采用</a:t>
            </a:r>
            <a:r>
              <a:rPr lang="en-US" altLang="zh-CN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2FSK</a:t>
            </a: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方式对二进制信号进行调制，以下调制策略合适的是</a:t>
            </a:r>
            <a:r>
              <a:rPr lang="en-US" altLang="zh-CN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________</a:t>
            </a: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B091CD5-7182-45A9-9482-22046293484E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828800" y="278606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6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0→</m:t>
                      </m:r>
                      <m:r>
                        <a:rPr lang="en-US" altLang="zh-CN" sz="26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0</m:t>
                      </m:r>
                      <m:r>
                        <a:rPr lang="en-US" altLang="zh-CN" sz="26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;1→</m:t>
                      </m:r>
                      <m:func>
                        <m:funcPr>
                          <m:ctrlPr>
                            <a:rPr lang="en-US" altLang="zh-CN" sz="26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600" b="0" i="0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cos</m:t>
                          </m:r>
                        </m:fName>
                        <m:e>
                          <m:r>
                            <a:rPr lang="en-US" altLang="zh-CN" sz="26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𝜔</m:t>
                          </m:r>
                          <m:r>
                            <a:rPr lang="en-US" altLang="zh-CN" sz="26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B091CD5-7182-45A9-9482-220462934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1828800" y="2786063"/>
                <a:ext cx="6400800" cy="64293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2B328DC-BE0B-4B4C-9ED2-4D71F5D2C50B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828800" y="364331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0→</m:t>
                      </m:r>
                      <m:r>
                        <a:rPr lang="en-US" altLang="zh-CN" sz="2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𝐴</m:t>
                      </m:r>
                      <m:func>
                        <m:funcPr>
                          <m:ctrlPr>
                            <a:rPr lang="en-US" altLang="zh-CN" sz="2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6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sz="2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𝑡</m:t>
                          </m:r>
                        </m:e>
                      </m:func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;</m:t>
                      </m:r>
                      <m:r>
                        <a:rPr lang="en-US" altLang="zh-C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1→</m:t>
                      </m:r>
                      <m:r>
                        <a:rPr lang="en-US" altLang="zh-CN" sz="2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𝐴</m:t>
                      </m:r>
                      <m:func>
                        <m:funcPr>
                          <m:ctrlPr>
                            <a:rPr lang="en-US" altLang="zh-CN" sz="2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6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sz="2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2B328DC-BE0B-4B4C-9ED2-4D71F5D2C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1828800" y="3643313"/>
                <a:ext cx="6400800" cy="64293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5658C71-FCB0-4060-A8DD-CE13A4CB8921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828800" y="450056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0→</m:t>
                      </m:r>
                      <m:r>
                        <a:rPr lang="en-US" altLang="zh-CN" sz="2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𝐴</m:t>
                      </m:r>
                      <m:func>
                        <m:funcPr>
                          <m:ctrlPr>
                            <a:rPr lang="en-US" altLang="zh-CN" sz="2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6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cos</m:t>
                          </m:r>
                        </m:fName>
                        <m:e>
                          <m:r>
                            <a:rPr lang="en-US" altLang="zh-CN" sz="2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(</m:t>
                          </m:r>
                          <m:r>
                            <a:rPr lang="en-US" altLang="zh-CN" sz="2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𝜔</m:t>
                          </m:r>
                          <m:r>
                            <a:rPr lang="en-US" altLang="zh-CN" sz="2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𝑡</m:t>
                          </m:r>
                          <m:r>
                            <a:rPr lang="en-US" altLang="zh-CN" sz="2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altLang="zh-CN" sz="2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)</m:t>
                          </m:r>
                        </m:e>
                      </m:func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;1→</m:t>
                      </m:r>
                      <m:r>
                        <a:rPr lang="en-US" altLang="zh-CN" sz="2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𝐴</m:t>
                      </m:r>
                      <m:func>
                        <m:funcPr>
                          <m:ctrlPr>
                            <a:rPr lang="en-US" altLang="zh-CN" sz="2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6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cos</m:t>
                          </m:r>
                        </m:fName>
                        <m:e>
                          <m:r>
                            <a:rPr lang="en-US" altLang="zh-CN" sz="2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(</m:t>
                          </m:r>
                          <m:r>
                            <a:rPr lang="en-US" altLang="zh-CN" sz="2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𝜔</m:t>
                          </m:r>
                          <m:r>
                            <a:rPr lang="en-US" altLang="zh-CN" sz="2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𝑡</m:t>
                          </m:r>
                          <m:r>
                            <a:rPr lang="en-US" altLang="zh-CN" sz="2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altLang="zh-CN" sz="2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5658C71-FCB0-4060-A8DD-CE13A4CB8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1828800" y="4500563"/>
                <a:ext cx="6400800" cy="64293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E265E6D-B78E-48BC-89EC-0048DEF7950C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828800" y="535781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6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0→</m:t>
                      </m:r>
                      <m:r>
                        <a:rPr lang="en-US" altLang="zh-CN" sz="26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𝐴</m:t>
                      </m:r>
                      <m:func>
                        <m:funcPr>
                          <m:ctrlPr>
                            <a:rPr lang="en-US" altLang="zh-CN" sz="26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600" b="0" i="0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cos</m:t>
                          </m:r>
                        </m:fName>
                        <m:e>
                          <m:r>
                            <a:rPr lang="en-US" altLang="zh-CN" sz="26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6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6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6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6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𝑡</m:t>
                          </m:r>
                          <m:r>
                            <a:rPr lang="en-US" altLang="zh-CN" sz="26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6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6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altLang="zh-CN" sz="26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6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)</m:t>
                          </m:r>
                        </m:e>
                      </m:func>
                      <m:r>
                        <a:rPr lang="en-US" altLang="zh-CN" sz="26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;1→</m:t>
                      </m:r>
                      <m:r>
                        <a:rPr lang="en-US" altLang="zh-CN" sz="26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𝐴</m:t>
                      </m:r>
                      <m:func>
                        <m:funcPr>
                          <m:ctrlPr>
                            <a:rPr lang="en-US" altLang="zh-CN" sz="26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600" b="0" i="0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cos</m:t>
                          </m:r>
                        </m:fName>
                        <m:e>
                          <m:r>
                            <a:rPr lang="en-US" altLang="zh-CN" sz="26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(</m:t>
                          </m:r>
                          <m:r>
                            <a:rPr lang="en-US" altLang="zh-CN" sz="26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𝜔</m:t>
                          </m:r>
                          <m:r>
                            <a:rPr lang="en-US" altLang="zh-CN" sz="26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𝑡</m:t>
                          </m:r>
                          <m:r>
                            <a:rPr lang="en-US" altLang="zh-CN" sz="26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6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6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altLang="zh-CN" sz="26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6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E265E6D-B78E-48BC-89EC-0048DEF79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1828800" y="5357813"/>
                <a:ext cx="6400800" cy="642938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椭圆 9">
            <a:extLst>
              <a:ext uri="{FF2B5EF4-FFF2-40B4-BE49-F238E27FC236}">
                <a16:creationId xmlns:a16="http://schemas.microsoft.com/office/drawing/2014/main" id="{39025609-143F-422C-AC9E-380F6709E2E9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8C4B64D-5532-45D8-A0D1-FAFA09A11BC0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CC3B8FD-45A0-4275-B09B-DA07E97A15B4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7FA2A80-CE72-4E85-B05C-FF5AA088245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F0A7F7C-8A44-4A1F-A30E-634014D1BDC0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E5457663-407E-4E9B-AD8C-C0CEC7F8168B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>
              <a:extLst>
                <a:ext uri="{FF2B5EF4-FFF2-40B4-BE49-F238E27FC236}">
                  <a16:creationId xmlns:a16="http://schemas.microsoft.com/office/drawing/2014/main" id="{4F8F60A6-359C-4287-A144-740EB999CEC7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>
              <a:extLst>
                <a:ext uri="{FF2B5EF4-FFF2-40B4-BE49-F238E27FC236}">
                  <a16:creationId xmlns:a16="http://schemas.microsoft.com/office/drawing/2014/main" id="{DE0E9039-3130-416F-8674-74E09258F828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>
              <a:extLst>
                <a:ext uri="{FF2B5EF4-FFF2-40B4-BE49-F238E27FC236}">
                  <a16:creationId xmlns:a16="http://schemas.microsoft.com/office/drawing/2014/main" id="{EA23F693-3467-48A5-BFA3-3DEE98F30FA9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>
              <a:extLst>
                <a:ext uri="{FF2B5EF4-FFF2-40B4-BE49-F238E27FC236}">
                  <a16:creationId xmlns:a16="http://schemas.microsoft.com/office/drawing/2014/main" id="{2DB97389-A83A-4C67-97A3-B76293A763EC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6E6C8331-6072-46D7-ACBB-FB940C15A512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670191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2375" y="693208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典型的通信传输系统结构图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28A6FD4-F112-408C-860C-853191163BE7}"/>
              </a:ext>
            </a:extLst>
          </p:cNvPr>
          <p:cNvSpPr/>
          <p:nvPr/>
        </p:nvSpPr>
        <p:spPr>
          <a:xfrm>
            <a:off x="2104031" y="2038065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信源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F0AB13-C34F-4922-8AC6-C69E01F85D2B}"/>
              </a:ext>
            </a:extLst>
          </p:cNvPr>
          <p:cNvSpPr/>
          <p:nvPr/>
        </p:nvSpPr>
        <p:spPr>
          <a:xfrm>
            <a:off x="395786" y="2038064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信源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A3AE77-A275-4E4D-86BF-94126D7127A2}"/>
              </a:ext>
            </a:extLst>
          </p:cNvPr>
          <p:cNvSpPr/>
          <p:nvPr/>
        </p:nvSpPr>
        <p:spPr>
          <a:xfrm>
            <a:off x="3812276" y="2038064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信道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BA2BF23-401A-44F0-A844-9BA78B30044B}"/>
              </a:ext>
            </a:extLst>
          </p:cNvPr>
          <p:cNvSpPr/>
          <p:nvPr/>
        </p:nvSpPr>
        <p:spPr>
          <a:xfrm>
            <a:off x="5520521" y="2038064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载波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7C791ED-AF98-4321-BA53-6E60F9A03931}"/>
              </a:ext>
            </a:extLst>
          </p:cNvPr>
          <p:cNvSpPr/>
          <p:nvPr/>
        </p:nvSpPr>
        <p:spPr>
          <a:xfrm>
            <a:off x="7237863" y="2038063"/>
            <a:ext cx="1110018" cy="353477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道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E3F287-E471-426A-86A9-E1542635274B}"/>
              </a:ext>
            </a:extLst>
          </p:cNvPr>
          <p:cNvSpPr/>
          <p:nvPr/>
        </p:nvSpPr>
        <p:spPr>
          <a:xfrm>
            <a:off x="5520521" y="4760793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解调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F63C648-2AD9-4407-B5F8-F5422BD275C4}"/>
              </a:ext>
            </a:extLst>
          </p:cNvPr>
          <p:cNvSpPr/>
          <p:nvPr/>
        </p:nvSpPr>
        <p:spPr>
          <a:xfrm>
            <a:off x="3812276" y="4760793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信道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44F40C-CECE-4C0F-9234-91EAFFF0614F}"/>
              </a:ext>
            </a:extLst>
          </p:cNvPr>
          <p:cNvSpPr/>
          <p:nvPr/>
        </p:nvSpPr>
        <p:spPr>
          <a:xfrm>
            <a:off x="2104031" y="4760792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信源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1C95CFC-FC08-4653-9DE4-5CCAA9CD6CF6}"/>
              </a:ext>
            </a:extLst>
          </p:cNvPr>
          <p:cNvSpPr/>
          <p:nvPr/>
        </p:nvSpPr>
        <p:spPr>
          <a:xfrm>
            <a:off x="395786" y="4760791"/>
            <a:ext cx="1110018" cy="7915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信宿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1169D86-8086-479B-BE04-3FA2AADE9486}"/>
              </a:ext>
            </a:extLst>
          </p:cNvPr>
          <p:cNvCxnSpPr>
            <a:stCxn id="11" idx="3"/>
            <a:endCxn id="9" idx="1"/>
          </p:cNvCxnSpPr>
          <p:nvPr/>
        </p:nvCxnSpPr>
        <p:spPr>
          <a:xfrm>
            <a:off x="1505804" y="2433850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EB9BBF5B-7D4D-46BC-AFD2-9EE8E5C77E0A}"/>
              </a:ext>
            </a:extLst>
          </p:cNvPr>
          <p:cNvCxnSpPr/>
          <p:nvPr/>
        </p:nvCxnSpPr>
        <p:spPr>
          <a:xfrm>
            <a:off x="3214049" y="2440672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7C82511E-12F9-46F5-9166-D351CAF726D9}"/>
              </a:ext>
            </a:extLst>
          </p:cNvPr>
          <p:cNvCxnSpPr/>
          <p:nvPr/>
        </p:nvCxnSpPr>
        <p:spPr>
          <a:xfrm>
            <a:off x="4922294" y="2440672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C673E60-F595-4038-A53D-462AE6C09937}"/>
              </a:ext>
            </a:extLst>
          </p:cNvPr>
          <p:cNvCxnSpPr/>
          <p:nvPr/>
        </p:nvCxnSpPr>
        <p:spPr>
          <a:xfrm>
            <a:off x="6630539" y="2433848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DC5B870-E7FD-4753-9273-E61FF1923CEB}"/>
              </a:ext>
            </a:extLst>
          </p:cNvPr>
          <p:cNvCxnSpPr/>
          <p:nvPr/>
        </p:nvCxnSpPr>
        <p:spPr>
          <a:xfrm>
            <a:off x="6639636" y="5156575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ABA59447-BA2B-482A-8B38-BED2223A5C7A}"/>
              </a:ext>
            </a:extLst>
          </p:cNvPr>
          <p:cNvCxnSpPr/>
          <p:nvPr/>
        </p:nvCxnSpPr>
        <p:spPr>
          <a:xfrm>
            <a:off x="4913197" y="5156574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49E30702-7E9E-4B20-ACF4-F35D15CE2AD7}"/>
              </a:ext>
            </a:extLst>
          </p:cNvPr>
          <p:cNvCxnSpPr/>
          <p:nvPr/>
        </p:nvCxnSpPr>
        <p:spPr>
          <a:xfrm>
            <a:off x="3223146" y="5156573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9E60412B-C5DE-4BB5-8464-AAA3A0284445}"/>
              </a:ext>
            </a:extLst>
          </p:cNvPr>
          <p:cNvCxnSpPr/>
          <p:nvPr/>
        </p:nvCxnSpPr>
        <p:spPr>
          <a:xfrm>
            <a:off x="1494430" y="5156572"/>
            <a:ext cx="598227" cy="1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ED4E5A4F-2067-4645-AA0F-273D5D217B59}"/>
              </a:ext>
            </a:extLst>
          </p:cNvPr>
          <p:cNvSpPr txBox="1"/>
          <p:nvPr/>
        </p:nvSpPr>
        <p:spPr>
          <a:xfrm>
            <a:off x="1125940" y="3161936"/>
            <a:ext cx="2097206" cy="1005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去除冗余信息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提高传输效率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8A4E389-0C3E-4F82-960E-A010F44FB99B}"/>
              </a:ext>
            </a:extLst>
          </p:cNvPr>
          <p:cNvSpPr txBox="1"/>
          <p:nvPr/>
        </p:nvSpPr>
        <p:spPr>
          <a:xfrm>
            <a:off x="4043147" y="3161936"/>
            <a:ext cx="2331493" cy="1005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增加保护信息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提高传输可靠性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61BE94F-5B2A-4B45-A127-DF4532E19051}"/>
              </a:ext>
            </a:extLst>
          </p:cNvPr>
          <p:cNvSpPr txBox="1"/>
          <p:nvPr/>
        </p:nvSpPr>
        <p:spPr>
          <a:xfrm>
            <a:off x="5473889" y="834997"/>
            <a:ext cx="3242481" cy="1005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将信号搬移至合适频带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提高抗干扰性能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ACFAF6E6-D6BD-4867-9074-E836E6E4B6D0}"/>
              </a:ext>
            </a:extLst>
          </p:cNvPr>
          <p:cNvCxnSpPr/>
          <p:nvPr/>
        </p:nvCxnSpPr>
        <p:spPr>
          <a:xfrm flipH="1">
            <a:off x="2250831" y="2944837"/>
            <a:ext cx="103163" cy="30948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A2C7CFE1-0FAB-4F16-8DC7-AD7528DD8DA9}"/>
              </a:ext>
            </a:extLst>
          </p:cNvPr>
          <p:cNvCxnSpPr>
            <a:cxnSpLocks/>
          </p:cNvCxnSpPr>
          <p:nvPr/>
        </p:nvCxnSpPr>
        <p:spPr>
          <a:xfrm>
            <a:off x="4418867" y="2912348"/>
            <a:ext cx="368838" cy="30948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A09C60AB-00EB-46C2-959B-E92A472DE5F6}"/>
              </a:ext>
            </a:extLst>
          </p:cNvPr>
          <p:cNvCxnSpPr>
            <a:cxnSpLocks/>
          </p:cNvCxnSpPr>
          <p:nvPr/>
        </p:nvCxnSpPr>
        <p:spPr>
          <a:xfrm flipV="1">
            <a:off x="5974327" y="1840785"/>
            <a:ext cx="267039" cy="16914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3579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2375" y="693208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课程小结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694E4D9-B35D-4D29-9232-B8C052B1A961}"/>
              </a:ext>
            </a:extLst>
          </p:cNvPr>
          <p:cNvSpPr txBox="1"/>
          <p:nvPr/>
        </p:nvSpPr>
        <p:spPr>
          <a:xfrm>
            <a:off x="331029" y="1338078"/>
            <a:ext cx="8607669" cy="4846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OSI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七层模型分别包括：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应用层、表示层、会话层、传输层、网络层、数据链路层、物理层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常见的国际标准组织：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ISO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IEEE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3GPP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ITU</a:t>
            </a: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物理层：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为不同用户间通信提供透明化的传输通道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物理层的关键技术：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传输信道分配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信源编码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信道编码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信号调制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3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53</a:t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2375" y="693208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课程小结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694E4D9-B35D-4D29-9232-B8C052B1A961}"/>
              </a:ext>
            </a:extLst>
          </p:cNvPr>
          <p:cNvSpPr txBox="1"/>
          <p:nvPr/>
        </p:nvSpPr>
        <p:spPr>
          <a:xfrm>
            <a:off x="331029" y="1338078"/>
            <a:ext cx="8607669" cy="4846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OSI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七层模型分别包括：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应用层、表示层、会话层、传输层、网络层、数据链路层、物理层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常见的国际标准组织：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ISO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IEEE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3GPP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ITU</a:t>
            </a: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物理层：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为不同用户间通信提供透明化的传输通道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物理层的关键技术：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传输信道分配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bg2">
                    <a:lumMod val="9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信源编码</a:t>
            </a:r>
            <a:endParaRPr lang="en-US" altLang="zh-CN" sz="2400" b="1" dirty="0">
              <a:solidFill>
                <a:schemeClr val="bg2">
                  <a:lumMod val="9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bg2">
                    <a:lumMod val="9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信道编码</a:t>
            </a:r>
            <a:endParaRPr lang="en-US" altLang="zh-CN" sz="2400" b="1" dirty="0">
              <a:solidFill>
                <a:schemeClr val="bg2">
                  <a:lumMod val="9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bg2">
                    <a:lumMod val="9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信号调制</a:t>
            </a:r>
            <a:endParaRPr lang="en-US" altLang="zh-CN" sz="2400" b="1" dirty="0">
              <a:solidFill>
                <a:schemeClr val="bg2">
                  <a:lumMod val="9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BC9EC2AB-B97C-493D-A520-A528E6B1C431}"/>
              </a:ext>
            </a:extLst>
          </p:cNvPr>
          <p:cNvSpPr/>
          <p:nvPr/>
        </p:nvSpPr>
        <p:spPr>
          <a:xfrm>
            <a:off x="3352800" y="3921457"/>
            <a:ext cx="514065" cy="19106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6F7871D-24E4-4ACB-8CAD-C28B988A06EC}"/>
              </a:ext>
            </a:extLst>
          </p:cNvPr>
          <p:cNvSpPr txBox="1"/>
          <p:nvPr/>
        </p:nvSpPr>
        <p:spPr>
          <a:xfrm>
            <a:off x="3919614" y="3761498"/>
            <a:ext cx="4667534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ISM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频段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(2.4G/5G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频段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191726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54</a:t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2375" y="693208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课程小结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694E4D9-B35D-4D29-9232-B8C052B1A961}"/>
              </a:ext>
            </a:extLst>
          </p:cNvPr>
          <p:cNvSpPr txBox="1"/>
          <p:nvPr/>
        </p:nvSpPr>
        <p:spPr>
          <a:xfrm>
            <a:off x="331029" y="1338078"/>
            <a:ext cx="8607669" cy="4846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OSI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七层模型分别包括：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应用层、表示层、会话层、传输层、网络层、数据链路层、物理层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常见的国际标准组织：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ISO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IEEE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3GPP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ITU</a:t>
            </a: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物理层：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为不同用户间通信提供透明化的传输通道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物理层的关键技术：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bg2">
                    <a:lumMod val="9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传输信道分配</a:t>
            </a:r>
            <a:endParaRPr lang="en-US" altLang="zh-CN" sz="2400" b="1" dirty="0">
              <a:solidFill>
                <a:schemeClr val="bg2">
                  <a:lumMod val="9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信源编码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bg2">
                    <a:lumMod val="9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信道编码</a:t>
            </a:r>
            <a:endParaRPr lang="en-US" altLang="zh-CN" sz="2400" b="1" dirty="0">
              <a:solidFill>
                <a:schemeClr val="bg2">
                  <a:lumMod val="9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bg2">
                    <a:lumMod val="9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信号调制</a:t>
            </a:r>
            <a:endParaRPr lang="en-US" altLang="zh-CN" sz="2400" b="1" dirty="0">
              <a:solidFill>
                <a:schemeClr val="bg2">
                  <a:lumMod val="9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BC9EC2AB-B97C-493D-A520-A528E6B1C431}"/>
              </a:ext>
            </a:extLst>
          </p:cNvPr>
          <p:cNvSpPr/>
          <p:nvPr/>
        </p:nvSpPr>
        <p:spPr>
          <a:xfrm>
            <a:off x="3330054" y="4362734"/>
            <a:ext cx="514065" cy="19106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6F7871D-24E4-4ACB-8CAD-C28B988A06EC}"/>
              </a:ext>
            </a:extLst>
          </p:cNvPr>
          <p:cNvSpPr txBox="1"/>
          <p:nvPr/>
        </p:nvSpPr>
        <p:spPr>
          <a:xfrm>
            <a:off x="3978754" y="4195439"/>
            <a:ext cx="4667534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去除冗余信息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提高传输效率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8571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55</a:t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2375" y="693208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课程小结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694E4D9-B35D-4D29-9232-B8C052B1A961}"/>
              </a:ext>
            </a:extLst>
          </p:cNvPr>
          <p:cNvSpPr txBox="1"/>
          <p:nvPr/>
        </p:nvSpPr>
        <p:spPr>
          <a:xfrm>
            <a:off x="331029" y="1338078"/>
            <a:ext cx="8607669" cy="4846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OSI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七层模型分别包括：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应用层、表示层、会话层、传输层、网络层、数据链路层、物理层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常见的国际标准组织：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ISO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IEEE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3GPP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ITU</a:t>
            </a: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物理层：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为不同用户间通信提供透明化的传输通道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物理层的关键技术：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bg2">
                    <a:lumMod val="9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传输信道分配</a:t>
            </a:r>
            <a:endParaRPr lang="en-US" altLang="zh-CN" sz="2400" b="1" dirty="0">
              <a:solidFill>
                <a:schemeClr val="bg2">
                  <a:lumMod val="9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bg2">
                    <a:lumMod val="9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信源编码</a:t>
            </a:r>
            <a:endParaRPr lang="en-US" altLang="zh-CN" sz="2400" b="1" dirty="0">
              <a:solidFill>
                <a:schemeClr val="bg2">
                  <a:lumMod val="9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信道编码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bg2">
                    <a:lumMod val="9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信号调制</a:t>
            </a:r>
            <a:endParaRPr lang="en-US" altLang="zh-CN" sz="2400" b="1" dirty="0">
              <a:solidFill>
                <a:schemeClr val="bg2">
                  <a:lumMod val="9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BC9EC2AB-B97C-493D-A520-A528E6B1C431}"/>
              </a:ext>
            </a:extLst>
          </p:cNvPr>
          <p:cNvSpPr/>
          <p:nvPr/>
        </p:nvSpPr>
        <p:spPr>
          <a:xfrm>
            <a:off x="3316407" y="4849504"/>
            <a:ext cx="514065" cy="19106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6F7871D-24E4-4ACB-8CAD-C28B988A06EC}"/>
              </a:ext>
            </a:extLst>
          </p:cNvPr>
          <p:cNvSpPr txBox="1"/>
          <p:nvPr/>
        </p:nvSpPr>
        <p:spPr>
          <a:xfrm>
            <a:off x="3983303" y="4677658"/>
            <a:ext cx="4667534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增加保护信息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提高传输可靠性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5893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56</a:t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94553" y="0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章：传感器网络的协议架构及关键技术：物理层协议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2375" y="693208"/>
            <a:ext cx="8615593" cy="59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课程小结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694E4D9-B35D-4D29-9232-B8C052B1A961}"/>
              </a:ext>
            </a:extLst>
          </p:cNvPr>
          <p:cNvSpPr txBox="1"/>
          <p:nvPr/>
        </p:nvSpPr>
        <p:spPr>
          <a:xfrm>
            <a:off x="331029" y="1338078"/>
            <a:ext cx="8607669" cy="4846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OSI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七层模型分别包括：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应用层、表示层、会话层、传输层、网络层、数据链路层、物理层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常见的国际标准组织：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ISO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IEEE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3GPP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ITU</a:t>
            </a: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物理层：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为不同用户间通信提供透明化的传输通道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物理层的关键技术：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bg2">
                    <a:lumMod val="9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传输信道分配</a:t>
            </a:r>
            <a:endParaRPr lang="en-US" altLang="zh-CN" sz="2400" b="1" dirty="0">
              <a:solidFill>
                <a:schemeClr val="bg2">
                  <a:lumMod val="9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bg2">
                    <a:lumMod val="9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信源编码</a:t>
            </a:r>
            <a:endParaRPr lang="en-US" altLang="zh-CN" sz="2400" b="1" dirty="0">
              <a:solidFill>
                <a:schemeClr val="bg2">
                  <a:lumMod val="9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bg2">
                    <a:lumMod val="9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信道编码</a:t>
            </a:r>
            <a:endParaRPr lang="en-US" altLang="zh-CN" sz="2400" b="1" dirty="0">
              <a:solidFill>
                <a:schemeClr val="bg2">
                  <a:lumMod val="9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信号调制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30000"/>
              </a:lnSpc>
            </a:pP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BC9EC2AB-B97C-493D-A520-A528E6B1C431}"/>
              </a:ext>
            </a:extLst>
          </p:cNvPr>
          <p:cNvSpPr/>
          <p:nvPr/>
        </p:nvSpPr>
        <p:spPr>
          <a:xfrm>
            <a:off x="3334604" y="5328854"/>
            <a:ext cx="514065" cy="19106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6F7871D-24E4-4ACB-8CAD-C28B988A06EC}"/>
              </a:ext>
            </a:extLst>
          </p:cNvPr>
          <p:cNvSpPr txBox="1"/>
          <p:nvPr/>
        </p:nvSpPr>
        <p:spPr>
          <a:xfrm>
            <a:off x="4059916" y="5161559"/>
            <a:ext cx="4667534" cy="525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适应信道特性    提高抗干扰性能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8087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F095ADF-8F24-4A80-B623-5F0166CF3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3D701-F6D3-45BB-89CD-EE32AA93FC3C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937BB5-3287-4FEB-BD77-0540CAD5AB6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信源端的信息操作顺序是</a:t>
            </a:r>
            <a:r>
              <a:rPr lang="en-US" altLang="zh-CN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_______</a:t>
            </a: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CF022D-01FE-458E-BD29-2FEA22866EF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信源编码、信道编码、调制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A65F59F-32DA-4CBF-9517-2F62D084F46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调制、信道编码、信源编码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F1A16F-7E07-409F-BEF7-0BD83CE02C4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调制、信源编码、信道编码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2110D2-6DE0-4820-AC73-07DB7B68160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信源编码、调制、信道编码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5098368-7E2B-4E7A-A249-99434B22E23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2FEA234-0A6F-467E-B22F-119459E244D2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2C24F649-5DD2-46EA-8E47-002F47E16DE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179C227-CC11-4BF1-801F-D17066D18A55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9B37A5D-C8BA-470B-9C31-300D39C864A4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16764FCA-5C32-4359-B0B9-A0E59CA93463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AE0A27EC-B8DE-439D-995E-0B1ED6E6A689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C1A5740A-2FD5-4BEA-AEA7-AA3C142792DF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4A06ADB4-9A41-4D79-A371-CB283BCF07B3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FBBAF805-4860-4ED1-99D2-5E416A8CFDD2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72250518-8DD9-4016-9A35-017F9202C641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442181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CONTENTSID" val="27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474488"/>
  <p:tag name="ORIGINALWIDTH" val="29.51059"/>
  <p:tag name="OUTPUTTYPE" val="SVG"/>
  <p:tag name="IGUANATEXVERSION" val="161"/>
  <p:tag name="LATEXADDIN" val="\documentclass[UTF8]{article}&#10;\usepackage{ctex}&#10;\usepackage{amsmath}&#10;\pagestyle{empty}&#10;\begin{document}&#10;&#10;\begin{equation*}&#10;\cos \omega_c t&#10;\end{equation*}&#10;&#10;\end{document}"/>
  <p:tag name="IGUANATEXSIZE" val="20"/>
  <p:tag name="IGUANATEXCURSOR" val="138"/>
  <p:tag name="TRANSPARENCY" val="True"/>
  <p:tag name="LATEXENGINEID" val="0"/>
  <p:tag name="TEMPFOLDER" val="c:\test\"/>
  <p:tag name="LATEXFORMHEIGHT" val="320"/>
  <p:tag name="LATEXFORMWIDTH" val="385"/>
  <p:tag name="LATEXFORMWRAP" val="True"/>
  <p:tag name="BITMAPVECTOR" val="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02496"/>
  <p:tag name="ORIGINALWIDTH" val="99.21413"/>
  <p:tag name="OUTPUTTYPE" val="SVG"/>
  <p:tag name="IGUANATEXVERSION" val="161"/>
  <p:tag name="LATEXADDIN" val="\documentclass[UTF8]{article}&#10;\usepackage{ctex}&#10;\usepackage{xcolor}&#10;\usepackage{amsmath}&#10;\pagestyle{empty}&#10;\begin{document}&#10;&#10;\begin{equation*}&#10; {\textcolor{red}{e_{\text{2ASK}}(t) = s(t)\cos \omega_c t}}&#10;\end{equation*}&#10;&#10;\end{document}"/>
  <p:tag name="IGUANATEXSIZE" val="20"/>
  <p:tag name="IGUANATEXCURSOR" val="204"/>
  <p:tag name="TRANSPARENCY" val="True"/>
  <p:tag name="LATEXENGINEID" val="0"/>
  <p:tag name="TEMPFOLDER" val="c:\test\"/>
  <p:tag name="LATEXFORMHEIGHT" val="320"/>
  <p:tag name="LATEXFORMWIDTH" val="385"/>
  <p:tag name="LATEXFORMWRAP" val="True"/>
  <p:tag name="BITMAPVECTOR" val="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2.71634"/>
  <p:tag name="ORIGINALWIDTH" val="99.00216"/>
  <p:tag name="OUTPUTTYPE" val="SVG"/>
  <p:tag name="IGUANATEXVERSION" val="161"/>
  <p:tag name="LATEXADDIN" val="\documentclass[UTF8]{article}&#10;\usepackage{ctex}&#10;\usepackage{xcolor}&#10;\usepackage{amsmath}&#10;\pagestyle{empty}&#10;\begin{document}&#10;&#10;\begin{equation*}&#10;=&#10;\left\{&#10;\begin{array}{ll}&#10;\cos\omega_c t, &amp; \text{发 “1”}\\&#10;0 &amp; \text{发 “0”}&#10;\end{array}&#10;\right.&#10;\end{equation*}&#10;&#10;\end{document}"/>
  <p:tag name="IGUANATEXSIZE" val="20"/>
  <p:tag name="IGUANATEXCURSOR" val="142"/>
  <p:tag name="TRANSPARENCY" val="True"/>
  <p:tag name="LATEXENGINEID" val="0"/>
  <p:tag name="TEMPFOLDER" val="c:\test\"/>
  <p:tag name="LATEXFORMHEIGHT" val="320"/>
  <p:tag name="LATEXFORMWIDTH" val="385"/>
  <p:tag name="LATEXFORMWRAP" val="True"/>
  <p:tag name="BITMAPVECTOR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456969"/>
  <p:tag name="ORIGINALWIDTH" val="6.982482"/>
  <p:tag name="LATEXADDIN" val="\documentclass[UTF8]{article}&#10;\usepackage{ctex}&#10;\usepackage{xcolor}&#10;\usepackage{amsmath}&#10;\pagestyle{empty}&#10;\begin{document}&#10;&#10;\begin{equation*}&#10;=&#10;\left\{&#10;\begin{array}{ll}&#10;\cos\omega_c t, &amp; \text{发 “1”}\\&#10;0 &amp; \text{发 “0”}&#10;\end{array}&#10;\right.&#10;\end{equation*}&#10;&#10;\end{document}"/>
  <p:tag name="IGUANATEXSIZE" val="20"/>
  <p:tag name="IGUANATEXCURSOR" val="142"/>
  <p:tag name="TRANSPARENCY" val="True"/>
  <p:tag name="LATEXENGINEID" val="0"/>
  <p:tag name="TEMPFOLDER" val="c:\test\"/>
  <p:tag name="LATEXFORMHEIGHT" val="320"/>
  <p:tag name="LATEXFORMWIDTH" val="385"/>
  <p:tag name="LATEXFORMWRAP" val="True"/>
  <p:tag name="BITMAPVECTOR" val="1"/>
  <p:tag name="EMFCHILD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2.71634"/>
  <p:tag name="ORIGINALWIDTH" val="5.639963"/>
  <p:tag name="EMFCHILD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19488"/>
  <p:tag name="ORIGINALWIDTH" val="4.000474"/>
  <p:tag name="EMFCHILD" val="Tru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19488"/>
  <p:tag name="ORIGINALWIDTH" val="4.651458"/>
  <p:tag name="EMFCHILD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19488"/>
  <p:tag name="ORIGINALWIDTH" val="3.433465"/>
  <p:tag name="EMFCHILD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56496"/>
  <p:tag name="ORIGINALWIDTH" val="6.226459"/>
  <p:tag name="EMFCHILD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45197"/>
  <p:tag name="ORIGINALWIDTH" val="3.019647"/>
  <p:tag name="EMFCHILD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8465"/>
  <p:tag name="ORIGINALWIDTH" val="3.223465"/>
  <p:tag name="EMFCHILD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39488"/>
  <p:tag name="ORIGINALWIDTH" val="1.228465"/>
  <p:tag name="EMFCHILD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38661"/>
  <p:tag name="ORIGINALWIDTH" val="9.474569"/>
  <p:tag name="EMFCHILD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62283"/>
  <p:tag name="ORIGINALWIDTH" val="4.14256"/>
  <p:tag name="EMFCHILD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92992"/>
  <p:tag name="ORIGINALWIDTH" val="3.464962"/>
  <p:tag name="EMFCHILD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080236"/>
  <p:tag name="ORIGINALWIDTH" val="3.952403"/>
  <p:tag name="EMFCHILD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223977"/>
  <p:tag name="ORIGINALWIDTH" val="4.420474"/>
  <p:tag name="EMFCHILD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38661"/>
  <p:tag name="ORIGINALWIDTH" val="9.474569"/>
  <p:tag name="EMFCHILD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62283"/>
  <p:tag name="ORIGINALWIDTH" val="4.14256"/>
  <p:tag name="EMFCHILD" val="Tru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223977"/>
  <p:tag name="ORIGINALWIDTH" val="4.420474"/>
  <p:tag name="EMFCHILD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080236"/>
  <p:tag name="ORIGINALWIDTH" val="3.952403"/>
  <p:tag name="EMFCHILD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94291"/>
  <p:tag name="ORIGINALWIDTH" val="4.012009"/>
  <p:tag name="LATEXADDIN" val="\documentclass[UTF8]{article}&#10;\usepackage{ctex}&#10;\usepackage{xcolor}&#10;\usepackage{amsmath}&#10;\pagestyle{empty}&#10;\begin{document}&#10;&#10;\begin{equation*}&#10; {\textcolor{red}{e_{\text{2ASK}}(t) = s(t)\cos \omega_c t}}&#10;\end{equation*}&#10;&#10;\end{document}"/>
  <p:tag name="IGUANATEXSIZE" val="20"/>
  <p:tag name="IGUANATEXCURSOR" val="204"/>
  <p:tag name="TRANSPARENCY" val="True"/>
  <p:tag name="LATEXENGINEID" val="0"/>
  <p:tag name="TEMPFOLDER" val="c:\test\"/>
  <p:tag name="LATEXFORMHEIGHT" val="320"/>
  <p:tag name="LATEXFORMWIDTH" val="385"/>
  <p:tag name="LATEXFORMWRAP" val="True"/>
  <p:tag name="BITMAPVECTOR" val="1"/>
  <p:tag name="EMFCHILD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62165"/>
  <p:tag name="ORIGINALWIDTH" val="3.067166"/>
  <p:tag name="EMFCHILD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220945"/>
  <p:tag name="ORIGINALWIDTH" val="5.218348"/>
  <p:tag name="EMFCHILD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294173"/>
  <p:tag name="ORIGINALWIDTH" val="3.400237"/>
  <p:tag name="EMFCHILD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0126"/>
  <p:tag name="ORIGINALWIDTH" val="5.294686"/>
  <p:tag name="EMFCHILD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02496"/>
  <p:tag name="ORIGINALWIDTH" val="2.423938"/>
  <p:tag name="EMFCHILD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2913"/>
  <p:tag name="ORIGINALWIDTH" val="3.207521"/>
  <p:tag name="EMFCHILD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02496"/>
  <p:tag name="ORIGINALWIDTH" val="2.423938"/>
  <p:tag name="EMFCHILD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579843"/>
  <p:tag name="ORIGINALWIDTH" val="6.947915"/>
  <p:tag name="EMFCHILD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94291"/>
  <p:tag name="ORIGINALWIDTH" val="3.844844"/>
  <p:tag name="EMFCHILD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02496"/>
  <p:tag name="ORIGINALWIDTH" val="2.423938"/>
  <p:tag name="EMFCHILD" val="Tru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2913"/>
  <p:tag name="ORIGINALWIDTH" val="3.207521"/>
  <p:tag name="EMFCHILD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02496"/>
  <p:tag name="ORIGINALWIDTH" val="2.423938"/>
  <p:tag name="EMFCHILD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0433"/>
  <p:tag name="ORIGINALWIDTH" val="3.98067"/>
  <p:tag name="EMFCHILD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0433"/>
  <p:tag name="ORIGINALWIDTH" val="4.628466"/>
  <p:tag name="EMFCHILD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0433"/>
  <p:tag name="ORIGINALWIDTH" val="3.416497"/>
  <p:tag name="EMFCHILD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94291"/>
  <p:tag name="ORIGINALWIDTH" val="6.195671"/>
  <p:tag name="EMFCHILD" val="Tru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02441"/>
  <p:tag name="ORIGINALWIDTH" val="3.004725"/>
  <p:tag name="EMFCHILD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2913"/>
  <p:tag name="ORIGINALWIDTH" val="3.207521"/>
  <p:tag name="EMFCHILD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70079"/>
  <p:tag name="ORIGINALWIDTH" val="4.000473"/>
  <p:tag name="LATEXADDIN" val="\documentclass[UTF8]{article}&#10;\usepackage{ctex}&#10;\usepackage{amsmath}&#10;\pagestyle{empty}&#10;\begin{document}&#10;&#10;\begin{equation*}&#10;\cos \omega_c t&#10;\end{equation*}&#10;&#10;\end{document}"/>
  <p:tag name="IGUANATEXSIZE" val="20"/>
  <p:tag name="IGUANATEXCURSOR" val="138"/>
  <p:tag name="TRANSPARENCY" val="True"/>
  <p:tag name="LATEXENGINEID" val="0"/>
  <p:tag name="TEMPFOLDER" val="c:\test\"/>
  <p:tag name="LATEXFORMHEIGHT" val="320"/>
  <p:tag name="LATEXFORMWIDTH" val="385"/>
  <p:tag name="LATEXFORMWRAP" val="True"/>
  <p:tag name="BITMAPVECTOR" val="1"/>
  <p:tag name="EMFCHILD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70079"/>
  <p:tag name="ORIGINALWIDTH" val="4.651496"/>
  <p:tag name="EMFCHILD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70079"/>
  <p:tag name="ORIGINALWIDTH" val="3.433465"/>
  <p:tag name="EMFCHILD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05118"/>
  <p:tag name="ORIGINALWIDTH" val="6.226496"/>
  <p:tag name="EMFCHILD" val="Tru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43464"/>
  <p:tag name="ORIGINALWIDTH" val="3.019646"/>
  <p:tag name="EMFCHILD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9748"/>
  <p:tag name="ORIGINALWIDTH" val="3.223464"/>
  <p:tag name="EMFCHILD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2.71634"/>
  <p:tag name="ORIGINALWIDTH" val="173.9873"/>
  <p:tag name="OUTPUTTYPE" val="SVG"/>
  <p:tag name="IGUANATEXVERSION" val="161"/>
  <p:tag name="LATEXADDIN" val="\documentclass[UTF8]{article}&#10;\usepackage{ctex}&#10;\usepackage{amsmath}&#10;\pagestyle{empty}&#10;\begin{document}&#10;&#10;\begin{equation*}&#10; e_{\text{2FSK}}(t) =\left\{&#10; \begin{array}{ll}&#10;  A\cos\omega_1t, &amp; \text{发送“1”时} \\&#10;  A\cos\omega_2t, &amp; \text{发送“0”时}&#10; \end{array}&#10; \right.&#10;\end{equation*}&#10;&#10;\end{document}"/>
  <p:tag name="IGUANATEXSIZE" val="20"/>
  <p:tag name="IGUANATEXCURSOR" val="241"/>
  <p:tag name="TRANSPARENCY" val="True"/>
  <p:tag name="LATEXENGINEID" val="0"/>
  <p:tag name="TEMPFOLDER" val="c:\test\"/>
  <p:tag name="LATEXFORMHEIGHT" val="320"/>
  <p:tag name="LATEXFORMWIDTH" val="385"/>
  <p:tag name="LATEXFORMWRAP" val="True"/>
  <p:tag name="BITMAPVECTOR" val="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02496"/>
  <p:tag name="ORIGINALWIDTH" val="35.18153"/>
  <p:tag name="OUTPUTTYPE" val="SVG"/>
  <p:tag name="IGUANATEXVERSION" val="161"/>
  <p:tag name="LATEXADDIN" val="\documentclass[UTF8]{article}&#10;\usepackage{ctex}&#10;\usepackage{amsmath}&#10;\pagestyle{empty}&#10;\begin{document}&#10;&#10;$e_{\text{2FSK}}(t)$&#10;&#10;\end{document}"/>
  <p:tag name="IGUANATEXSIZE" val="20"/>
  <p:tag name="IGUANATEXCURSOR" val="124"/>
  <p:tag name="TRANSPARENCY" val="True"/>
  <p:tag name="LATEXENGINEID" val="0"/>
  <p:tag name="TEMPFOLDER" val="c:\test\"/>
  <p:tag name="LATEXFORMHEIGHT" val="320"/>
  <p:tag name="LATEXFORMWIDTH" val="385"/>
  <p:tag name="LATEXFORMWRAP" val="True"/>
  <p:tag name="BITMAPVECTOR" val="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94291"/>
  <p:tag name="ORIGINALWIDTH" val="4.004725"/>
  <p:tag name="LATEXADDIN" val="\documentclass[UTF8]{article}&#10;\usepackage{ctex}&#10;\usepackage{amsmath}&#10;\pagestyle{empty}&#10;\begin{document}&#10;&#10;$e_{\text{2FSK}}(t)$&#10;&#10;\end{document}"/>
  <p:tag name="IGUANATEXSIZE" val="20"/>
  <p:tag name="IGUANATEXCURSOR" val="124"/>
  <p:tag name="TRANSPARENCY" val="True"/>
  <p:tag name="LATEXENGINEID" val="0"/>
  <p:tag name="TEMPFOLDER" val="c:\test\"/>
  <p:tag name="LATEXFORMHEIGHT" val="320"/>
  <p:tag name="LATEXFORMWIDTH" val="385"/>
  <p:tag name="LATEXFORMWRAP" val="True"/>
  <p:tag name="BITMAPVECTOR" val="1"/>
  <p:tag name="EMFCHILD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62165"/>
  <p:tag name="ORIGINALWIDTH" val="3.061575"/>
  <p:tag name="EMFCHILD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71969"/>
  <p:tag name="ORIGINALWIDTH" val="4.336102"/>
  <p:tag name="EMFCHILD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294173"/>
  <p:tag name="ORIGINALWIDTH" val="3.394094"/>
  <p:tag name="EMFCHILD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0126"/>
  <p:tag name="ORIGINALWIDTH" val="5.285079"/>
  <p:tag name="EMFCHILD" val="Tru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02496"/>
  <p:tag name="ORIGINALWIDTH" val="2.419528"/>
  <p:tag name="EMFCHILD" val="Tru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2913"/>
  <p:tag name="ORIGINALWIDTH" val="3.201693"/>
  <p:tag name="EMFCHILD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02496"/>
  <p:tag name="ORIGINALWIDTH" val="2.419528"/>
  <p:tag name="EMFCHILD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524528"/>
  <p:tag name="ORIGINALWIDTH" val="3.022008"/>
  <p:tag name="OUTPUTTYPE" val="SVG"/>
  <p:tag name="IGUANATEXVERSION" val="161"/>
  <p:tag name="LATEXADDIN" val="\documentclass[UTF8]{article}&#10;\usepackage{ctex}&#10;\usepackage{amsmath}&#10;\pagestyle{empty}&#10;\begin{document}&#10;&#10;$t$&#10;&#10;\end{document}"/>
  <p:tag name="IGUANATEXSIZE" val="20"/>
  <p:tag name="IGUANATEXCURSOR" val="107"/>
  <p:tag name="TRANSPARENCY" val="True"/>
  <p:tag name="LATEXENGINEID" val="0"/>
  <p:tag name="TEMPFOLDER" val="c:\test\"/>
  <p:tag name="LATEXFORMHEIGHT" val="320"/>
  <p:tag name="LATEXFORMWIDTH" val="385"/>
  <p:tag name="LATEXFORMWRAP" val="True"/>
  <p:tag name="BITMAPVECTOR" val="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56496"/>
  <p:tag name="ORIGINALWIDTH" val="4.020513"/>
  <p:tag name="LATEXADDIN" val="\documentclass[UTF8]{article}&#10;\usepackage{ctex}&#10;\usepackage{amsmath}&#10;\pagestyle{empty}&#10;\begin{document}&#10;&#10;\begin{equation*}&#10; e_{\text{2FSK}}(t) =\left\{&#10; \begin{array}{ll}&#10;  A\cos\omega_1t, &amp; \text{发送“1”时} \\&#10;  A\cos\omega_2t, &amp; \text{发送“0”时}&#10; \end{array}&#10; \right.&#10;\end{equation*}&#10;&#10;\end{document}"/>
  <p:tag name="IGUANATEXSIZE" val="20"/>
  <p:tag name="IGUANATEXCURSOR" val="241"/>
  <p:tag name="TRANSPARENCY" val="True"/>
  <p:tag name="LATEXENGINEID" val="0"/>
  <p:tag name="TEMPFOLDER" val="c:\test\"/>
  <p:tag name="LATEXFORMHEIGHT" val="320"/>
  <p:tag name="LATEXFORMWIDTH" val="385"/>
  <p:tag name="LATEXFORMWRAP" val="True"/>
  <p:tag name="BITMAPVECTOR" val="1"/>
  <p:tag name="EMFCHILD" val="Tru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3"/>
  <p:tag name="ORIGINALWIDTH" val="3.073663"/>
  <p:tag name="EMFCHILD" val="Tru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35237"/>
  <p:tag name="ORIGINALWIDTH" val="4.35319"/>
  <p:tag name="EMFCHILD" val="Tru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42087"/>
  <p:tag name="ORIGINALWIDTH" val="3.407442"/>
  <p:tag name="EMFCHILD" val="Tru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63111"/>
  <p:tag name="ORIGINALWIDTH" val="5.305907"/>
  <p:tag name="EMFCHILD" val="Tru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49996"/>
  <p:tag name="ORIGINALWIDTH" val="2.429056"/>
  <p:tag name="EMFCHILD" val="Tru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8465"/>
  <p:tag name="ORIGINALWIDTH" val="3.214332"/>
  <p:tag name="EMFCHILD" val="Tru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49996"/>
  <p:tag name="ORIGINALWIDTH" val="2.429056"/>
  <p:tag name="EMFCHILD" val="Tru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456969"/>
  <p:tag name="ORIGINALWIDTH" val="6.96264"/>
  <p:tag name="EMFCHILD" val="Tru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2.71634"/>
  <p:tag name="ORIGINALWIDTH" val="5.623939"/>
  <p:tag name="EMFCHILD" val="Tru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517992"/>
  <p:tag name="ORIGINALWIDTH" val="7.182522"/>
  <p:tag name="EMFCHILD" val="Tru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19489"/>
  <p:tag name="ORIGINALWIDTH" val="3.989096"/>
  <p:tag name="EMFCHILD" val="Tru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19489"/>
  <p:tag name="ORIGINALWIDTH" val="4.638269"/>
  <p:tag name="EMFCHILD" val="Tru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19489"/>
  <p:tag name="ORIGINALWIDTH" val="3.423741"/>
  <p:tag name="EMFCHILD" val="Tru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56496"/>
  <p:tag name="ORIGINALWIDTH" val="6.208782"/>
  <p:tag name="EMFCHILD" val="Tru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3"/>
  <p:tag name="ORIGINALWIDTH" val="2.531261"/>
  <p:tag name="EMFCHILD" val="Tru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8465"/>
  <p:tag name="ORIGINALWIDTH" val="3.214332"/>
  <p:tag name="EMFCHILD" val="Tru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39488"/>
  <p:tag name="ORIGINALWIDTH" val="1.225001"/>
  <p:tag name="EMFCHILD" val="Tru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38662"/>
  <p:tag name="ORIGINALWIDTH" val="9.447681"/>
  <p:tag name="EMFCHILD" val="Tru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23426"/>
  <p:tag name="ORIGINALWIDTH" val="9.693074"/>
  <p:tag name="EMFCHILD" val="Tru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62284"/>
  <p:tag name="ORIGINALWIDTH" val="4.130789"/>
  <p:tag name="EMFCHILD" val="Tru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92992"/>
  <p:tag name="ORIGINALWIDTH" val="3.455119"/>
  <p:tag name="EMFCHILD" val="Tru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080236"/>
  <p:tag name="ORIGINALWIDTH" val="3.941183"/>
  <p:tag name="EMFCHILD" val="Tru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515592"/>
  <p:tag name="ORIGINALWIDTH" val="8.956893"/>
  <p:tag name="EMFCHILD" val="Tru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517992"/>
  <p:tag name="ORIGINALWIDTH" val="7.182522"/>
  <p:tag name="EMFCHILD" val="Tru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19489"/>
  <p:tag name="ORIGINALWIDTH" val="3.989096"/>
  <p:tag name="EMFCHILD" val="Tru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19489"/>
  <p:tag name="ORIGINALWIDTH" val="4.638269"/>
  <p:tag name="EMFCHILD" val="Tru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19489"/>
  <p:tag name="ORIGINALWIDTH" val="3.423741"/>
  <p:tag name="EMFCHILD" val="Tru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56496"/>
  <p:tag name="ORIGINALWIDTH" val="6.208782"/>
  <p:tag name="EMFCHILD" val="Tru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3"/>
  <p:tag name="ORIGINALWIDTH" val="3.073663"/>
  <p:tag name="EMFCHILD" val="Tru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8465"/>
  <p:tag name="ORIGINALWIDTH" val="3.214332"/>
  <p:tag name="EMFCHILD" val="Tru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39488"/>
  <p:tag name="ORIGINALWIDTH" val="1.225001"/>
  <p:tag name="EMFCHILD" val="Tru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38662"/>
  <p:tag name="ORIGINALWIDTH" val="9.447681"/>
  <p:tag name="EMFCHILD" val="Tru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23426"/>
  <p:tag name="ORIGINALWIDTH" val="9.693074"/>
  <p:tag name="EMFCHILD" val="Tru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62284"/>
  <p:tag name="ORIGINALWIDTH" val="4.130789"/>
  <p:tag name="EMFCHILD" val="Tru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223977"/>
  <p:tag name="ORIGINALWIDTH" val="4.407915"/>
  <p:tag name="EMFCHILD" val="Tru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080236"/>
  <p:tag name="ORIGINALWIDTH" val="3.941183"/>
  <p:tag name="EMFCHILD" val="Tru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515592"/>
  <p:tag name="ORIGINALWIDTH" val="8.956893"/>
  <p:tag name="EMFCHILD" val="Tru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02496"/>
  <p:tag name="ORIGINALWIDTH" val="36.11689"/>
  <p:tag name="OUTPUTTYPE" val="SVG"/>
  <p:tag name="IGUANATEXVERSION" val="161"/>
  <p:tag name="LATEXADDIN" val="\documentclass[UTF8]{article}&#10;\usepackage{ctex}&#10;\usepackage{amsmath}&#10;\pagestyle{empty}&#10;\begin{document}&#10;&#10;$e_{\text{2PSK}}(t)$&#10;&#10;\end{document}"/>
  <p:tag name="IGUANATEXSIZE" val="20"/>
  <p:tag name="IGUANATEXCURSOR" val="117"/>
  <p:tag name="TRANSPARENCY" val="True"/>
  <p:tag name="FILENAME" val=""/>
  <p:tag name="LATEXENGINEID" val="0"/>
  <p:tag name="TEMPFOLDER" val="C:\test\"/>
  <p:tag name="LATEXFORMHEIGHT" val="320"/>
  <p:tag name="LATEXFORMWIDTH" val="385"/>
  <p:tag name="LATEXFORMWRAP" val="True"/>
  <p:tag name="BITMAPVECTOR" val="1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1.2336"/>
  <p:tag name="ORIGINALWIDTH" val="1511.811"/>
  <p:tag name="OUTPUTTYPE" val="PNG"/>
  <p:tag name="IGUANATEXVERSION" val="161"/>
  <p:tag name="LATEXADDIN" val="\documentclass[UTF8]{article}&#10;\usepackage{ctex}&#10;\usepackage{amsmath}&#10;\usepackage{xcolor}&#10;\pagestyle{empty}&#10;\begin{document}&#10;&#10;$$e_{\text{2PSK}}(t) = A \cos(\omega_ct + {\color{red}{\varphi_n}})$$&#10;&#10;\end{document}"/>
  <p:tag name="IGUANATEXSIZE" val="20"/>
  <p:tag name="IGUANATEXCURSOR" val="194"/>
  <p:tag name="TRANSPARENCY" val="True"/>
  <p:tag name="FILENAME" val=""/>
  <p:tag name="LATEXENGINEID" val="0"/>
  <p:tag name="TEMPFOLDER" val="C:\test\"/>
  <p:tag name="LATEXFORMHEIGHT" val="320"/>
  <p:tag name="LATEXFORMWIDTH" val="385"/>
  <p:tag name="LATEXFORMWRAP" val="True"/>
  <p:tag name="BITMAPVECTOR" val="0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2.71634"/>
  <p:tag name="ORIGINALWIDTH" val="115.912"/>
  <p:tag name="OUTPUTTYPE" val="SVG"/>
  <p:tag name="IGUANATEXVERSION" val="161"/>
  <p:tag name="LATEXADDIN" val="\documentclass[UTF8]{article}&#10;\usepackage{ctex}&#10;\usepackage{amsmath}&#10;\pagestyle{empty}&#10;\begin{document}&#10;&#10;\begin{equation*}&#10; \varphi_n =\left\{&#10; \begin{array}{ll}&#10;  0, &amp; \text{发送“0”时} \\&#10;  \pi, &amp; \text{发送“1”时 }&#10; \end{array}&#10; \right.&#10;\end{equation*}&#10;&#10;\end{document}"/>
  <p:tag name="IGUANATEXSIZE" val="20"/>
  <p:tag name="IGUANATEXCURSOR" val="181"/>
  <p:tag name="TRANSPARENCY" val="True"/>
  <p:tag name="FILENAME" val=""/>
  <p:tag name="LATEXENGINEID" val="0"/>
  <p:tag name="TEMPFOLDER" val="C:\test\"/>
  <p:tag name="LATEXFORMHEIGHT" val="320"/>
  <p:tag name="LATEXFORMWIDTH" val="385"/>
  <p:tag name="LATEXFORMWRAP" val="True"/>
  <p:tag name="BITMAPVECTOR" val="1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9961"/>
  <p:tag name="ORIGINALWIDTH" val="5.974491"/>
  <p:tag name="LATEXADDIN" val="\documentclass[UTF8]{article}&#10;\usepackage{ctex}&#10;\usepackage{amsmath}&#10;\pagestyle{empty}&#10;\begin{document}&#10;&#10;\begin{equation*}&#10; \varphi_n =\left\{&#10; \begin{array}{ll}&#10;  0, &amp; \text{发送“0”时} \\&#10;  \pi, &amp; \text{发送“1”时 }&#10; \end{array}&#10; \right.&#10;\end{equation*}&#10;&#10;\end{document}"/>
  <p:tag name="IGUANATEXSIZE" val="20"/>
  <p:tag name="IGUANATEXCURSOR" val="181"/>
  <p:tag name="TRANSPARENCY" val="True"/>
  <p:tag name="FILENAME" val=""/>
  <p:tag name="LATEXENGINEID" val="0"/>
  <p:tag name="TEMPFOLDER" val="C:\test\"/>
  <p:tag name="LATEXFORMHEIGHT" val="320"/>
  <p:tag name="LATEXFORMWIDTH" val="385"/>
  <p:tag name="LATEXFORMWRAP" val="True"/>
  <p:tag name="BITMAPVECTOR" val="1"/>
  <p:tag name="EMFCHILD" val="Tru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45197"/>
  <p:tag name="ORIGINALWIDTH" val="4.260986"/>
  <p:tag name="EMFCHILD" val="Tru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456969"/>
  <p:tag name="ORIGINALWIDTH" val="6.982484"/>
  <p:tag name="EMFCHILD" val="Tru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2.71634"/>
  <p:tag name="ORIGINALWIDTH" val="5.639964"/>
  <p:tag name="EMFCHILD" val="Tru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223977"/>
  <p:tag name="ORIGINALWIDTH" val="4.420475"/>
  <p:tag name="EMFCHILD" val="Tru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39488"/>
  <p:tag name="ORIGINALWIDTH" val="1.228465"/>
  <p:tag name="EMFCHILD" val="Tru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38661"/>
  <p:tag name="ORIGINALWIDTH" val="9.474571"/>
  <p:tag name="EMFCHILD" val="Tru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23425"/>
  <p:tag name="ORIGINALWIDTH" val="9.720675"/>
  <p:tag name="EMFCHILD" val="Tru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62283"/>
  <p:tag name="ORIGINALWIDTH" val="4.142561"/>
  <p:tag name="EMFCHILD" val="Tru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223977"/>
  <p:tag name="ORIGINALWIDTH" val="4.420475"/>
  <p:tag name="EMFCHILD" val="Tru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080236"/>
  <p:tag name="ORIGINALWIDTH" val="3.952404"/>
  <p:tag name="EMFCHILD" val="Tru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515591"/>
  <p:tag name="ORIGINALWIDTH" val="8.982406"/>
  <p:tag name="EMFCHILD" val="Tru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40984"/>
  <p:tag name="ORIGINALWIDTH" val="5.669963"/>
  <p:tag name="EMFCHILD" val="Tru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39488"/>
  <p:tag name="ORIGINALWIDTH" val="1.228465"/>
  <p:tag name="EMFCHILD" val="Tru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38661"/>
  <p:tag name="ORIGINALWIDTH" val="9.474571"/>
  <p:tag name="EMFCHILD" val="Tru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23425"/>
  <p:tag name="ORIGINALWIDTH" val="9.720675"/>
  <p:tag name="EMFCHILD" val="Tru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62283"/>
  <p:tag name="ORIGINALWIDTH" val="4.142561"/>
  <p:tag name="EMFCHILD" val="Tru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92992"/>
  <p:tag name="ORIGINALWIDTH" val="3.464962"/>
  <p:tag name="EMFCHILD" val="Tru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080236"/>
  <p:tag name="ORIGINALWIDTH" val="3.952404"/>
  <p:tag name="EMFCHILD" val="Tru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515591"/>
  <p:tag name="ORIGINALWIDTH" val="8.982406"/>
  <p:tag name="EMFCHILD" val="Tru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94291"/>
  <p:tag name="ORIGINALWIDTH" val="4.086456"/>
  <p:tag name="LATEXADDIN" val="\documentclass[UTF8]{article}&#10;\usepackage{ctex}&#10;\usepackage{amsmath}&#10;\pagestyle{empty}&#10;\begin{document}&#10;&#10;$e_{\text{2PSK}}(t)$&#10;&#10;\end{document}"/>
  <p:tag name="IGUANATEXSIZE" val="20"/>
  <p:tag name="IGUANATEXCURSOR" val="117"/>
  <p:tag name="TRANSPARENCY" val="True"/>
  <p:tag name="FILENAME" val=""/>
  <p:tag name="LATEXENGINEID" val="0"/>
  <p:tag name="TEMPFOLDER" val="C:\test\"/>
  <p:tag name="LATEXFORMHEIGHT" val="320"/>
  <p:tag name="LATEXFORMWIDTH" val="385"/>
  <p:tag name="LATEXFORMWRAP" val="True"/>
  <p:tag name="BITMAPVECTOR" val="1"/>
  <p:tag name="EMFCHILD" val="Tru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62165"/>
  <p:tag name="ORIGINALWIDTH" val="3.124094"/>
  <p:tag name="EMFCHILD" val="Tru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01259"/>
  <p:tag name="ORIGINALWIDTH" val="4.516496"/>
  <p:tag name="EMFCHILD" val="Tru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294173"/>
  <p:tag name="ORIGINALWIDTH" val="3.463346"/>
  <p:tag name="EMFCHILD" val="Tru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01259"/>
  <p:tag name="ORIGINALWIDTH" val="5.392952"/>
  <p:tag name="EMFCHILD" val="Tru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02496"/>
  <p:tag name="ORIGINALWIDTH" val="2.468897"/>
  <p:tag name="EMFCHILD" val="Tru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2913"/>
  <p:tag name="ORIGINALWIDTH" val="3.267047"/>
  <p:tag name="EMFCHILD" val="Tru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02496"/>
  <p:tag name="ORIGINALWIDTH" val="2.468897"/>
  <p:tag name="EMFCHILD" val="Tru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524528"/>
  <p:tag name="ORIGINALWIDTH" val="3.022008"/>
  <p:tag name="OUTPUTTYPE" val="SVG"/>
  <p:tag name="IGUANATEXVERSION" val="161"/>
  <p:tag name="LATEXADDIN" val="\documentclass[UTF8]{article}&#10;\usepackage{ctex}&#10;\usepackage{amsmath}&#10;\pagestyle{empty}&#10;\begin{document}&#10;&#10;$t$&#10;&#10;\end{document}"/>
  <p:tag name="IGUANATEXSIZE" val="20"/>
  <p:tag name="IGUANATEXCURSOR" val="107"/>
  <p:tag name="TRANSPARENCY" val="True"/>
  <p:tag name="LATEXENGINEID" val="0"/>
  <p:tag name="TEMPFOLDER" val="c:\test\"/>
  <p:tag name="LATEXFORMHEIGHT" val="320"/>
  <p:tag name="LATEXFORMWIDTH" val="385"/>
  <p:tag name="LATEXFORMWRAP" val="True"/>
  <p:tag name="BITMAPVECTOR" val="1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37284</TotalTime>
  <Words>4524</Words>
  <Application>Microsoft Office PowerPoint</Application>
  <PresentationFormat>全屏显示(4:3)</PresentationFormat>
  <Paragraphs>1196</Paragraphs>
  <Slides>57</Slides>
  <Notes>46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68" baseType="lpstr">
      <vt:lpstr>等线</vt:lpstr>
      <vt:lpstr>华文中宋</vt:lpstr>
      <vt:lpstr>Microsoft Yahei</vt:lpstr>
      <vt:lpstr>Microsoft Yahei</vt:lpstr>
      <vt:lpstr>Microsoft Yahei</vt:lpstr>
      <vt:lpstr>Arial</vt:lpstr>
      <vt:lpstr>Cambria Math</vt:lpstr>
      <vt:lpstr>Gill Sans MT</vt:lpstr>
      <vt:lpstr>Times New Roman</vt:lpstr>
      <vt:lpstr>Wingdings</vt:lpstr>
      <vt:lpstr>Office 主题​​</vt:lpstr>
      <vt:lpstr>第2章 传感器网络的 协议架构及关键技术</vt:lpstr>
      <vt:lpstr>第2章 传感器网络的 协议架构及关键技术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think</dc:creator>
  <cp:lastModifiedBy>JunchaoMa</cp:lastModifiedBy>
  <cp:revision>1636</cp:revision>
  <cp:lastPrinted>2023-04-24T23:34:43Z</cp:lastPrinted>
  <dcterms:created xsi:type="dcterms:W3CDTF">2022-06-15T01:28:12Z</dcterms:created>
  <dcterms:modified xsi:type="dcterms:W3CDTF">2025-03-28T15:08:35Z</dcterms:modified>
</cp:coreProperties>
</file>