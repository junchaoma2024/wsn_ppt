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4" y="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0" y="2834640"/>
            <a:ext cx="4572000" cy="508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第二章 传感器网络通信技术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DFF"/>
                </a:solidFill>
                <a:latin typeface="微软雅黑"/>
              </a:rPr>
              <a:t>2.5 传输层技术介绍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CCFF"/>
                </a:solidFill>
                <a:latin typeface="微软雅黑"/>
              </a:rPr>
              <a:t>4课时（200分钟）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本节目录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1600" cy="9144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3120" y="1737360"/>
            <a:ext cx="7315200" cy="914400"/>
          </a:xfrm>
          <a:prstGeom prst="rect">
            <a:avLst/>
          </a:prstGeom>
          <a:solidFill>
            <a:srgbClr val="D6E8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3C71"/>
                </a:solidFill>
                <a:latin typeface="微软雅黑"/>
              </a:rPr>
              <a:t>2.5.1 传输层概述与TCP回顾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160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3120" y="2880360"/>
            <a:ext cx="7315200" cy="914400"/>
          </a:xfrm>
          <a:prstGeom prst="rect">
            <a:avLst/>
          </a:prstGeom>
          <a:solidFill>
            <a:srgbClr val="D6E8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3C71"/>
                </a:solidFill>
                <a:latin typeface="微软雅黑"/>
              </a:rPr>
              <a:t>2.5.2 拥塞控制机制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10160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3120" y="4023360"/>
            <a:ext cx="7315200" cy="914400"/>
          </a:xfrm>
          <a:prstGeom prst="rect">
            <a:avLst/>
          </a:prstGeom>
          <a:solidFill>
            <a:srgbClr val="D6E8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3C71"/>
                </a:solidFill>
                <a:latin typeface="微软雅黑"/>
              </a:rPr>
              <a:t>2.5.3 可靠传输机制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166360"/>
            <a:ext cx="10160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3120" y="5166360"/>
            <a:ext cx="7315200" cy="914400"/>
          </a:xfrm>
          <a:prstGeom prst="rect">
            <a:avLst/>
          </a:prstGeom>
          <a:solidFill>
            <a:srgbClr val="D6E8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5166360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3C71"/>
                </a:solidFill>
                <a:latin typeface="微软雅黑"/>
              </a:rPr>
              <a:t>2.5.4 协议综合对比与总结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0" y="3703320"/>
            <a:ext cx="36576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2.5.1 传输层概述与TCP回顾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回顾：从物理层到传输层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物理层 → 信号传输（怎么把比特发出去）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MAC层 → 信道共享（邻居之间怎么通信）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网络层 → 路由选择（怎么找到路）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传输层 → 传输质量保障（怎么保质保量）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▶ 本节核心：拥塞控制 + 可靠传输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传输层的五大功能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1. 传输连接管理：建立、维护、释放端到端连接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 可靠数据传输：保证数据正确、有序到达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3. 拥塞控制：避免网络过载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4. 流量控制：匹配收发速率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5. 多路复用：多进程共享传输通道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▶ WSN最关心：拥塞控制 + 可靠传输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WSN传输层的特殊需求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节点计算和通信能力有限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电池供能，节能至关重要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无线信道不可靠（衰落、多径效应）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密集部署导致信道竞争和拥塞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▶ 结论：需要专门为WSN设计的传输层协议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TCP回顾（一）：三次握手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TCP是面向连接的传输控制协议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第1次：A → B：SYN, seq=x（连接请求）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第2次：B → A：SYN+ACK, seq=y, ack=x+1（确认）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第3次：A → B：ACK, seq=x+1, ack=y+1（反馈）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三次握手使双方达成同步，是可靠传输的前提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TCP回顾（二）：确认重传与滑动窗口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肯定确认重传（ACK）：收到确认才算成功，超时则重传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停等机制：发一个→等ACK→再发（效率低）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滑动窗口：连续发多个→批量确认（效率高）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窗口大小决定发送速率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窗口越大 → 利用率越高，但可能拥塞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TCP回顾（三）：慢启动与拥塞避免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发送窗口 = min(rwnd, cwnd)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慢启动：cwnd从1开始，指数增长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拥塞避免：cwnd超过ssthresh后，线性增长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超时处理：cwnd重置为1，ssthresh减半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目标：自适应调节发送速率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TCP为何不适用于WSN？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TCP假设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WSN实际情况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可靠的有线链路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无线链路易出错、衰落严重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丢包 = 拥塞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丢包可能是信道质量差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端到端连接可靠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多跳路径不稳定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节点资源充足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节点资源极度受限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点对点通信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多对一汇聚通信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WSN传输层协议评价指标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1. 能量效率：减少丢包和重传，节省能量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 可靠性：数据包可靠 vs 事件可靠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3. 公平性：各节点数据接收量应均衡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4. 及时性：快速响应突发事件和拥塞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5. 可扩展性：适应不同网络规模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数据包可靠 vs 事件可靠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数据包可靠：每个包都必须到达（代码分发、命令下达）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事件可靠：足够多的包到达即可（温度监测、入侵检测）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▶ 大多数WSN应用只需事件可靠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▶ 过度追求数据包可靠会浪费能量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0" y="3703320"/>
            <a:ext cx="36576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2.5.2 拥塞控制机制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什么是拥塞？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类比：交通拥堵（车流量 &gt; 道路容量 → 堵车）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定义：注入网络的数据流量 &gt; 网络容量 → 拥塞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后果一：有效吞吐率急剧下降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后果二：丢包率显著增加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后果三：能量大量浪费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WSN拥塞产生的原因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原因一：漏斗效应（Funnel Effect）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多源数据向Sink汇聚 → Sink附近流量暴增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离Sink越近 → 负载越大 → 越容易拥塞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原因二：突发流量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事件检测 → 多节点同时发送 → 局部流量激增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拥塞的分类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分类标准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特点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按位置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节点级拥塞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数据到达速率&gt;发送速率，队列溢出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按位置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链路级拥塞（主要）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多节点同时使用信道，访问冲突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按范围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局部拥塞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事件驱动，影响事件区域附近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按范围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全局拥塞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漏斗效应，影响Sink附近区域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拥塞控制三步骤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① 拥塞检测（Detection）→ 发现拥塞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② 拥塞通告（Notification）→ 通知相关节点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③ 拥塞解除（Mitigation）→ 采取措施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三个步骤依次执行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拥塞检测（一）：基于队列长度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原理：队列越长 → 越可能拥塞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单一阈值法：队列 &gt; 阈值 → 拥塞（CODA、Fusion）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队列增长率法：预测队列即将溢出（ESRT）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多阈值法：多级阈值反映拥塞程度（IFRC）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▶ 特点：实现简单，使用最广泛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拥塞检测（二）：其他方法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基于信道采样：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周期性采样信道忙闲比例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CODA最小代价采样：有数据发时才采样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更精确，但能量开销较大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基于端到端测量：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Sink检测端到端延迟或丢包率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功能集中在Sink，减轻节点负担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响应延迟大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三种拥塞检测方法对比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检测位置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精度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开销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响应速度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基于队列长度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中继节点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一般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极低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基于信道采样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中继节点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较高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快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基于端到端测量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Sink节点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低(节点端)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拥塞通告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显式通告：发送专门的拥塞通知消息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优点：信息明确；缺点：额外通信开销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隐式通告：在数据包头部设置拥塞位（CB）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优点：无额外开销；缺点：信息量有限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通告方向：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反向通告（向上游）：告知源节点减速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正向通告（向Sink）：告知网络拥塞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拥塞解除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局部拥塞解除（快速响应）：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反压（Backpressure）：通知上游减速/暂停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丢包：丢弃低优先级数据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数据融合：增大融合力度，减少数据量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全局拥塞解除（根本解决）：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Sink计算合理速率 → 通知源节点调整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仅调整造成拥塞的子树节点（保证公平性）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核心协议：CODA概述 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CODA: COngestion Detection and Avoidance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包含三大机制：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① 拥塞检测：队列长度 + 信道采样（双重检测）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② 开环反压机制：逐跳通知上游减速（短期应对）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③ 闭环多源调整：Sink停发ACK + AIMD（长期解决）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CODA：开环反压机制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场景：短暂突发拥塞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流程：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拥塞节点 → 向上游广播反压消息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上游节点 → 降低发送速率 或 丢弃部分数据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可选择继续向更上游传播反压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特点：快速响应，局部处理，不需Sink参与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CODA：闭环多源调整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场景：拥塞持续较长时间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流程：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正常时：Sink定期向源节点发送ACK维持速率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拥塞时：Sink停止发送ACK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源节点未收到ACK → 主动降低发送速率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AIMD算法：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加性增（AI）：无拥塞时 rate = rate + α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乘性减（MD）：拥塞时 rate = rate × β (β&lt;1)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核心协议：Fusion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Fusion特色：跨层协作（三层同时控制拥塞）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① 网络层——逐跳流量控制：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队列剩余&lt;25% → 设置拥塞位CB=1 → 下游暂停转发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② 应用层——源速率限制：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信令桶算法：有信令才能发送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③ MAC层——优先级访问：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有缓存数据的节点优先访问信道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其他拥塞控制协议一览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协议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核心思想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CCF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基于包服务时间调速，兼顾公平性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PCCP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优先级+拥塞度检测，隐式通告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Trickle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礼貌流言机制，适用于代码更新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Siphon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虚拟Sink节点，多射频分流过载流量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LACAS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学习自动机，概率选择最优速率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ARCC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蚁群优化，信息素路径选择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2.5.2 拥塞控制小结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拥塞原因：漏斗效应 + 突发流量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拥塞分类：节点级/链路级、局部/全局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控制三步骤：检测 → 通告 → 解除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★★ CODA：检测 + 开环反压 + 闭环AIMD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★ Fusion：逐跳流控 + 源速率限制 + 优先级MAC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0" y="3703320"/>
            <a:ext cx="36576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2.5.3 可靠传输机制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可靠性的多维度定义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176002"/>
              </p:ext>
            </p:extLst>
          </p:nvPr>
        </p:nvGraphicFramePr>
        <p:xfrm>
          <a:off x="330638" y="169164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分类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粒度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数据包可靠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每个包都必须到达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粒度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事件可靠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足够多的包到达即可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端到端可靠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源→目的，闭环反馈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逐跳可靠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单跳确认，WSN首选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上行可靠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传感器→Sink，通常事件可靠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方向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下行可靠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微软雅黑"/>
                        </a:rPr>
                        <a:t>Sink→传感器，通常数据包可靠</a:t>
                      </a:r>
                      <a:endParaRPr sz="1600" b="0" dirty="0">
                        <a:solidFill>
                          <a:srgbClr val="1A1A1A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端到端可靠 vs 逐跳可靠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特性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端到端可靠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逐跳可靠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反馈延迟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大（多跳传输ACK）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小（单跳ACK）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能量开销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缓存需求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只在源端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每个中继节点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WSN适用性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差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微软雅黑"/>
                        </a:rPr>
                        <a:t>好 ✓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丢包检测方法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方式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发起者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原理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开销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发送者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超时未收到ACK→判丢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高(每包一个ACK)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NACK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接收者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序列号不连续→判丢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中(只在丢包时)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1A1A1A"/>
                          </a:solidFill>
                          <a:latin typeface="微软雅黑"/>
                        </a:rPr>
                        <a:t>隐式ACK</a:t>
                      </a:r>
                      <a:endParaRPr sz="1600" b="0" dirty="0">
                        <a:solidFill>
                          <a:srgbClr val="1A1A1A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发送者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侦听下一跳转发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1A"/>
                          </a:solidFill>
                          <a:latin typeface="微软雅黑"/>
                        </a:rPr>
                        <a:t>低(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微软雅黑"/>
                        </a:rPr>
                        <a:t>无额外消息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微软雅黑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丢包恢复方法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方法一：重传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端到端重传：代价大（数据重走全部跳数）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0070C0"/>
                </a:solidFill>
                <a:latin typeface="微软雅黑"/>
              </a:rPr>
              <a:t>逐跳重传：代价小（只重传丢失的一跳）★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方法二：纠错编码（FEC）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RS编码：m个原始包→n个编码包，收到任意m个可恢复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适合一对多下行传输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方法三：冗余发送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同一包发多次，简单但效率低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核心协议：ESRT概述 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ESRT: Event-to-Sink Reliable Transport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核心理念：事件可靠（不追求每个包都到达）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可靠性指标：η = r / R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r = Sink实际收到的包数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R = 可靠检测事件所需的包数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目标：维持 1-α ≤ η ≤ 1+α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调控手段：调整全网报告频率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ESRT：五种网络状态 ★★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拥塞?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可靠性?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策略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(NC, LR)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无拥塞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提高报告频率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(NC, HR)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无拥塞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降低频率（省能量）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(C, HR)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拥塞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乘性减降低频率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(C, LR)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拥塞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指数减降低频率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OOR 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无拥塞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达标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保持当前频率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ESRT工作流程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每个决策周期：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① Sink统计收到的包数 → 计算 η = r/R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② Sink检测拥塞（队列增长率法）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③ 判断当前网络状态（五种之一）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④ 计算新的报告频率 f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⑤ 将新频率洪泛到全网所有节点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特点：功能集中在Sink，兼顾拥塞+可靠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核心协议：PSFQ概述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PSFQ: Pump Slowly, Fetch Quickly（缓发快取）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用途：下行可靠传输（Sink → 传感器）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典型场景：代码分发、命令下达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核心策略：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Pump Slowly：源节点慢速发送，避免拥塞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Fetch Quickly：丢包节点快速从邻居取回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PSFQ：三个核心操作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① 发操作（Pump）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慢速注入数据包（带序列号），中继节点缓存并转发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② 取操作（Fetch）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检测序列号不连续 → 向邻居发NACK请求重传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支持"丢失聚合"：一个NACK请求一组丢失的包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③ 报告操作（Report）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最远节点发起，沿路径回传送达状态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PSFQ工作流程示例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Sink发送5个包：P1, P2, P3, P4, P5（慢速）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R1：收到全部5个包 ✓ → 转发给R2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R2：收到 P1, P2, __, P4, P5（P3丢失！）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→ R2向R1发NACK请求P3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→ R1缓存中有P3 → 快速发回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→ R2补齐 → 继续转发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终端节点：收到全部5个包 ✓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▶ 逐跳恢复，就近取回，高效可靠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其他可靠传输协议一览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协议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可靠性类型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方向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核心机制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ESRT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事件可靠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Sink调速，五状态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RMST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数据包可靠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NACK+缓存恢复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RBC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数据包可靠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块确认+竞争控制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PSFQ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数据包可靠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下行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缓发快取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GARUDA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数据包可靠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下行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核心节点缓存恢复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ART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事件可靠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双向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E/N节点分类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拥塞控制与可靠传输的关系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互补关系：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拥塞控制 → 防止网络过载 → 减少因拥塞导致的丢包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可靠传输 → 检测和恢复丢包 → 保障数据送达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潜在矛盾：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可靠传输的重传 → 增加网络流量 → 可能加剧拥塞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▶ 好的协议需协调两者（如ESRT同时考虑拥塞+可靠性）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0" y="3703320"/>
            <a:ext cx="36576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2.5.4 协议综合对比与总结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WSN传输层协议全景对比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协议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可靠性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拥塞控制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方向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CODA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拥塞控制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Fusion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拥塞控制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✓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ESRT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综合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事件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RMST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可靠传输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数据包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RBC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可靠传输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上行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PSFQ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可靠传输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数据包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下行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综合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事件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微软雅黑"/>
                        </a:rPr>
                        <a:t>双向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2.5节知识框架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2.5.1 概述与TCP回顾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传输层功能 | TCP机制 | TCP不适合WSN | 评价指标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2.5.2 拥塞控制 ★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0070C0"/>
                </a:solidFill>
                <a:latin typeface="微软雅黑"/>
              </a:rPr>
              <a:t>原因 | 分类 | 三步骤 | CODA ★★ | Fusion ★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2.5.3 可靠传输 ★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0070C0"/>
                </a:solidFill>
                <a:latin typeface="微软雅黑"/>
              </a:rPr>
              <a:t>可靠性定义 | 丢包检测/恢复 | ESRT ★★ | PSFQ ★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2.5.4 综合对比与总结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重点内容回顾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★★ TCP不适合WSN的四大原因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★★ CODA三大机制：检测 + 开环反压 + 闭环AIMD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★★ ESRT五种网络状态与策略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★ 拥塞控制三步骤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★ Fusion三层协作机制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>
                <a:solidFill>
                  <a:srgbClr val="0070C0"/>
                </a:solidFill>
                <a:latin typeface="微软雅黑"/>
              </a:rPr>
              <a:t>★ PSFQ缓发快取三操作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课程回顾：协议栈之旅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2.1 OSI模型 → 整体框架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2.2 物理层 → 信号如何传输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2.3 MAC层 → 如何共享信道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2.4 网络层 → 如何选择路由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2.5 传输层 → 如何保质保量 ← 本节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从下到上，建立完整的WSN通信体系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0" y="2834640"/>
            <a:ext cx="4572000" cy="508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DFF"/>
                </a:solidFill>
                <a:latin typeface="微软雅黑"/>
              </a:rPr>
              <a:t>课后请重点复习CODA和ESRT协议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1543</Words>
  <Application>Microsoft Office PowerPoint</Application>
  <PresentationFormat>全屏显示(4:3)</PresentationFormat>
  <Paragraphs>480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JunchaoMa</cp:lastModifiedBy>
  <cp:revision>3</cp:revision>
  <dcterms:created xsi:type="dcterms:W3CDTF">2013-01-27T09:14:16Z</dcterms:created>
  <dcterms:modified xsi:type="dcterms:W3CDTF">2026-03-20T12:03:40Z</dcterms:modified>
  <cp:category/>
</cp:coreProperties>
</file>